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3" r:id="rId4"/>
    <p:sldId id="273" r:id="rId25"/>
    <p:sldId id="264" r:id="rId5"/>
    <p:sldId id="265" r:id="rId6"/>
    <p:sldId id="268" r:id="rId20"/>
    <p:sldId id="269" r:id="rId21"/>
    <p:sldId id="270" r:id="rId22"/>
    <p:sldId id="271" r:id="rId23"/>
    <p:sldId id="274" r:id="rId26"/>
    <p:sldId id="258" r:id="rId7"/>
    <p:sldId id="259" r:id="rId8"/>
    <p:sldId id="260" r:id="rId9"/>
    <p:sldId id="261" r:id="rId10"/>
    <p:sldId id="262" r:id="rId11"/>
    <p:sldId id="266" r:id="rId12"/>
    <p:sldId id="267" r:id="rId13"/>
    <p:sldId id="272" r:id="rId2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3" d="100"/>
          <a:sy n="93" d="100"/>
        </p:scale>
        <p:origin x="5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12.xml"/><Relationship Id="rId8" Type="http://schemas.openxmlformats.org/officeDocument/2006/relationships/slide" Target="slides/slide13.xml"/><Relationship Id="rId9" Type="http://schemas.openxmlformats.org/officeDocument/2006/relationships/slide" Target="slides/slide14.xml"/><Relationship Id="rId10" Type="http://schemas.openxmlformats.org/officeDocument/2006/relationships/slide" Target="slides/slide15.xml"/><Relationship Id="rId11" Type="http://schemas.openxmlformats.org/officeDocument/2006/relationships/slide" Target="slides/slide16.xml"/><Relationship Id="rId12" Type="http://schemas.openxmlformats.org/officeDocument/2006/relationships/slide" Target="slides/slide17.xml"/><Relationship Id="rId13" Type="http://schemas.openxmlformats.org/officeDocument/2006/relationships/slide" Target="slides/slide18.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9.xml"/><Relationship Id="rId25" Type="http://schemas.openxmlformats.org/officeDocument/2006/relationships/slide" Target="slides/slide4.xml"/><Relationship Id="rId26"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iago Calle Henao" userId="fc099633-ee27-493f-81f8-10793756032e" providerId="ADAL" clId="{2F8388C9-D328-479D-AFD3-EF4D45FD437B}"/>
    <pc:docChg chg="modSld sldOrd">
      <pc:chgData name="Santiago Calle Henao" userId="fc099633-ee27-493f-81f8-10793756032e" providerId="ADAL" clId="{2F8388C9-D328-479D-AFD3-EF4D45FD437B}" dt="2026-10-07T14:13:21.078" v="5"/>
      <pc:docMkLst>
        <pc:docMk/>
      </pc:docMkLst>
      <pc:sldChg chg="ord">
        <pc:chgData name="Santiago Calle Henao" userId="fc099633-ee27-493f-81f8-10793756032e" providerId="ADAL" clId="{2F8388C9-D328-479D-AFD3-EF4D45FD437B}" dt="2026-10-07T14:12:55.732" v="1"/>
        <pc:sldMkLst>
          <pc:docMk/>
          <pc:sldMk cId="0" sldId="263"/>
        </pc:sldMkLst>
      </pc:sldChg>
      <pc:sldChg chg="ord">
        <pc:chgData name="Santiago Calle Henao" userId="fc099633-ee27-493f-81f8-10793756032e" providerId="ADAL" clId="{2F8388C9-D328-479D-AFD3-EF4D45FD437B}" dt="2026-10-07T14:13:06.151" v="3"/>
        <pc:sldMkLst>
          <pc:docMk/>
          <pc:sldMk cId="0" sldId="264"/>
        </pc:sldMkLst>
      </pc:sldChg>
      <pc:sldChg chg="ord">
        <pc:chgData name="Santiago Calle Henao" userId="fc099633-ee27-493f-81f8-10793756032e" providerId="ADAL" clId="{2F8388C9-D328-479D-AFD3-EF4D45FD437B}" dt="2026-10-07T14:13:21.078" v="5"/>
        <pc:sldMkLst>
          <pc:docMk/>
          <pc:sldMk cId="0" sldId="26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Yield real</c:v>
                </c:pt>
              </c:strCache>
            </c:strRef>
          </c:tx>
          <c:spPr>
            <a:solidFill>
              <a:srgbClr val="2B5BA3"/>
            </a:solidFill>
          </c:spPr>
          <c:invertIfNegative val="0"/>
          <c:dLbls>
            <c:numFmt formatCode="#,##0" sourceLinked="0"/>
            <c:spPr>
              <a:noFill/>
              <a:ln>
                <a:noFill/>
              </a:ln>
              <a:effectLst/>
            </c:spPr>
            <c:txPr>
              <a:bodyPr/>
              <a:lstStyle/>
              <a:p>
                <a:pPr>
                  <a:defRPr sz="75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Reservas</c:v>
                </c:pt>
                <c:pt idx="1">
                  <c:v>Prado V.</c:v>
                </c:pt>
                <c:pt idx="2">
                  <c:v>Terra by Kaia</c:v>
                </c:pt>
                <c:pt idx="3">
                  <c:v>Terranova</c:v>
                </c:pt>
                <c:pt idx="4">
                  <c:v>Los Abedules</c:v>
                </c:pt>
                <c:pt idx="5">
                  <c:v>Llanos de Pance</c:v>
                </c:pt>
              </c:strCache>
            </c:strRef>
          </c:cat>
          <c:val>
            <c:numRef>
              <c:f>Sheet1!$B$2:$B$7</c:f>
              <c:numCache>
                <c:formatCode>General</c:formatCode>
                <c:ptCount val="6"/>
                <c:pt idx="0">
                  <c:v>1045</c:v>
                </c:pt>
                <c:pt idx="1">
                  <c:v>1139</c:v>
                </c:pt>
                <c:pt idx="2">
                  <c:v>1186</c:v>
                </c:pt>
                <c:pt idx="3">
                  <c:v>1286</c:v>
                </c:pt>
                <c:pt idx="4">
                  <c:v>935</c:v>
                </c:pt>
                <c:pt idx="5">
                  <c:v>1113</c:v>
                </c:pt>
              </c:numCache>
            </c:numRef>
          </c:val>
          <c:extLst>
            <c:ext xmlns:c16="http://schemas.microsoft.com/office/drawing/2014/chart" uri="{C3380CC4-5D6E-409C-BE32-E72D297353CC}">
              <c16:uniqueId val="{00000000-3CC9-489F-922A-7CB9B05C4756}"/>
            </c:ext>
          </c:extLst>
        </c:ser>
        <c:ser>
          <c:idx val="1"/>
          <c:order val="1"/>
          <c:tx>
            <c:strRef>
              <c:f>Sheet1!$C$1</c:f>
              <c:strCache>
                <c:ptCount val="1"/>
                <c:pt idx="0">
                  <c:v>Yield de diseño</c:v>
                </c:pt>
              </c:strCache>
            </c:strRef>
          </c:tx>
          <c:spPr>
            <a:solidFill>
              <a:srgbClr val="C9D2E3"/>
            </a:solidFill>
          </c:spPr>
          <c:invertIfNegative val="0"/>
          <c:dLbls>
            <c:numFmt formatCode="#,##0" sourceLinked="0"/>
            <c:spPr>
              <a:noFill/>
              <a:ln>
                <a:noFill/>
              </a:ln>
              <a:effectLst/>
            </c:spPr>
            <c:txPr>
              <a:bodyPr/>
              <a:lstStyle/>
              <a:p>
                <a:pPr>
                  <a:defRPr sz="75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Reservas</c:v>
                </c:pt>
                <c:pt idx="1">
                  <c:v>Prado V.</c:v>
                </c:pt>
                <c:pt idx="2">
                  <c:v>Terra by Kaia</c:v>
                </c:pt>
                <c:pt idx="3">
                  <c:v>Terranova</c:v>
                </c:pt>
                <c:pt idx="4">
                  <c:v>Los Abedules</c:v>
                </c:pt>
                <c:pt idx="5">
                  <c:v>Llanos de Pance</c:v>
                </c:pt>
              </c:strCache>
            </c:strRef>
          </c:cat>
          <c:val>
            <c:numRef>
              <c:f>Sheet1!$C$2:$C$7</c:f>
              <c:numCache>
                <c:formatCode>General</c:formatCode>
                <c:ptCount val="6"/>
                <c:pt idx="0">
                  <c:v>1188</c:v>
                </c:pt>
                <c:pt idx="1">
                  <c:v>1323</c:v>
                </c:pt>
                <c:pt idx="2">
                  <c:v>1323</c:v>
                </c:pt>
                <c:pt idx="3">
                  <c:v>1323</c:v>
                </c:pt>
                <c:pt idx="4">
                  <c:v>1188</c:v>
                </c:pt>
                <c:pt idx="5">
                  <c:v>1188</c:v>
                </c:pt>
              </c:numCache>
            </c:numRef>
          </c:val>
          <c:extLst>
            <c:ext xmlns:c16="http://schemas.microsoft.com/office/drawing/2014/chart" uri="{C3380CC4-5D6E-409C-BE32-E72D297353CC}">
              <c16:uniqueId val="{00000001-3CC9-489F-922A-7CB9B05C4756}"/>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DD2"/>
            </a:solidFill>
          </a:ln>
        </c:spPr>
        <c:txPr>
          <a:bodyPr/>
          <a:lstStyle/>
          <a:p>
            <a:pPr>
              <a:defRPr sz="80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15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068027336"/>
        <c:crosses val="autoZero"/>
        <c:crossBetween val="between"/>
      </c:valAx>
    </c:plotArea>
    <c:legend>
      <c:legendPos val="b"/>
      <c:overlay val="0"/>
      <c:txPr>
        <a:bodyPr/>
        <a:lstStyle/>
        <a:p>
          <a:pPr>
            <a:defRPr sz="800">
              <a:latin typeface="Calibri"/>
            </a:defRPr>
          </a:pPr>
          <a:endParaRPr lang="es-CO"/>
        </a:p>
      </c:txPr>
    </c:legend>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Horas sin red</c:v>
                </c:pt>
              </c:strCache>
            </c:strRef>
          </c:tx>
          <c:spPr>
            <a:solidFill>
              <a:srgbClr val="2B5BA3"/>
            </a:solidFill>
          </c:spPr>
          <c:invertIfNegative val="0"/>
          <c:dPt>
            <c:idx val="0"/>
            <c:invertIfNegative val="1"/>
            <c:bubble3D val="0"/>
            <c:spPr>
              <a:solidFill>
                <a:srgbClr val="A9C1E8"/>
              </a:solidFill>
            </c:spPr>
            <c:extLst>
              <c:ext xmlns:c16="http://schemas.microsoft.com/office/drawing/2014/chart" uri="{C3380CC4-5D6E-409C-BE32-E72D297353CC}">
                <c16:uniqueId val="{00000001-2ABF-4C7A-974E-9A3A87970076}"/>
              </c:ext>
            </c:extLst>
          </c:dPt>
          <c:dPt>
            <c:idx val="1"/>
            <c:invertIfNegative val="1"/>
            <c:bubble3D val="0"/>
            <c:spPr>
              <a:solidFill>
                <a:srgbClr val="A9C1E8"/>
              </a:solidFill>
            </c:spPr>
            <c:extLst>
              <c:ext xmlns:c16="http://schemas.microsoft.com/office/drawing/2014/chart" uri="{C3380CC4-5D6E-409C-BE32-E72D297353CC}">
                <c16:uniqueId val="{00000003-2ABF-4C7A-974E-9A3A87970076}"/>
              </c:ext>
            </c:extLst>
          </c:dPt>
          <c:dPt>
            <c:idx val="2"/>
            <c:invertIfNegative val="1"/>
            <c:bubble3D val="0"/>
            <c:spPr>
              <a:solidFill>
                <a:srgbClr val="A9C1E8"/>
              </a:solidFill>
            </c:spPr>
            <c:extLst>
              <c:ext xmlns:c16="http://schemas.microsoft.com/office/drawing/2014/chart" uri="{C3380CC4-5D6E-409C-BE32-E72D297353CC}">
                <c16:uniqueId val="{00000005-2ABF-4C7A-974E-9A3A87970076}"/>
              </c:ext>
            </c:extLst>
          </c:dPt>
          <c:dPt>
            <c:idx val="3"/>
            <c:invertIfNegative val="1"/>
            <c:bubble3D val="0"/>
            <c:spPr>
              <a:solidFill>
                <a:srgbClr val="A9C1E8"/>
              </a:solidFill>
            </c:spPr>
            <c:extLst>
              <c:ext xmlns:c16="http://schemas.microsoft.com/office/drawing/2014/chart" uri="{C3380CC4-5D6E-409C-BE32-E72D297353CC}">
                <c16:uniqueId val="{00000007-2ABF-4C7A-974E-9A3A87970076}"/>
              </c:ext>
            </c:extLst>
          </c:dPt>
          <c:dPt>
            <c:idx val="4"/>
            <c:invertIfNegative val="1"/>
            <c:bubble3D val="0"/>
            <c:spPr>
              <a:solidFill>
                <a:srgbClr val="A9C1E8"/>
              </a:solidFill>
            </c:spPr>
            <c:extLst>
              <c:ext xmlns:c16="http://schemas.microsoft.com/office/drawing/2014/chart" uri="{C3380CC4-5D6E-409C-BE32-E72D297353CC}">
                <c16:uniqueId val="{00000009-2ABF-4C7A-974E-9A3A87970076}"/>
              </c:ext>
            </c:extLst>
          </c:dPt>
          <c:dPt>
            <c:idx val="5"/>
            <c:invertIfNegative val="1"/>
            <c:bubble3D val="0"/>
            <c:spPr>
              <a:solidFill>
                <a:srgbClr val="A9C1E8"/>
              </a:solidFill>
            </c:spPr>
            <c:extLst>
              <c:ext xmlns:c16="http://schemas.microsoft.com/office/drawing/2014/chart" uri="{C3380CC4-5D6E-409C-BE32-E72D297353CC}">
                <c16:uniqueId val="{0000000B-2ABF-4C7A-974E-9A3A87970076}"/>
              </c:ext>
            </c:extLst>
          </c:dPt>
          <c:dPt>
            <c:idx val="6"/>
            <c:invertIfNegative val="1"/>
            <c:bubble3D val="0"/>
            <c:spPr>
              <a:solidFill>
                <a:srgbClr val="F5A623"/>
              </a:solidFill>
            </c:spPr>
            <c:extLst>
              <c:ext xmlns:c16="http://schemas.microsoft.com/office/drawing/2014/chart" uri="{C3380CC4-5D6E-409C-BE32-E72D297353CC}">
                <c16:uniqueId val="{0000000D-2ABF-4C7A-974E-9A3A87970076}"/>
              </c:ext>
            </c:extLst>
          </c:dPt>
          <c:dPt>
            <c:idx val="7"/>
            <c:invertIfNegative val="1"/>
            <c:bubble3D val="0"/>
            <c:spPr>
              <a:solidFill>
                <a:srgbClr val="A9C1E8"/>
              </a:solidFill>
            </c:spPr>
            <c:extLst>
              <c:ext xmlns:c16="http://schemas.microsoft.com/office/drawing/2014/chart" uri="{C3380CC4-5D6E-409C-BE32-E72D297353CC}">
                <c16:uniqueId val="{0000000F-2ABF-4C7A-974E-9A3A87970076}"/>
              </c:ext>
            </c:extLst>
          </c:dPt>
          <c:dPt>
            <c:idx val="8"/>
            <c:invertIfNegative val="1"/>
            <c:bubble3D val="0"/>
            <c:spPr>
              <a:solidFill>
                <a:srgbClr val="A9C1E8"/>
              </a:solidFill>
            </c:spPr>
            <c:extLst>
              <c:ext xmlns:c16="http://schemas.microsoft.com/office/drawing/2014/chart" uri="{C3380CC4-5D6E-409C-BE32-E72D297353CC}">
                <c16:uniqueId val="{00000011-2ABF-4C7A-974E-9A3A87970076}"/>
              </c:ext>
            </c:extLst>
          </c:dPt>
          <c:dPt>
            <c:idx val="9"/>
            <c:invertIfNegative val="1"/>
            <c:bubble3D val="0"/>
            <c:spPr>
              <a:solidFill>
                <a:srgbClr val="A9C1E8"/>
              </a:solidFill>
            </c:spPr>
            <c:extLst>
              <c:ext xmlns:c16="http://schemas.microsoft.com/office/drawing/2014/chart" uri="{C3380CC4-5D6E-409C-BE32-E72D297353CC}">
                <c16:uniqueId val="{00000013-2ABF-4C7A-974E-9A3A87970076}"/>
              </c:ext>
            </c:extLst>
          </c:dPt>
          <c:dPt>
            <c:idx val="10"/>
            <c:invertIfNegative val="1"/>
            <c:bubble3D val="0"/>
            <c:spPr>
              <a:solidFill>
                <a:srgbClr val="F5A623"/>
              </a:solidFill>
            </c:spPr>
            <c:extLst>
              <c:ext xmlns:c16="http://schemas.microsoft.com/office/drawing/2014/chart" uri="{C3380CC4-5D6E-409C-BE32-E72D297353CC}">
                <c16:uniqueId val="{00000015-2ABF-4C7A-974E-9A3A87970076}"/>
              </c:ext>
            </c:extLst>
          </c:dPt>
          <c:dLbls>
            <c:numFmt formatCode="0.0" sourceLinked="0"/>
            <c:spPr>
              <a:noFill/>
              <a:ln>
                <a:noFill/>
              </a:ln>
              <a:effectLst/>
            </c:spPr>
            <c:txPr>
              <a:bodyPr/>
              <a:lstStyle/>
              <a:p>
                <a:pPr>
                  <a:defRPr sz="80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02/09</c:v>
                </c:pt>
                <c:pt idx="1">
                  <c:v>07/09</c:v>
                </c:pt>
                <c:pt idx="2">
                  <c:v>08/09</c:v>
                </c:pt>
                <c:pt idx="3">
                  <c:v>11/09</c:v>
                </c:pt>
                <c:pt idx="4">
                  <c:v>16/09</c:v>
                </c:pt>
                <c:pt idx="5">
                  <c:v>17/09</c:v>
                </c:pt>
                <c:pt idx="6">
                  <c:v>18/09</c:v>
                </c:pt>
                <c:pt idx="7">
                  <c:v>20/09</c:v>
                </c:pt>
                <c:pt idx="8">
                  <c:v>22/09</c:v>
                </c:pt>
                <c:pt idx="9">
                  <c:v>23/09</c:v>
                </c:pt>
                <c:pt idx="10">
                  <c:v>29/09</c:v>
                </c:pt>
              </c:strCache>
            </c:strRef>
          </c:cat>
          <c:val>
            <c:numRef>
              <c:f>Sheet1!$B$2:$B$12</c:f>
              <c:numCache>
                <c:formatCode>General</c:formatCode>
                <c:ptCount val="11"/>
                <c:pt idx="0">
                  <c:v>0.2</c:v>
                </c:pt>
                <c:pt idx="1">
                  <c:v>1.6</c:v>
                </c:pt>
                <c:pt idx="2">
                  <c:v>0.1</c:v>
                </c:pt>
                <c:pt idx="3">
                  <c:v>1.5</c:v>
                </c:pt>
                <c:pt idx="4">
                  <c:v>1</c:v>
                </c:pt>
                <c:pt idx="5">
                  <c:v>0.2</c:v>
                </c:pt>
                <c:pt idx="6">
                  <c:v>26.6</c:v>
                </c:pt>
                <c:pt idx="7">
                  <c:v>2.1</c:v>
                </c:pt>
                <c:pt idx="8">
                  <c:v>2.7</c:v>
                </c:pt>
                <c:pt idx="9">
                  <c:v>0.7</c:v>
                </c:pt>
                <c:pt idx="10">
                  <c:v>70</c:v>
                </c:pt>
              </c:numCache>
            </c:numRef>
          </c:val>
          <c:extLst>
            <c:ext xmlns:c16="http://schemas.microsoft.com/office/drawing/2014/chart" uri="{C3380CC4-5D6E-409C-BE32-E72D297353CC}">
              <c16:uniqueId val="{00000016-2ABF-4C7A-974E-9A3A87970076}"/>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b"/>
        <c:title>
          <c:tx>
            <c:rich>
              <a:bodyPr/>
              <a:lstStyle/>
              <a:p>
                <a:pPr>
                  <a:defRPr/>
                </a:pPr>
                <a:r>
                  <a:rPr lang="es-CO" dirty="0" err="1"/>
                  <a:t>Dias</a:t>
                </a:r>
                <a:endParaRPr lang="es-CO" dirty="0"/>
              </a:p>
            </c:rich>
          </c:tx>
          <c:overlay val="0"/>
        </c:title>
        <c:numFmt formatCode="General" sourceLinked="0"/>
        <c:majorTickMark val="out"/>
        <c:minorTickMark val="none"/>
        <c:tickLblPos val="nextTo"/>
        <c:spPr>
          <a:ln>
            <a:solidFill>
              <a:srgbClr val="C8CDD2"/>
            </a:solidFill>
          </a:ln>
        </c:spPr>
        <c:txPr>
          <a:bodyPr/>
          <a:lstStyle/>
          <a:p>
            <a:pPr>
              <a:defRPr sz="80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80"/>
          <c:min val="0"/>
        </c:scaling>
        <c:delete val="0"/>
        <c:axPos val="l"/>
        <c:title>
          <c:tx>
            <c:rich>
              <a:bodyPr rot="0" vert="horz"/>
              <a:lstStyle/>
              <a:p>
                <a:pPr>
                  <a:defRPr/>
                </a:pPr>
                <a:r>
                  <a:rPr lang="es-CO" dirty="0"/>
                  <a:t>Horas</a:t>
                </a:r>
              </a:p>
            </c:rich>
          </c:tx>
          <c:overlay val="0"/>
        </c:title>
        <c:numFmt formatCode="0.0" sourceLinked="0"/>
        <c:majorTickMark val="out"/>
        <c:minorTickMark val="none"/>
        <c:tickLblPos val="nextTo"/>
        <c:spPr>
          <a:ln>
            <a:noFill/>
          </a:ln>
        </c:spPr>
        <c:txPr>
          <a:bodyPr/>
          <a:lstStyle/>
          <a:p>
            <a:pPr>
              <a:defRPr sz="750">
                <a:solidFill>
                  <a:srgbClr val="808080"/>
                </a:solidFill>
                <a:latin typeface="Calibri"/>
              </a:defRPr>
            </a:pPr>
            <a:endParaRPr lang="es-CO"/>
          </a:p>
        </c:txPr>
        <c:crossAx val="-2068027336"/>
        <c:crosses val="autoZero"/>
        <c:crossBetween val="between"/>
        <c:majorUnit val="20"/>
      </c:valAx>
    </c:plotArea>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1"/>
        <c:ser>
          <c:idx val="0"/>
          <c:order val="0"/>
          <c:tx>
            <c:strRef>
              <c:f>Sheet1!$B$1</c:f>
              <c:strCache>
                <c:ptCount val="1"/>
                <c:pt idx="0">
                  <c:v>Horas</c:v>
                </c:pt>
              </c:strCache>
            </c:strRef>
          </c:tx>
          <c:spPr>
            <a:solidFill>
              <a:srgbClr val="F5A623"/>
            </a:solidFill>
          </c:spPr>
          <c:invertIfNegative val="0"/>
          <c:dPt>
            <c:idx val="0"/>
            <c:invertIfNegative val="1"/>
            <c:bubble3D val="0"/>
            <c:spPr>
              <a:solidFill>
                <a:srgbClr val="A9B4C4"/>
              </a:solidFill>
            </c:spPr>
            <c:extLst>
              <c:ext xmlns:c16="http://schemas.microsoft.com/office/drawing/2014/chart" uri="{C3380CC4-5D6E-409C-BE32-E72D297353CC}">
                <c16:uniqueId val="{00000001-0095-44FE-B144-F0234144492E}"/>
              </c:ext>
            </c:extLst>
          </c:dPt>
          <c:dPt>
            <c:idx val="1"/>
            <c:invertIfNegative val="1"/>
            <c:bubble3D val="0"/>
            <c:spPr>
              <a:solidFill>
                <a:srgbClr val="E58A8F"/>
              </a:solidFill>
            </c:spPr>
            <c:extLst>
              <c:ext xmlns:c16="http://schemas.microsoft.com/office/drawing/2014/chart" uri="{C3380CC4-5D6E-409C-BE32-E72D297353CC}">
                <c16:uniqueId val="{00000003-0095-44FE-B144-F0234144492E}"/>
              </c:ext>
            </c:extLst>
          </c:dPt>
          <c:dPt>
            <c:idx val="2"/>
            <c:invertIfNegative val="1"/>
            <c:bubble3D val="0"/>
            <c:spPr>
              <a:solidFill>
                <a:srgbClr val="C0392B"/>
              </a:solidFill>
            </c:spPr>
            <c:extLst>
              <c:ext xmlns:c16="http://schemas.microsoft.com/office/drawing/2014/chart" uri="{C3380CC4-5D6E-409C-BE32-E72D297353CC}">
                <c16:uniqueId val="{00000005-0095-44FE-B144-F0234144492E}"/>
              </c:ext>
            </c:extLst>
          </c:dPt>
          <c:dPt>
            <c:idx val="3"/>
            <c:invertIfNegative val="1"/>
            <c:bubble3D val="0"/>
            <c:spPr>
              <a:solidFill>
                <a:srgbClr val="E63946"/>
              </a:solidFill>
            </c:spPr>
            <c:extLst>
              <c:ext xmlns:c16="http://schemas.microsoft.com/office/drawing/2014/chart" uri="{C3380CC4-5D6E-409C-BE32-E72D297353CC}">
                <c16:uniqueId val="{00000007-0095-44FE-B144-F0234144492E}"/>
              </c:ext>
            </c:extLst>
          </c:dPt>
          <c:dPt>
            <c:idx val="4"/>
            <c:invertIfNegative val="1"/>
            <c:bubble3D val="0"/>
            <c:extLst>
              <c:ext xmlns:c16="http://schemas.microsoft.com/office/drawing/2014/chart" uri="{C3380CC4-5D6E-409C-BE32-E72D297353CC}">
                <c16:uniqueId val="{00000009-0095-44FE-B144-F0234144492E}"/>
              </c:ext>
            </c:extLst>
          </c:dPt>
          <c:dLbls>
            <c:numFmt formatCode="0.00" sourceLinked="0"/>
            <c:spPr>
              <a:noFill/>
              <a:ln>
                <a:noFill/>
              </a:ln>
              <a:effectLst/>
            </c:spPr>
            <c:txPr>
              <a:bodyPr/>
              <a:lstStyle/>
              <a:p>
                <a:pPr>
                  <a:defRPr sz="85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Sin energía antes del corte</c:v>
                </c:pt>
                <c:pt idx="1">
                  <c:v>Demora al volver a la red</c:v>
                </c:pt>
                <c:pt idx="2">
                  <c:v>Falla durante el corte</c:v>
                </c:pt>
                <c:pt idx="3">
                  <c:v>Falla al pasar a OFF-GRID</c:v>
                </c:pt>
                <c:pt idx="4">
                  <c:v>Batería sin carga (SOC ≤ 21%)</c:v>
                </c:pt>
              </c:strCache>
            </c:strRef>
          </c:cat>
          <c:val>
            <c:numRef>
              <c:f>Sheet1!$B$2:$B$6</c:f>
              <c:numCache>
                <c:formatCode>General</c:formatCode>
                <c:ptCount val="5"/>
                <c:pt idx="0">
                  <c:v>0.04</c:v>
                </c:pt>
                <c:pt idx="1">
                  <c:v>0.32</c:v>
                </c:pt>
                <c:pt idx="2">
                  <c:v>0.27</c:v>
                </c:pt>
                <c:pt idx="3">
                  <c:v>0.45</c:v>
                </c:pt>
                <c:pt idx="4">
                  <c:v>4.46</c:v>
                </c:pt>
              </c:numCache>
            </c:numRef>
          </c:val>
          <c:extLst>
            <c:ext xmlns:c16="http://schemas.microsoft.com/office/drawing/2014/chart" uri="{C3380CC4-5D6E-409C-BE32-E72D297353CC}">
              <c16:uniqueId val="{0000000A-0095-44FE-B144-F0234144492E}"/>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8CDD2"/>
            </a:solidFill>
          </a:ln>
        </c:spPr>
        <c:txPr>
          <a:bodyPr/>
          <a:lstStyle/>
          <a:p>
            <a:pPr>
              <a:defRPr sz="85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in val="0"/>
        </c:scaling>
        <c:delete val="0"/>
        <c:axPos val="b"/>
        <c:title>
          <c:tx>
            <c:rich>
              <a:bodyPr/>
              <a:lstStyle/>
              <a:p>
                <a:pPr>
                  <a:defRPr/>
                </a:pPr>
                <a:r>
                  <a:rPr lang="es-CO" dirty="0"/>
                  <a:t>Horas</a:t>
                </a:r>
              </a:p>
            </c:rich>
          </c:tx>
          <c:overlay val="0"/>
        </c:title>
        <c:numFmt formatCode="0.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12</c:v>
                </c:pt>
              </c:strCache>
            </c:strRef>
          </c:tx>
          <c:spPr>
            <a:ln w="38100">
              <a:solidFill>
                <a:srgbClr val="CA6F1E"/>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38</c:v>
                </c:pt>
                <c:pt idx="1">
                  <c:v>32</c:v>
                </c:pt>
                <c:pt idx="2">
                  <c:v>27</c:v>
                </c:pt>
                <c:pt idx="3">
                  <c:v>23</c:v>
                </c:pt>
                <c:pt idx="4">
                  <c:v>21</c:v>
                </c:pt>
                <c:pt idx="5">
                  <c:v>20</c:v>
                </c:pt>
                <c:pt idx="6">
                  <c:v>19</c:v>
                </c:pt>
                <c:pt idx="7">
                  <c:v>20</c:v>
                </c:pt>
                <c:pt idx="8">
                  <c:v>24</c:v>
                </c:pt>
                <c:pt idx="9">
                  <c:v>32</c:v>
                </c:pt>
                <c:pt idx="10">
                  <c:v>45</c:v>
                </c:pt>
                <c:pt idx="11">
                  <c:v>63</c:v>
                </c:pt>
                <c:pt idx="12">
                  <c:v>77</c:v>
                </c:pt>
                <c:pt idx="13">
                  <c:v>84</c:v>
                </c:pt>
                <c:pt idx="14">
                  <c:v>92</c:v>
                </c:pt>
                <c:pt idx="15">
                  <c:v>94</c:v>
                </c:pt>
                <c:pt idx="16">
                  <c:v>92</c:v>
                </c:pt>
                <c:pt idx="17">
                  <c:v>88</c:v>
                </c:pt>
                <c:pt idx="18">
                  <c:v>82</c:v>
                </c:pt>
                <c:pt idx="19">
                  <c:v>76</c:v>
                </c:pt>
                <c:pt idx="20">
                  <c:v>69</c:v>
                </c:pt>
                <c:pt idx="21">
                  <c:v>61</c:v>
                </c:pt>
                <c:pt idx="22">
                  <c:v>53</c:v>
                </c:pt>
                <c:pt idx="23">
                  <c:v>45</c:v>
                </c:pt>
              </c:numCache>
            </c:numRef>
          </c:val>
          <c:smooth val="0"/>
          <c:extLst>
            <c:ext xmlns:c16="http://schemas.microsoft.com/office/drawing/2014/chart" uri="{C3380CC4-5D6E-409C-BE32-E72D297353CC}">
              <c16:uniqueId val="{00000000-F2E0-4F63-8BCB-A39883D79E04}"/>
            </c:ext>
          </c:extLst>
        </c:ser>
        <c:ser>
          <c:idx val="1"/>
          <c:order val="1"/>
          <c:tx>
            <c:strRef>
              <c:f>Sheet1!$C$1</c:f>
              <c:strCache>
                <c:ptCount val="1"/>
                <c:pt idx="0">
                  <c:v>Promedio 38 casas</c:v>
                </c:pt>
              </c:strCache>
            </c:strRef>
          </c:tx>
          <c:spPr>
            <a:ln w="25400">
              <a:solidFill>
                <a:srgbClr val="2B5BA3"/>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34</c:v>
                </c:pt>
                <c:pt idx="1">
                  <c:v>30</c:v>
                </c:pt>
                <c:pt idx="2">
                  <c:v>28</c:v>
                </c:pt>
                <c:pt idx="3">
                  <c:v>26</c:v>
                </c:pt>
                <c:pt idx="4">
                  <c:v>24</c:v>
                </c:pt>
                <c:pt idx="5">
                  <c:v>23</c:v>
                </c:pt>
                <c:pt idx="6">
                  <c:v>22</c:v>
                </c:pt>
                <c:pt idx="7">
                  <c:v>23</c:v>
                </c:pt>
                <c:pt idx="8">
                  <c:v>28</c:v>
                </c:pt>
                <c:pt idx="9">
                  <c:v>39</c:v>
                </c:pt>
                <c:pt idx="10">
                  <c:v>53</c:v>
                </c:pt>
                <c:pt idx="11">
                  <c:v>68</c:v>
                </c:pt>
                <c:pt idx="12">
                  <c:v>79</c:v>
                </c:pt>
                <c:pt idx="13">
                  <c:v>85</c:v>
                </c:pt>
                <c:pt idx="14">
                  <c:v>88</c:v>
                </c:pt>
                <c:pt idx="15">
                  <c:v>89</c:v>
                </c:pt>
                <c:pt idx="16">
                  <c:v>87</c:v>
                </c:pt>
                <c:pt idx="17">
                  <c:v>83</c:v>
                </c:pt>
                <c:pt idx="18">
                  <c:v>76</c:v>
                </c:pt>
                <c:pt idx="19">
                  <c:v>69</c:v>
                </c:pt>
                <c:pt idx="20">
                  <c:v>61</c:v>
                </c:pt>
                <c:pt idx="21">
                  <c:v>53</c:v>
                </c:pt>
                <c:pt idx="22">
                  <c:v>46</c:v>
                </c:pt>
                <c:pt idx="23">
                  <c:v>39</c:v>
                </c:pt>
              </c:numCache>
            </c:numRef>
          </c:val>
          <c:smooth val="0"/>
          <c:extLst>
            <c:ext xmlns:c16="http://schemas.microsoft.com/office/drawing/2014/chart" uri="{C3380CC4-5D6E-409C-BE32-E72D297353CC}">
              <c16:uniqueId val="{00000001-F2E0-4F63-8BCB-A39883D79E04}"/>
            </c:ext>
          </c:extLst>
        </c:ser>
        <c:ser>
          <c:idx val="2"/>
          <c:order val="2"/>
          <c:tx>
            <c:strRef>
              <c:f>Sheet1!$D$1</c:f>
              <c:strCache>
                <c:ptCount val="1"/>
                <c:pt idx="0">
                  <c:v>Piso ≈ 15 - 20%</c:v>
                </c:pt>
              </c:strCache>
            </c:strRef>
          </c:tx>
          <c:spPr>
            <a:ln w="15240">
              <a:solidFill>
                <a:srgbClr val="E63946"/>
              </a:solidFill>
              <a:prstDash val="dash"/>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Sheet1!$D$2:$D$25</c:f>
              <c:numCache>
                <c:formatCode>General</c:formatCode>
                <c:ptCount val="24"/>
                <c:pt idx="0">
                  <c:v>18</c:v>
                </c:pt>
                <c:pt idx="1">
                  <c:v>18</c:v>
                </c:pt>
                <c:pt idx="2">
                  <c:v>18</c:v>
                </c:pt>
                <c:pt idx="3">
                  <c:v>18</c:v>
                </c:pt>
                <c:pt idx="4">
                  <c:v>18</c:v>
                </c:pt>
                <c:pt idx="5">
                  <c:v>18</c:v>
                </c:pt>
                <c:pt idx="6">
                  <c:v>18</c:v>
                </c:pt>
                <c:pt idx="7">
                  <c:v>18</c:v>
                </c:pt>
                <c:pt idx="8">
                  <c:v>18</c:v>
                </c:pt>
                <c:pt idx="9">
                  <c:v>18</c:v>
                </c:pt>
                <c:pt idx="10">
                  <c:v>18</c:v>
                </c:pt>
                <c:pt idx="11">
                  <c:v>18</c:v>
                </c:pt>
                <c:pt idx="12">
                  <c:v>18</c:v>
                </c:pt>
                <c:pt idx="13">
                  <c:v>18</c:v>
                </c:pt>
                <c:pt idx="14">
                  <c:v>18</c:v>
                </c:pt>
                <c:pt idx="15">
                  <c:v>18</c:v>
                </c:pt>
                <c:pt idx="16">
                  <c:v>18</c:v>
                </c:pt>
                <c:pt idx="17">
                  <c:v>18</c:v>
                </c:pt>
                <c:pt idx="18">
                  <c:v>18</c:v>
                </c:pt>
                <c:pt idx="19">
                  <c:v>18</c:v>
                </c:pt>
                <c:pt idx="20">
                  <c:v>18</c:v>
                </c:pt>
                <c:pt idx="21">
                  <c:v>18</c:v>
                </c:pt>
                <c:pt idx="22">
                  <c:v>18</c:v>
                </c:pt>
                <c:pt idx="23">
                  <c:v>18</c:v>
                </c:pt>
              </c:numCache>
            </c:numRef>
          </c:val>
          <c:smooth val="0"/>
          <c:extLst>
            <c:ext xmlns:c16="http://schemas.microsoft.com/office/drawing/2014/chart" uri="{C3380CC4-5D6E-409C-BE32-E72D297353CC}">
              <c16:uniqueId val="{00000002-F2E0-4F63-8BCB-A39883D79E04}"/>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solidFill>
                  <a:srgbClr val="404040"/>
                </a:solidFill>
                <a:latin typeface="Calibri"/>
              </a:defRPr>
            </a:pPr>
            <a:endParaRPr lang="es-CO"/>
          </a:p>
        </c:txPr>
        <c:crossAx val="2140495176"/>
        <c:crosses val="autoZero"/>
        <c:auto val="1"/>
        <c:lblAlgn val="ctr"/>
        <c:lblOffset val="100"/>
        <c:noMultiLvlLbl val="0"/>
      </c:catAx>
      <c:valAx>
        <c:axId val="2140495176"/>
        <c:scaling>
          <c:orientation val="minMax"/>
          <c:max val="1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118791784"/>
        <c:crosses val="autoZero"/>
        <c:crossBetween val="between"/>
        <c:majorUnit val="20"/>
      </c:valAx>
    </c:plotArea>
    <c:legend>
      <c:legendPos val="b"/>
      <c:overlay val="0"/>
      <c:txPr>
        <a:bodyPr/>
        <a:lstStyle/>
        <a:p>
          <a:pPr>
            <a:defRPr sz="800">
              <a:latin typeface="Calibri"/>
            </a:defRPr>
          </a:pPr>
          <a:endParaRPr lang="es-CO"/>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12</c:v>
                </c:pt>
              </c:strCache>
            </c:strRef>
          </c:tx>
          <c:spPr>
            <a:ln w="38100">
              <a:solidFill>
                <a:srgbClr val="CA6F1E"/>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3.1</c:v>
                </c:pt>
                <c:pt idx="1">
                  <c:v>2.9</c:v>
                </c:pt>
                <c:pt idx="2">
                  <c:v>2.5</c:v>
                </c:pt>
                <c:pt idx="3">
                  <c:v>2.2999999999999998</c:v>
                </c:pt>
                <c:pt idx="4">
                  <c:v>2.2000000000000002</c:v>
                </c:pt>
                <c:pt idx="5">
                  <c:v>2.1</c:v>
                </c:pt>
                <c:pt idx="6">
                  <c:v>1.8</c:v>
                </c:pt>
                <c:pt idx="7">
                  <c:v>1.6</c:v>
                </c:pt>
                <c:pt idx="8">
                  <c:v>1.2</c:v>
                </c:pt>
                <c:pt idx="9">
                  <c:v>1.1000000000000001</c:v>
                </c:pt>
                <c:pt idx="10">
                  <c:v>1.2</c:v>
                </c:pt>
                <c:pt idx="11">
                  <c:v>1</c:v>
                </c:pt>
                <c:pt idx="12">
                  <c:v>1.1000000000000001</c:v>
                </c:pt>
                <c:pt idx="13">
                  <c:v>1.2</c:v>
                </c:pt>
                <c:pt idx="14">
                  <c:v>1.5</c:v>
                </c:pt>
                <c:pt idx="15">
                  <c:v>1.8</c:v>
                </c:pt>
                <c:pt idx="16">
                  <c:v>2</c:v>
                </c:pt>
                <c:pt idx="17">
                  <c:v>2.2000000000000002</c:v>
                </c:pt>
                <c:pt idx="18">
                  <c:v>2.1</c:v>
                </c:pt>
                <c:pt idx="19">
                  <c:v>2</c:v>
                </c:pt>
                <c:pt idx="20">
                  <c:v>2.5</c:v>
                </c:pt>
                <c:pt idx="21">
                  <c:v>3</c:v>
                </c:pt>
                <c:pt idx="22">
                  <c:v>2.9</c:v>
                </c:pt>
                <c:pt idx="23">
                  <c:v>3.2</c:v>
                </c:pt>
              </c:numCache>
            </c:numRef>
          </c:val>
          <c:smooth val="0"/>
          <c:extLst>
            <c:ext xmlns:c16="http://schemas.microsoft.com/office/drawing/2014/chart" uri="{C3380CC4-5D6E-409C-BE32-E72D297353CC}">
              <c16:uniqueId val="{00000000-8941-466B-A591-275A46F6C22D}"/>
            </c:ext>
          </c:extLst>
        </c:ser>
        <c:ser>
          <c:idx val="1"/>
          <c:order val="1"/>
          <c:tx>
            <c:strRef>
              <c:f>Sheet1!$C$1</c:f>
              <c:strCache>
                <c:ptCount val="1"/>
                <c:pt idx="0">
                  <c:v>Mediana de 33 casas</c:v>
                </c:pt>
              </c:strCache>
            </c:strRef>
          </c:tx>
          <c:spPr>
            <a:ln w="25400">
              <a:solidFill>
                <a:srgbClr val="2B5BA3"/>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0.9</c:v>
                </c:pt>
                <c:pt idx="1">
                  <c:v>0.8</c:v>
                </c:pt>
                <c:pt idx="2">
                  <c:v>0.7</c:v>
                </c:pt>
                <c:pt idx="3">
                  <c:v>0.7</c:v>
                </c:pt>
                <c:pt idx="4">
                  <c:v>0.7</c:v>
                </c:pt>
                <c:pt idx="5">
                  <c:v>0.6</c:v>
                </c:pt>
                <c:pt idx="6">
                  <c:v>0.6</c:v>
                </c:pt>
                <c:pt idx="7">
                  <c:v>0.5</c:v>
                </c:pt>
                <c:pt idx="8">
                  <c:v>0.5</c:v>
                </c:pt>
                <c:pt idx="9">
                  <c:v>0.5</c:v>
                </c:pt>
                <c:pt idx="10">
                  <c:v>0.5</c:v>
                </c:pt>
                <c:pt idx="11">
                  <c:v>0.5</c:v>
                </c:pt>
                <c:pt idx="12">
                  <c:v>0.5</c:v>
                </c:pt>
                <c:pt idx="13">
                  <c:v>0.6</c:v>
                </c:pt>
                <c:pt idx="14">
                  <c:v>0.7</c:v>
                </c:pt>
                <c:pt idx="15">
                  <c:v>0.7</c:v>
                </c:pt>
                <c:pt idx="16">
                  <c:v>0.8</c:v>
                </c:pt>
                <c:pt idx="17">
                  <c:v>0.8</c:v>
                </c:pt>
                <c:pt idx="18">
                  <c:v>0.7</c:v>
                </c:pt>
                <c:pt idx="19">
                  <c:v>0.8</c:v>
                </c:pt>
                <c:pt idx="20">
                  <c:v>1</c:v>
                </c:pt>
                <c:pt idx="21">
                  <c:v>1.2</c:v>
                </c:pt>
                <c:pt idx="22">
                  <c:v>1.1000000000000001</c:v>
                </c:pt>
                <c:pt idx="23">
                  <c:v>1</c:v>
                </c:pt>
              </c:numCache>
            </c:numRef>
          </c:val>
          <c:smooth val="0"/>
          <c:extLst>
            <c:ext xmlns:c16="http://schemas.microsoft.com/office/drawing/2014/chart" uri="{C3380CC4-5D6E-409C-BE32-E72D297353CC}">
              <c16:uniqueId val="{00000001-8941-466B-A591-275A46F6C22D}"/>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solidFill>
                  <a:srgbClr val="404040"/>
                </a:solidFill>
                <a:latin typeface="Calibri"/>
              </a:defRPr>
            </a:pPr>
            <a:endParaRPr lang="es-CO"/>
          </a:p>
        </c:txPr>
        <c:crossAx val="2140495176"/>
        <c:crosses val="autoZero"/>
        <c:auto val="1"/>
        <c:lblAlgn val="ctr"/>
        <c:lblOffset val="100"/>
        <c:noMultiLvlLbl val="0"/>
      </c:catAx>
      <c:valAx>
        <c:axId val="2140495176"/>
        <c:scaling>
          <c:orientation val="minMax"/>
          <c:max val="4"/>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118791784"/>
        <c:crosses val="autoZero"/>
        <c:crossBetween val="between"/>
        <c:majorUnit val="1"/>
      </c:valAx>
    </c:plotArea>
    <c:legend>
      <c:legendPos val="b"/>
      <c:overlay val="0"/>
      <c:txPr>
        <a:bodyPr/>
        <a:lstStyle/>
        <a:p>
          <a:pPr>
            <a:defRPr sz="800">
              <a:latin typeface="Calibri"/>
            </a:defRPr>
          </a:pPr>
          <a:endParaRPr lang="es-CO"/>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Generación real</c:v>
                </c:pt>
              </c:strCache>
            </c:strRef>
          </c:tx>
          <c:spPr>
            <a:solidFill>
              <a:srgbClr val="2B5BA3"/>
            </a:solidFill>
          </c:spP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561.4</c:v>
                </c:pt>
                <c:pt idx="1">
                  <c:v>606.8</c:v>
                </c:pt>
                <c:pt idx="2">
                  <c:v>589.6</c:v>
                </c:pt>
                <c:pt idx="3">
                  <c:v>627.8</c:v>
                </c:pt>
                <c:pt idx="4">
                  <c:v>640.4</c:v>
                </c:pt>
                <c:pt idx="5">
                  <c:v>608.6</c:v>
                </c:pt>
                <c:pt idx="6">
                  <c:v>581.8</c:v>
                </c:pt>
                <c:pt idx="7">
                  <c:v>582.6</c:v>
                </c:pt>
                <c:pt idx="8">
                  <c:v>657.5</c:v>
                </c:pt>
                <c:pt idx="9">
                  <c:v>589.0</c:v>
                </c:pt>
                <c:pt idx="10">
                  <c:v>504.6</c:v>
                </c:pt>
                <c:pt idx="11">
                  <c:v>661.9</c:v>
                </c:pt>
                <c:pt idx="12">
                  <c:v>618.2</c:v>
                </c:pt>
                <c:pt idx="13">
                  <c:v>600.7</c:v>
                </c:pt>
                <c:pt idx="14">
                  <c:v>582.4</c:v>
                </c:pt>
                <c:pt idx="15">
                  <c:v>560.5</c:v>
                </c:pt>
                <c:pt idx="16">
                  <c:v>587.7</c:v>
                </c:pt>
                <c:pt idx="17">
                  <c:v>652.7</c:v>
                </c:pt>
                <c:pt idx="18">
                  <c:v>618.9</c:v>
                </c:pt>
                <c:pt idx="19">
                  <c:v>693.0</c:v>
                </c:pt>
                <c:pt idx="20">
                  <c:v>580.0</c:v>
                </c:pt>
                <c:pt idx="21">
                  <c:v>579.3</c:v>
                </c:pt>
                <c:pt idx="22">
                  <c:v>621.7</c:v>
                </c:pt>
                <c:pt idx="23">
                  <c:v>596.3</c:v>
                </c:pt>
                <c:pt idx="24">
                  <c:v>550.8</c:v>
                </c:pt>
                <c:pt idx="25">
                  <c:v>408.9</c:v>
                </c:pt>
                <c:pt idx="26">
                  <c:v>517.7</c:v>
                </c:pt>
                <c:pt idx="27">
                  <c:v>518.4</c:v>
                </c:pt>
                <c:pt idx="28">
                  <c:v>591.4</c:v>
                </c:pt>
                <c:pt idx="29">
                  <c:v>519.8</c:v>
                </c:pt>
              </c:numCache>
            </c:numRef>
          </c:val>
        </c:ser>
        <c:ser>
          <c:idx val="1"/>
          <c:order val="1"/>
          <c:tx>
            <c:strRef>
              <c:f>Sheet1!$C$1</c:f>
              <c:strCache>
                <c:ptCount val="1"/>
                <c:pt idx="0">
                  <c:v>Curtailment</c:v>
                </c:pt>
              </c:strCache>
            </c:strRef>
          </c:tx>
          <c:spPr>
            <a:solidFill>
              <a:srgbClr val="F5A623"/>
            </a:solidFill>
          </c:spP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Sheet1!$C$2:$C$31</c:f>
              <c:numCache>
                <c:formatCode>General</c:formatCode>
                <c:ptCount val="30"/>
                <c:pt idx="0">
                  <c:v>124.7</c:v>
                </c:pt>
                <c:pt idx="1">
                  <c:v>152.4</c:v>
                </c:pt>
                <c:pt idx="2">
                  <c:v>96.0</c:v>
                </c:pt>
                <c:pt idx="3">
                  <c:v>215.9</c:v>
                </c:pt>
                <c:pt idx="4">
                  <c:v>233.1</c:v>
                </c:pt>
                <c:pt idx="5">
                  <c:v>202.7</c:v>
                </c:pt>
                <c:pt idx="6">
                  <c:v>113.2</c:v>
                </c:pt>
                <c:pt idx="7">
                  <c:v>146.0</c:v>
                </c:pt>
                <c:pt idx="8">
                  <c:v>240.4</c:v>
                </c:pt>
                <c:pt idx="9">
                  <c:v>139.0</c:v>
                </c:pt>
                <c:pt idx="10">
                  <c:v>24.5</c:v>
                </c:pt>
                <c:pt idx="11">
                  <c:v>84.4</c:v>
                </c:pt>
                <c:pt idx="12">
                  <c:v>46.3</c:v>
                </c:pt>
                <c:pt idx="13">
                  <c:v>80.7</c:v>
                </c:pt>
                <c:pt idx="14">
                  <c:v>131.1</c:v>
                </c:pt>
                <c:pt idx="15">
                  <c:v>93.3</c:v>
                </c:pt>
                <c:pt idx="16">
                  <c:v>231.6</c:v>
                </c:pt>
                <c:pt idx="17">
                  <c:v>182.7</c:v>
                </c:pt>
                <c:pt idx="18">
                  <c:v>38.5</c:v>
                </c:pt>
                <c:pt idx="19">
                  <c:v>80.7</c:v>
                </c:pt>
                <c:pt idx="20">
                  <c:v>85.0</c:v>
                </c:pt>
                <c:pt idx="21">
                  <c:v>87.4</c:v>
                </c:pt>
                <c:pt idx="22">
                  <c:v>146.9</c:v>
                </c:pt>
                <c:pt idx="23">
                  <c:v>114.3</c:v>
                </c:pt>
                <c:pt idx="24">
                  <c:v>78.6</c:v>
                </c:pt>
                <c:pt idx="25">
                  <c:v>9.8</c:v>
                </c:pt>
                <c:pt idx="26">
                  <c:v>41.6</c:v>
                </c:pt>
                <c:pt idx="27">
                  <c:v>48.1</c:v>
                </c:pt>
                <c:pt idx="28">
                  <c:v>194.5</c:v>
                </c:pt>
                <c:pt idx="29">
                  <c:v>43.9</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a:solidFill>
              <a:srgbClr val="C8CDD2"/>
            </a:solidFill>
          </a:ln>
        </c:spPr>
        <c:txPr>
          <a:bodyPr/>
          <a:lstStyle/>
          <a:p>
            <a:pPr>
              <a:defRPr sz="700">
                <a:solidFill>
                  <a:srgbClr val="404040"/>
                </a:solidFill>
                <a:latin typeface="Calibri"/>
              </a:defRPr>
            </a:pPr>
          </a:p>
        </c:txPr>
        <c:crossAx val="-2113994440"/>
        <c:crosses val="autoZero"/>
        <c:auto val="1"/>
        <c:lblAlgn val="ctr"/>
        <c:lblOffset val="100"/>
        <c:noMultiLvlLbl val="0"/>
      </c:catAx>
      <c:valAx>
        <c:axId val="-2113994440"/>
        <c:scaling>
          <c:max val="1000.0"/>
          <c:min val="0.0"/>
        </c:scaling>
        <c:delete val="0"/>
        <c:axPos val="l"/>
        <c:majorGridlines>
          <c:spPr>
            <a:ln w="6350">
              <a:solidFill>
                <a:srgbClr val="E5E8EB"/>
              </a:solidFill>
            </a:ln>
          </c:spPr>
        </c:majorGridlines>
        <c:numFmt formatCode="#,##0" sourceLinked="0"/>
        <c:majorTickMark val="none"/>
        <c:minorTickMark val="none"/>
        <c:tickLblPos val="nextTo"/>
        <c:spPr>
          <a:ln>
            <a:noFill/>
          </a:ln>
        </c:spPr>
        <c:txPr>
          <a:bodyPr/>
          <a:lstStyle/>
          <a:p>
            <a:pPr>
              <a:defRPr sz="750">
                <a:solidFill>
                  <a:srgbClr val="808080"/>
                </a:solidFill>
                <a:latin typeface="Calibri"/>
              </a:defRPr>
            </a:pPr>
          </a:p>
        </c:txPr>
        <c:crossAx val="-2068027336"/>
        <c:crosses val="autoZero"/>
        <c:majorUnit val="200.0"/>
      </c:valAx>
    </c:plotArea>
    <c:legend>
      <c:legendPos val="b"/>
      <c:overlay val="0"/>
      <c:txPr>
        <a:bodyPr/>
        <a:lstStyle/>
        <a:p>
          <a:pPr>
            <a:defRPr sz="800">
              <a:solidFill>
                <a:srgbClr val="404040"/>
              </a:solidFill>
              <a:latin typeface="Calibri"/>
            </a:defRPr>
          </a:pPr>
        </a:p>
      </c:txPr>
    </c:legend>
    <c:dispBlanksAs val="gap"/>
  </c:chart>
  <c:spPr>
    <a:noFill/>
    <a:ln>
      <a:noFill/>
    </a:ln>
  </c:spPr>
  <c:txPr>
    <a:bodyPr/>
    <a:lstStyle/>
    <a:p>
      <a:pPr>
        <a:defRPr sz="800">
          <a:solidFill>
            <a:srgbClr val="404040"/>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Curtailment (kWh)</c:v>
                </c:pt>
              </c:strCache>
            </c:strRef>
          </c:tx>
          <c:dPt>
            <c:idx val="0"/>
            <c:spPr>
              <a:solidFill>
                <a:srgbClr val="F5A623"/>
              </a:solidFill>
            </c:spPr>
          </c:dPt>
          <c:dPt>
            <c:idx val="1"/>
            <c:spPr>
              <a:solidFill>
                <a:srgbClr val="F5A623"/>
              </a:solidFill>
            </c:spPr>
          </c:dPt>
          <c:dPt>
            <c:idx val="2"/>
            <c:spPr>
              <a:solidFill>
                <a:srgbClr val="F5A623"/>
              </a:solidFill>
            </c:spPr>
          </c:dPt>
          <c:dPt>
            <c:idx val="3"/>
            <c:spPr>
              <a:solidFill>
                <a:srgbClr val="CA6F1E"/>
              </a:solidFill>
            </c:spPr>
          </c:dPt>
          <c:dPt>
            <c:idx val="4"/>
            <c:spPr>
              <a:solidFill>
                <a:srgbClr val="CA6F1E"/>
              </a:solidFill>
            </c:spPr>
          </c:dPt>
          <c:dPt>
            <c:idx val="5"/>
            <c:spPr>
              <a:solidFill>
                <a:srgbClr val="CA6F1E"/>
              </a:solidFill>
            </c:spPr>
          </c:dPt>
          <c:dPt>
            <c:idx val="6"/>
            <c:spPr>
              <a:solidFill>
                <a:srgbClr val="CA6F1E"/>
              </a:solidFill>
            </c:spPr>
          </c:dPt>
          <c:dPt>
            <c:idx val="7"/>
            <c:spPr>
              <a:solidFill>
                <a:srgbClr val="CA6F1E"/>
              </a:solidFill>
            </c:spPr>
          </c:dPt>
          <c:dPt>
            <c:idx val="8"/>
            <c:spPr>
              <a:solidFill>
                <a:srgbClr val="F5A623"/>
              </a:solidFill>
            </c:spPr>
          </c:dPt>
          <c:dPt>
            <c:idx val="9"/>
            <c:spPr>
              <a:solidFill>
                <a:srgbClr val="F5A623"/>
              </a:solidFill>
            </c:spPr>
          </c:dPt>
          <c:cat>
            <c:strRef>
              <c:f>Sheet1!$A$2:$A$11</c:f>
              <c:strCache>
                <c:ptCount val="10"/>
                <c:pt idx="0">
                  <c:v>8:00</c:v>
                </c:pt>
                <c:pt idx="1">
                  <c:v>9:00</c:v>
                </c:pt>
                <c:pt idx="2">
                  <c:v>10:00</c:v>
                </c:pt>
                <c:pt idx="3">
                  <c:v>11:00</c:v>
                </c:pt>
                <c:pt idx="4">
                  <c:v>12:00</c:v>
                </c:pt>
                <c:pt idx="5">
                  <c:v>13:00</c:v>
                </c:pt>
                <c:pt idx="6">
                  <c:v>14:00</c:v>
                </c:pt>
                <c:pt idx="7">
                  <c:v>15:00</c:v>
                </c:pt>
                <c:pt idx="8">
                  <c:v>16:00</c:v>
                </c:pt>
                <c:pt idx="9">
                  <c:v>17:00</c:v>
                </c:pt>
              </c:strCache>
            </c:strRef>
          </c:cat>
          <c:val>
            <c:numRef>
              <c:f>Sheet1!$B$2:$B$11</c:f>
              <c:numCache>
                <c:formatCode>General</c:formatCode>
                <c:ptCount val="10"/>
                <c:pt idx="0">
                  <c:v>1.9</c:v>
                </c:pt>
                <c:pt idx="1">
                  <c:v>7.7</c:v>
                </c:pt>
                <c:pt idx="2">
                  <c:v>58.2</c:v>
                </c:pt>
                <c:pt idx="3">
                  <c:v>383.9</c:v>
                </c:pt>
                <c:pt idx="4">
                  <c:v>778.7</c:v>
                </c:pt>
                <c:pt idx="5">
                  <c:v>875.8</c:v>
                </c:pt>
                <c:pt idx="6">
                  <c:v>753.5</c:v>
                </c:pt>
                <c:pt idx="7">
                  <c:v>469.8</c:v>
                </c:pt>
                <c:pt idx="8">
                  <c:v>132.1</c:v>
                </c:pt>
                <c:pt idx="9">
                  <c:v>7.4</c:v>
                </c:pt>
              </c:numCache>
            </c:numRef>
          </c:val>
        </c:ser>
        <c:dLbls>
          <c:numFmt formatCode="#,##0" sourceLinked="0"/>
          <c:txPr>
            <a:bodyPr/>
            <a:lstStyle/>
            <a:p>
              <a:pPr>
                <a:defRPr sz="750">
                  <a:solidFill>
                    <a:srgbClr val="404040"/>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1000.0"/>
          <c:min val="0.0"/>
        </c:scaling>
        <c:delete val="0"/>
        <c:axPos val="l"/>
        <c:majorGridlines>
          <c:spPr>
            <a:ln w="6350">
              <a:solidFill>
                <a:srgbClr val="E5E8EB"/>
              </a:solidFill>
            </a:ln>
          </c:spPr>
        </c:majorGridlines>
        <c:numFmt formatCode="#,##0" sourceLinked="0"/>
        <c:majorTickMark val="none"/>
        <c:minorTickMark val="none"/>
        <c:tickLblPos val="nextTo"/>
        <c:spPr>
          <a:ln>
            <a:noFill/>
          </a:ln>
        </c:spPr>
        <c:txPr>
          <a:bodyPr/>
          <a:lstStyle/>
          <a:p>
            <a:pPr>
              <a:defRPr sz="750">
                <a:solidFill>
                  <a:srgbClr val="808080"/>
                </a:solidFill>
                <a:latin typeface="Calibri"/>
              </a:defRPr>
            </a:pPr>
          </a:p>
        </c:txPr>
        <c:crossAx val="-2068027336"/>
        <c:crosses val="autoZero"/>
        <c:majorUnit val="200.0"/>
      </c:valAx>
    </c:plotArea>
    <c:dispBlanksAs val="gap"/>
  </c:chart>
  <c:spPr>
    <a:noFill/>
    <a:ln>
      <a:noFill/>
    </a:ln>
  </c:spPr>
  <c:txPr>
    <a:bodyPr/>
    <a:lstStyle/>
    <a:p>
      <a:pPr>
        <a:defRPr sz="800">
          <a:solidFill>
            <a:srgbClr val="404040"/>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Livoltek</c:v>
                </c:pt>
              </c:strCache>
            </c:strRef>
          </c:tx>
          <c:spPr>
            <a:ln w="47625">
              <a:noFill/>
            </a:ln>
          </c:spPr>
          <c:marker>
            <c:symbol val="circle"/>
            <c:size val="7"/>
            <c:spPr>
              <a:solidFill>
                <a:srgbClr val="2B5BA3"/>
              </a:solidFill>
              <a:ln>
                <a:solidFill>
                  <a:srgbClr val="FFFFFF"/>
                </a:solidFill>
              </a:ln>
            </c:spPr>
          </c:marker>
          <c:dLbls>
            <c:dLbl>
              <c:idx val="0"/>
              <c:tx>
                <c:rich>
                  <a:bodyPr/>
                  <a:lstStyle/>
                  <a:p>
                    <a:r>
                      <a:rPr sz="700">
                        <a:solidFill>
                          <a:srgbClr val="1A1A2E"/>
                        </a:solidFill>
                        <a:latin typeface="Calibri"/>
                      </a:rPr>
                      <a:t>24</a:t>
                    </a:r>
                  </a:p>
                </c:rich>
              </c:tx>
              <c:dLblPos val="r"/>
              <c:showLegendKey val="0"/>
              <c:showVal val="1"/>
              <c:showCatName val="0"/>
              <c:showSerName val="0"/>
              <c:showPercent val="0"/>
              <c:showBubbleSize val="0"/>
            </c:dLbl>
            <c:dLbl>
              <c:idx val="23"/>
              <c:tx>
                <c:rich>
                  <a:bodyPr/>
                  <a:lstStyle/>
                  <a:p>
                    <a:r>
                      <a:rPr sz="700">
                        <a:solidFill>
                          <a:srgbClr val="1A1A2E"/>
                        </a:solidFill>
                        <a:latin typeface="Calibri"/>
                      </a:rPr>
                      <a:t>12</a:t>
                    </a:r>
                  </a:p>
                </c:rich>
              </c:tx>
              <c:dLblPos val="r"/>
              <c:showLegendKey val="0"/>
              <c:showVal val="1"/>
              <c:showCatName val="0"/>
              <c:showSerName val="0"/>
              <c:showPercent val="0"/>
              <c:showBubbleSize val="0"/>
            </c:dLbl>
            <c:dLbl>
              <c:idx val="25"/>
              <c:tx>
                <c:rich>
                  <a:bodyPr/>
                  <a:lstStyle/>
                  <a:p>
                    <a:r>
                      <a:rPr sz="700">
                        <a:solidFill>
                          <a:srgbClr val="1A1A2E"/>
                        </a:solidFill>
                        <a:latin typeface="Calibri"/>
                      </a:rPr>
                      <a:t>104</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Sheet1!$A$2:$A$27</c:f>
              <c:numCache>
                <c:formatCode>General</c:formatCode>
                <c:ptCount val="26"/>
                <c:pt idx="0">
                  <c:v>0.5</c:v>
                </c:pt>
                <c:pt idx="1">
                  <c:v>0.3</c:v>
                </c:pt>
                <c:pt idx="2">
                  <c:v>1.0</c:v>
                </c:pt>
                <c:pt idx="3">
                  <c:v>4.6</c:v>
                </c:pt>
                <c:pt idx="4">
                  <c:v>2.3</c:v>
                </c:pt>
                <c:pt idx="5">
                  <c:v>7.4</c:v>
                </c:pt>
                <c:pt idx="6">
                  <c:v>6.7</c:v>
                </c:pt>
                <c:pt idx="7">
                  <c:v>9.7</c:v>
                </c:pt>
                <c:pt idx="8">
                  <c:v>9.6</c:v>
                </c:pt>
                <c:pt idx="9">
                  <c:v>10.0</c:v>
                </c:pt>
                <c:pt idx="10">
                  <c:v>8.1</c:v>
                </c:pt>
                <c:pt idx="11">
                  <c:v>6.0</c:v>
                </c:pt>
                <c:pt idx="12">
                  <c:v>9.7</c:v>
                </c:pt>
                <c:pt idx="13">
                  <c:v>10.2</c:v>
                </c:pt>
                <c:pt idx="14">
                  <c:v>21.7</c:v>
                </c:pt>
                <c:pt idx="15">
                  <c:v>9.7</c:v>
                </c:pt>
                <c:pt idx="16">
                  <c:v>16.2</c:v>
                </c:pt>
                <c:pt idx="17">
                  <c:v>13.7</c:v>
                </c:pt>
                <c:pt idx="18">
                  <c:v>10.0</c:v>
                </c:pt>
                <c:pt idx="19">
                  <c:v>16.2</c:v>
                </c:pt>
                <c:pt idx="20">
                  <c:v>22.4</c:v>
                </c:pt>
                <c:pt idx="21">
                  <c:v>8.0</c:v>
                </c:pt>
                <c:pt idx="22">
                  <c:v>16.7</c:v>
                </c:pt>
                <c:pt idx="23">
                  <c:v>11.8</c:v>
                </c:pt>
                <c:pt idx="24">
                  <c:v>22.1</c:v>
                </c:pt>
                <c:pt idx="25">
                  <c:v>23.7</c:v>
                </c:pt>
              </c:numCache>
            </c:numRef>
          </c:xVal>
          <c:yVal>
            <c:numRef>
              <c:f>Sheet1!$B$2:$B$27</c:f>
              <c:numCache>
                <c:formatCode>General</c:formatCode>
                <c:ptCount val="26"/>
                <c:pt idx="0">
                  <c:v>1379</c:v>
                </c:pt>
                <c:pt idx="1">
                  <c:v>1357</c:v>
                </c:pt>
                <c:pt idx="2">
                  <c:v>1248</c:v>
                </c:pt>
                <c:pt idx="3">
                  <c:v>1236</c:v>
                </c:pt>
                <c:pt idx="4">
                  <c:v>1205</c:v>
                </c:pt>
                <c:pt idx="5">
                  <c:v>1191</c:v>
                </c:pt>
                <c:pt idx="6">
                  <c:v>1190</c:v>
                </c:pt>
                <c:pt idx="7">
                  <c:v>1180</c:v>
                </c:pt>
                <c:pt idx="8">
                  <c:v>1178</c:v>
                </c:pt>
                <c:pt idx="9">
                  <c:v>1159</c:v>
                </c:pt>
                <c:pt idx="10">
                  <c:v>1158</c:v>
                </c:pt>
                <c:pt idx="11">
                  <c:v>1155</c:v>
                </c:pt>
                <c:pt idx="12">
                  <c:v>1146</c:v>
                </c:pt>
                <c:pt idx="13">
                  <c:v>1125</c:v>
                </c:pt>
                <c:pt idx="14">
                  <c:v>1112</c:v>
                </c:pt>
                <c:pt idx="15">
                  <c:v>1107</c:v>
                </c:pt>
                <c:pt idx="16">
                  <c:v>1064</c:v>
                </c:pt>
                <c:pt idx="17">
                  <c:v>1047</c:v>
                </c:pt>
                <c:pt idx="18">
                  <c:v>1015</c:v>
                </c:pt>
                <c:pt idx="19">
                  <c:v>1011</c:v>
                </c:pt>
                <c:pt idx="20">
                  <c:v>986</c:v>
                </c:pt>
                <c:pt idx="21">
                  <c:v>963</c:v>
                </c:pt>
                <c:pt idx="22">
                  <c:v>949</c:v>
                </c:pt>
                <c:pt idx="23">
                  <c:v>935</c:v>
                </c:pt>
                <c:pt idx="24">
                  <c:v>918</c:v>
                </c:pt>
                <c:pt idx="25">
                  <c:v>802</c:v>
                </c:pt>
              </c:numCache>
            </c:numRef>
          </c:yVal>
          <c:smooth val="0"/>
        </c:ser>
        <c:ser>
          <c:idx val="1"/>
          <c:order val="1"/>
          <c:tx>
            <c:strRef>
              <c:f>Sheet1!$B$29</c:f>
              <c:strCache>
                <c:ptCount val="1"/>
                <c:pt idx="0">
                  <c:v>Deye</c:v>
                </c:pt>
              </c:strCache>
            </c:strRef>
          </c:tx>
          <c:spPr>
            <a:ln w="47625">
              <a:noFill/>
            </a:ln>
          </c:spPr>
          <c:marker>
            <c:symbol val="circle"/>
            <c:size val="7"/>
            <c:spPr>
              <a:solidFill>
                <a:srgbClr val="CA6F1E"/>
              </a:solidFill>
              <a:ln>
                <a:solidFill>
                  <a:srgbClr val="FFFFFF"/>
                </a:solidFill>
              </a:ln>
            </c:spPr>
          </c:marker>
          <c:dLbls>
            <c:dLbl>
              <c:idx val="1"/>
              <c:tx>
                <c:rich>
                  <a:bodyPr/>
                  <a:lstStyle/>
                  <a:p>
                    <a:r>
                      <a:rPr sz="700">
                        <a:solidFill>
                          <a:srgbClr val="1A1A2E"/>
                        </a:solidFill>
                        <a:latin typeface="Calibri"/>
                      </a:rPr>
                      <a:t>78T</a:t>
                    </a:r>
                  </a:p>
                </c:rich>
              </c:tx>
              <c:dLblPos val="r"/>
              <c:showLegendKey val="0"/>
              <c:showVal val="1"/>
              <c:showCatName val="0"/>
              <c:showSerName val="0"/>
              <c:showPercent val="0"/>
              <c:showBubbleSize val="0"/>
            </c:dLbl>
            <c:dLbl>
              <c:idx val="5"/>
              <c:tx>
                <c:rich>
                  <a:bodyPr/>
                  <a:lstStyle/>
                  <a:p>
                    <a:r>
                      <a:rPr sz="700">
                        <a:solidFill>
                          <a:srgbClr val="1A1A2E"/>
                        </a:solidFill>
                        <a:latin typeface="Calibri"/>
                      </a:rPr>
                      <a:t>70</a:t>
                    </a:r>
                  </a:p>
                </c:rich>
              </c:tx>
              <c:dLblPos val="r"/>
              <c:showLegendKey val="0"/>
              <c:showVal val="1"/>
              <c:showCatName val="0"/>
              <c:showSerName val="0"/>
              <c:showPercent val="0"/>
              <c:showBubbleSize val="0"/>
            </c:dLbl>
            <c:dLbl>
              <c:idx val="6"/>
              <c:tx>
                <c:rich>
                  <a:bodyPr/>
                  <a:lstStyle/>
                  <a:p>
                    <a:r>
                      <a:rPr sz="700">
                        <a:solidFill>
                          <a:srgbClr val="1A1A2E"/>
                        </a:solidFill>
                        <a:latin typeface="Calibri"/>
                      </a:rPr>
                      <a:t>10</a:t>
                    </a:r>
                  </a:p>
                </c:rich>
              </c:tx>
              <c:dLblPos val="r"/>
              <c:showLegendKey val="0"/>
              <c:showVal val="1"/>
              <c:showCatName val="0"/>
              <c:showSerName val="0"/>
              <c:showPercent val="0"/>
              <c:showBubbleSize val="0"/>
            </c:dLbl>
            <c:dLbl>
              <c:idx val="11"/>
              <c:tx>
                <c:rich>
                  <a:bodyPr/>
                  <a:lstStyle/>
                  <a:p>
                    <a:r>
                      <a:rPr sz="700">
                        <a:solidFill>
                          <a:srgbClr val="1A1A2E"/>
                        </a:solidFill>
                        <a:latin typeface="Calibri"/>
                      </a:rPr>
                      <a:t>111</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Sheet1!$A$30:$A$41</c:f>
              <c:numCache>
                <c:formatCode>General</c:formatCode>
                <c:ptCount val="12"/>
                <c:pt idx="0">
                  <c:v>6.7</c:v>
                </c:pt>
                <c:pt idx="1">
                  <c:v>14.0</c:v>
                </c:pt>
                <c:pt idx="2">
                  <c:v>16.4</c:v>
                </c:pt>
                <c:pt idx="3">
                  <c:v>29.8</c:v>
                </c:pt>
                <c:pt idx="4">
                  <c:v>7.8</c:v>
                </c:pt>
                <c:pt idx="5">
                  <c:v>31.7</c:v>
                </c:pt>
                <c:pt idx="6">
                  <c:v>33.4</c:v>
                </c:pt>
                <c:pt idx="7">
                  <c:v>27.7</c:v>
                </c:pt>
                <c:pt idx="8">
                  <c:v>31.8</c:v>
                </c:pt>
                <c:pt idx="9">
                  <c:v>31.8</c:v>
                </c:pt>
                <c:pt idx="10">
                  <c:v>27.8</c:v>
                </c:pt>
                <c:pt idx="11">
                  <c:v>41.7</c:v>
                </c:pt>
              </c:numCache>
            </c:numRef>
          </c:xVal>
          <c:yVal>
            <c:numRef>
              <c:f>Sheet1!$B$30:$B$41</c:f>
              <c:numCache>
                <c:formatCode>General</c:formatCode>
                <c:ptCount val="12"/>
                <c:pt idx="0">
                  <c:v>1301</c:v>
                </c:pt>
                <c:pt idx="1">
                  <c:v>1287</c:v>
                </c:pt>
                <c:pt idx="2">
                  <c:v>1227</c:v>
                </c:pt>
                <c:pt idx="3">
                  <c:v>1113</c:v>
                </c:pt>
                <c:pt idx="4">
                  <c:v>1028</c:v>
                </c:pt>
                <c:pt idx="5">
                  <c:v>1004</c:v>
                </c:pt>
                <c:pt idx="6">
                  <c:v>976</c:v>
                </c:pt>
                <c:pt idx="7">
                  <c:v>975</c:v>
                </c:pt>
                <c:pt idx="8">
                  <c:v>928</c:v>
                </c:pt>
                <c:pt idx="9">
                  <c:v>920</c:v>
                </c:pt>
                <c:pt idx="10">
                  <c:v>894</c:v>
                </c:pt>
                <c:pt idx="11">
                  <c:v>867</c:v>
                </c:pt>
              </c:numCache>
            </c:numRef>
          </c:yVal>
          <c:smooth val="0"/>
        </c:ser>
        <c:axId val="-2128940872"/>
        <c:axId val="-2129643912"/>
      </c:scatterChart>
      <c:valAx>
        <c:axId val="-2128940872"/>
        <c:scaling>
          <c:orientation val="minMax"/>
          <c:max val="45.0"/>
          <c:min val="0.0"/>
        </c:scaling>
        <c:delete val="0"/>
        <c:axPos val="b"/>
        <c:title>
          <c:tx>
            <c:rich>
              <a:bodyPr/>
              <a:lstStyle/>
              <a:p>
                <a:r>
                  <a:rPr sz="750" b="0">
                    <a:solidFill>
                      <a:srgbClr val="404040"/>
                    </a:solidFill>
                    <a:latin typeface="Calibri"/>
                  </a:rPr>
                  <a:t>Curtailment (% del potencial)</a:t>
                </a:r>
              </a:p>
            </c:rich>
          </c:tx>
          <c:layout/>
          <c:overlay val="0"/>
        </c:title>
        <c:numFmt formatCode="General" sourceLinked="1"/>
        <c:majorTickMark val="none"/>
        <c:minorTickMark val="none"/>
        <c:tickLblPos val="nextTo"/>
        <c:spPr>
          <a:ln>
            <a:solidFill>
              <a:srgbClr val="C8CDD2"/>
            </a:solidFill>
          </a:ln>
        </c:spPr>
        <c:txPr>
          <a:bodyPr/>
          <a:lstStyle/>
          <a:p>
            <a:pPr>
              <a:defRPr sz="750">
                <a:solidFill>
                  <a:srgbClr val="404040"/>
                </a:solidFill>
                <a:latin typeface="Calibri"/>
              </a:defRPr>
            </a:pPr>
          </a:p>
        </c:txPr>
        <c:crossAx val="-2129643912"/>
        <c:crosses val="autoZero"/>
        <c:crossBetween val="midCat"/>
        <c:majorUnit val="10.0"/>
      </c:valAx>
      <c:valAx>
        <c:axId val="-2129643912"/>
        <c:scaling>
          <c:orientation val="minMax"/>
          <c:max val="1500.0"/>
          <c:min val="700.0"/>
        </c:scaling>
        <c:delete val="0"/>
        <c:axPos val="l"/>
        <c:majorGridlines>
          <c:spPr>
            <a:ln w="6350">
              <a:solidFill>
                <a:srgbClr val="E5E8EB"/>
              </a:solidFill>
            </a:ln>
          </c:spPr>
        </c:majorGridlines>
        <c:title>
          <c:tx>
            <c:rich>
              <a:bodyPr/>
              <a:lstStyle/>
              <a:p>
                <a:r>
                  <a:rPr sz="750" b="0">
                    <a:solidFill>
                      <a:srgbClr val="404040"/>
                    </a:solidFill>
                    <a:latin typeface="Calibri"/>
                  </a:rPr>
                  <a:t>Yield real (kWh/kWp/año)</a:t>
                </a:r>
              </a:p>
            </c:rich>
          </c:tx>
          <c:layout/>
          <c:overlay val="0"/>
        </c:title>
        <c:numFmt formatCode="#,##0" sourceLinked="0"/>
        <c:majorTickMark val="none"/>
        <c:minorTickMark val="none"/>
        <c:tickLblPos val="nextTo"/>
        <c:spPr>
          <a:ln>
            <a:noFill/>
          </a:ln>
        </c:spPr>
        <c:txPr>
          <a:bodyPr/>
          <a:lstStyle/>
          <a:p>
            <a:pPr>
              <a:defRPr sz="750">
                <a:solidFill>
                  <a:srgbClr val="808080"/>
                </a:solidFill>
                <a:latin typeface="Calibri"/>
              </a:defRPr>
            </a:pPr>
          </a:p>
        </c:txPr>
        <c:crossAx val="-2128940872"/>
        <c:crosses val="autoZero"/>
        <c:crossBetween val="midCat"/>
        <c:majorUnit val="200.0"/>
      </c:valAx>
    </c:plotArea>
    <c:legend>
      <c:legendPos val="b"/>
      <c:layout/>
      <c:overlay val="0"/>
      <c:txPr>
        <a:bodyPr/>
        <a:lstStyle/>
        <a:p>
          <a:pPr>
            <a:defRPr sz="800">
              <a:solidFill>
                <a:srgbClr val="404040"/>
              </a:solidFill>
              <a:latin typeface="Calibri"/>
            </a:defRPr>
          </a:pPr>
        </a:p>
      </c:txPr>
    </c:legend>
    <c:plotVisOnly val="1"/>
    <c:dispBlanksAs val="gap"/>
    <c:showDLblsOverMax val="0"/>
  </c:chart>
  <c:spPr>
    <a:noFill/>
    <a:ln>
      <a:noFill/>
    </a:ln>
  </c:spPr>
  <c:txPr>
    <a:bodyPr/>
    <a:lstStyle/>
    <a:p>
      <a:pPr>
        <a:defRPr sz="800">
          <a:solidFill>
            <a:srgbClr val="404040"/>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Yield real</c:v>
                </c:pt>
              </c:strCache>
            </c:strRef>
          </c:tx>
          <c:spPr>
            <a:solidFill>
              <a:srgbClr val="2B5BA3"/>
            </a:solidFill>
          </c:spPr>
          <c:cat>
            <c:strRef>
              <c:f>Sheet1!$A$2:$A$7</c:f>
              <c:strCache>
                <c:ptCount val="6"/>
                <c:pt idx="0">
                  <c:v>Reservas</c:v>
                </c:pt>
                <c:pt idx="1">
                  <c:v>Prado V.</c:v>
                </c:pt>
                <c:pt idx="2">
                  <c:v>Terra by Kaia</c:v>
                </c:pt>
                <c:pt idx="3">
                  <c:v>Terranova</c:v>
                </c:pt>
                <c:pt idx="4">
                  <c:v>Los Abedules</c:v>
                </c:pt>
                <c:pt idx="5">
                  <c:v>Llanos de Pance</c:v>
                </c:pt>
              </c:strCache>
            </c:strRef>
          </c:cat>
          <c:val>
            <c:numRef>
              <c:f>Sheet1!$B$2:$B$7</c:f>
              <c:numCache>
                <c:formatCode>General</c:formatCode>
                <c:ptCount val="6"/>
                <c:pt idx="0">
                  <c:v>1044</c:v>
                </c:pt>
                <c:pt idx="1">
                  <c:v>1139</c:v>
                </c:pt>
                <c:pt idx="2">
                  <c:v>1186</c:v>
                </c:pt>
                <c:pt idx="3">
                  <c:v>1287</c:v>
                </c:pt>
                <c:pt idx="4">
                  <c:v>935</c:v>
                </c:pt>
                <c:pt idx="5">
                  <c:v>1112</c:v>
                </c:pt>
              </c:numCache>
            </c:numRef>
          </c:val>
        </c:ser>
        <c:ser>
          <c:idx val="1"/>
          <c:order val="1"/>
          <c:tx>
            <c:strRef>
              <c:f>Sheet1!$C$1</c:f>
              <c:strCache>
                <c:ptCount val="1"/>
                <c:pt idx="0">
                  <c:v>Sin curtailment</c:v>
                </c:pt>
              </c:strCache>
            </c:strRef>
          </c:tx>
          <c:spPr>
            <a:solidFill>
              <a:srgbClr val="F5A623"/>
            </a:solidFill>
          </c:spPr>
          <c:cat>
            <c:strRef>
              <c:f>Sheet1!$A$2:$A$7</c:f>
              <c:strCache>
                <c:ptCount val="6"/>
                <c:pt idx="0">
                  <c:v>Reservas</c:v>
                </c:pt>
                <c:pt idx="1">
                  <c:v>Prado V.</c:v>
                </c:pt>
                <c:pt idx="2">
                  <c:v>Terra by Kaia</c:v>
                </c:pt>
                <c:pt idx="3">
                  <c:v>Terranova</c:v>
                </c:pt>
                <c:pt idx="4">
                  <c:v>Los Abedules</c:v>
                </c:pt>
                <c:pt idx="5">
                  <c:v>Llanos de Pance</c:v>
                </c:pt>
              </c:strCache>
            </c:strRef>
          </c:cat>
          <c:val>
            <c:numRef>
              <c:f>Sheet1!$C$2:$C$7</c:f>
              <c:numCache>
                <c:formatCode>General</c:formatCode>
                <c:ptCount val="6"/>
                <c:pt idx="0">
                  <c:v>1288</c:v>
                </c:pt>
                <c:pt idx="1">
                  <c:v>1335</c:v>
                </c:pt>
                <c:pt idx="2">
                  <c:v>1318</c:v>
                </c:pt>
                <c:pt idx="3">
                  <c:v>1497</c:v>
                </c:pt>
                <c:pt idx="4">
                  <c:v>1061</c:v>
                </c:pt>
                <c:pt idx="5">
                  <c:v>1421</c:v>
                </c:pt>
              </c:numCache>
            </c:numRef>
          </c:val>
        </c:ser>
        <c:ser>
          <c:idx val="2"/>
          <c:order val="2"/>
          <c:tx>
            <c:strRef>
              <c:f>Sheet1!$D$1</c:f>
              <c:strCache>
                <c:ptCount val="1"/>
                <c:pt idx="0">
                  <c:v>Yield de diseño</c:v>
                </c:pt>
              </c:strCache>
            </c:strRef>
          </c:tx>
          <c:spPr>
            <a:solidFill>
              <a:srgbClr val="C9D2E3"/>
            </a:solidFill>
          </c:spPr>
          <c:dLbls>
            <c:delete val="1"/>
          </c:dLbls>
          <c:cat>
            <c:strRef>
              <c:f>Sheet1!$A$2:$A$7</c:f>
              <c:strCache>
                <c:ptCount val="6"/>
                <c:pt idx="0">
                  <c:v>Reservas</c:v>
                </c:pt>
                <c:pt idx="1">
                  <c:v>Prado V.</c:v>
                </c:pt>
                <c:pt idx="2">
                  <c:v>Terra by Kaia</c:v>
                </c:pt>
                <c:pt idx="3">
                  <c:v>Terranova</c:v>
                </c:pt>
                <c:pt idx="4">
                  <c:v>Los Abedules</c:v>
                </c:pt>
                <c:pt idx="5">
                  <c:v>Llanos de Pance</c:v>
                </c:pt>
              </c:strCache>
            </c:strRef>
          </c:cat>
          <c:val>
            <c:numRef>
              <c:f>Sheet1!$D$2:$D$7</c:f>
              <c:numCache>
                <c:formatCode>General</c:formatCode>
                <c:ptCount val="6"/>
                <c:pt idx="0">
                  <c:v>1188</c:v>
                </c:pt>
                <c:pt idx="1">
                  <c:v>1323</c:v>
                </c:pt>
                <c:pt idx="2">
                  <c:v>1323</c:v>
                </c:pt>
                <c:pt idx="3">
                  <c:v>1323</c:v>
                </c:pt>
                <c:pt idx="4">
                  <c:v>1188</c:v>
                </c:pt>
                <c:pt idx="5">
                  <c:v>1188</c:v>
                </c:pt>
              </c:numCache>
            </c:numRef>
          </c:val>
        </c:ser>
        <c:dLbls>
          <c:numFmt formatCode="#,##0" sourceLinked="0"/>
          <c:txPr>
            <a:bodyPr/>
            <a:lstStyle/>
            <a:p>
              <a:pPr>
                <a:defRPr sz="650">
                  <a:solidFill>
                    <a:srgbClr val="404040"/>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C8CDD2"/>
            </a:solidFill>
          </a:ln>
        </c:spPr>
        <c:txPr>
          <a:bodyPr/>
          <a:lstStyle/>
          <a:p>
            <a:pPr>
              <a:defRPr sz="700">
                <a:solidFill>
                  <a:srgbClr val="404040"/>
                </a:solidFill>
                <a:latin typeface="Calibri"/>
              </a:defRPr>
            </a:pPr>
          </a:p>
        </c:txPr>
        <c:crossAx val="-2113994440"/>
        <c:crosses val="autoZero"/>
        <c:auto val="1"/>
        <c:lblAlgn val="ctr"/>
        <c:lblOffset val="100"/>
        <c:noMultiLvlLbl val="0"/>
      </c:catAx>
      <c:valAx>
        <c:axId val="-2113994440"/>
        <c:scaling>
          <c:max val="1800.0"/>
          <c:min val="0.0"/>
        </c:scaling>
        <c:delete val="0"/>
        <c:axPos val="l"/>
        <c:majorGridlines>
          <c:spPr>
            <a:ln w="6350">
              <a:solidFill>
                <a:srgbClr val="E5E8EB"/>
              </a:solidFill>
            </a:ln>
          </c:spPr>
        </c:majorGridlines>
        <c:numFmt formatCode="#,##0" sourceLinked="0"/>
        <c:majorTickMark val="none"/>
        <c:minorTickMark val="none"/>
        <c:tickLblPos val="nextTo"/>
        <c:spPr>
          <a:ln>
            <a:noFill/>
          </a:ln>
        </c:spPr>
        <c:txPr>
          <a:bodyPr/>
          <a:lstStyle/>
          <a:p>
            <a:pPr>
              <a:defRPr sz="750">
                <a:solidFill>
                  <a:srgbClr val="808080"/>
                </a:solidFill>
                <a:latin typeface="Calibri"/>
              </a:defRPr>
            </a:pPr>
          </a:p>
        </c:txPr>
        <c:crossAx val="-2068027336"/>
        <c:crosses val="autoZero"/>
        <c:majorUnit val="600.0"/>
      </c:valAx>
    </c:plotArea>
    <c:legend>
      <c:legendPos val="b"/>
      <c:overlay val="0"/>
      <c:txPr>
        <a:bodyPr/>
        <a:lstStyle/>
        <a:p>
          <a:pPr>
            <a:defRPr sz="800">
              <a:solidFill>
                <a:srgbClr val="404040"/>
              </a:solidFill>
              <a:latin typeface="Calibri"/>
            </a:defRPr>
          </a:pPr>
        </a:p>
      </c:txPr>
    </c:legend>
    <c:dispBlanksAs val="gap"/>
  </c:chart>
  <c:spPr>
    <a:noFill/>
    <a:ln>
      <a:noFill/>
    </a:ln>
  </c:spPr>
  <c:txPr>
    <a:bodyPr/>
    <a:lstStyle/>
    <a:p>
      <a:pPr>
        <a:defRPr sz="800">
          <a:solidFill>
            <a:srgbClr val="40404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448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Animación: sistema híbrido (paneles, inversor, batería y red) generando durante el día.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para el gerente de operaciones. Las cuatro cifras superiores son las metas del contrato; los tres hallazgos explican por qué no se llega a 100% de respaldo y por qué la cobertura queda en 64,2%. Casa 18PR está excluida (sistema aislado del 18 al 26/09 tras disparo de protecciones).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Yield real = generación / kWp x 365 / días con datos. Diseño: 1.188 kWh/kWp en Pance, Abedules y Llanos; 1.323 en Prado Verde, Terra y Terranova. Cobertura = (demanda − importación + exportación) / demanda.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Línea base por casa: archivo Casas.xlsx (Consumo Mensual Diseño). Consumo real mensual = demanda del medidor solar, equivalente a 30 días. Total 26.456 kWh reales vs 22.036 kWh de diseño (+20,1%). Correlación entre el desvío de consumo y la cobertura solar de las 38 casas: -0,85. Casa 12 (Los Abedules) consume 19% menos que el diseño pero su batería llega al piso por consumo nocturno.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Ranking de las 38 casas por proporción de noches con la batería en el piso de descarga (SOC ≤ 21%), ordenado de mayor a menor uso. Una casa que toca el piso casi todas las noches aprovecha toda la capacidad pero queda sin reserva ante un corte de madrugada (caso Casa 12). Las que casi nunca lo tocan mantienen reserva o no usan la batería. 🧳 marca casas con posible ausencia del hogar, cuyo consumo bajo distorsiona el uso. Noches con piso: 873 de 1138; 27 de 38 casas llegan a 100% la mitad del mes o más. La hora escrita dentro de cada barra es la hora media (ventana 18:00 a 06:00) en que el SOC llega al piso (≤ 21%), calculada con la telemetría de Metrum cada 15 min sobre las noches en que toca el piso; en las casas con pocas noches (Casas 55p, 48 y 29) el promedio es menos confiable.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INIC 4 = 94,81% sobre 106,7 h de interrupción de red acumulada. Excel de soporte con 46 sistemas: 95,1%. El INIC oficial no cambia; el análisis por SOC solo explica el origen del tiempo sin respaldo.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fechas 18/09 y 29/09 concentran 90,6% de las horas de interrupción acumulada. En ambas el respaldo fue superior a 98%. Casa 12 explica la excepción del 20 y 22/09.</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Clasificación por SOC al interrumpirse: causas en horas [('soc_bajo', 4.46), ('inicio', 0.45), ('medio', 0.27), ('fin', 0.32), ('previo', 0.04), ('sin_dato', 0.0)]. La suma es 5,54 h. El INIC oficial no cambia; el INIC "sin batería sin carga" (99,0%) es solo referencia.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dos cortes largos de Casa 12 (20/09 01:37 y 22/09 05:43, ~2 h) empezaron con la batería en el piso. Con carga, el respaldo fue completo (22/09 12:26: 100%). Falta autonomía para su consumo nocturno, no falla del equipo.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de alarmas: «Estado de falla en el inversor» de Metrum. Las fallas de transición se clasifican con el SOC al apagarse la casa (SOC suficiente descarta batería sin carga).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etiquetas de la derecha indican el tiempo sin respaldo (o el tema) que cada acción ataca.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Definiciones y alcance. El ranking completo por vivienda y el balance de energía están en la versión extendida (v5, 23 diapositivas).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Curtailment = generación solar que el sistema podía producir y no produjo porque la batería estaba llena (SOC ≥ 95%) y la casa no exportaba. Potencial = generación + curtailment. Cifras en la misma base que la generación del reporte (demanda − importación + exportación): 17.610 kWh generados, 3.507 kWh recortados, 21.117 kWh de potencial. Sensibilidad a los parámetros del método: 3.217 a 3.507 kWh. Estimación a 15 min con telemetría de Metrum; método y validación en el anexo.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Ranking de los 38 sistemas por kWh recortados en septiembre. Barra = kWh; el % es sobre el potencial del propio sistema (generación + curtailment); h/día = horas por día con recorte efectivo (déficit &gt; 25% del potencial) en horas con batería llena. Los 8 sistemas con más de 25% del potencial perdido son todos Deye: Casa 111, Casa 10, Casa 74, Casa 446p, Casa 70, Casa 382p, Casa 55p, Casa 99.</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celda es el curtailment (kWh) de un sistema en un día de septiembre; los sistemas están ordenados como en el ranking. Días con recorte de la flota &lt; 60 kWh (nublados o de baja irradiancia): 11, 13, 19, 26, 27, 28, 30. Los 8 sistemas con más de 25% del potencial perdido tienen recorte (&gt; 2 kWh) entre 20 y 29 días del mes.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Perfil horario del curtailment de la flota (suma de los 38 sistemas por hora local). Batería llena (SOC ≥ 95%) en horas de sol: 3,0 h/día en promedio por sistema. Exportación activa del mes según el anexo del reporte: 164,8 kWh (0,9% de la generación); el recálculo con cierres diarios del medidor de red da 33,9 kWh (diferencia de fuente, el neto importación − exportación coincide). Correlación de Spearman entre % de curtailment y potencial/demanda: 0,67. Las acciones son hipótesis a evaluar con el cliente y el operador de red; ningún parámetro del inversor se modificó.</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Detalle técnico: la PV a 15 min sale de Metrum (Livoltek: powerAEgdc_LV; Deye: powerAEg − LoadPower_DY − BattPower). Banderas: SOC ≥ 95%, exportación ≤ 250 W, elevación solar &gt; 8° (Cali). Índice de cielo: mediana de PV/capacidad de las casas con SOC &lt; 90%, mínimo 3 casas por intervalo, huecos de hasta 2 intervalos interpolados. Capacidad por casa: ajuste iterativo (rango 1) sobre intervalos sin recorte. Suma con signo (sin recortar a cero) para evitar el sesgo por ruido.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Yield específico = generación del mes (demanda − importación + exportación, igual que la diapositiva de generación solar) × 365 / 30 / kWp, en kWh/kWp/año. kWp por casa del archivo de casas (paneles × 0,595 kWp; suma 198,1 kWp). Marca azul oscura = yield de diseño del conjunto (1.188 o 1.323). % diseño = yield real / yield de diseño del conjunto. La extensión clara de cada barra es el yield recuperable si no hubiera curtailment (estimación, ver anexo). Flota: 1.081 kWh/kWp/año reales y 1.297 sin curtailment. Las 38 viviendas del reporte; el yield se anualiza desde septiembre, igual que en el resto del reporte. Control: 28 de 38 sistemas con yield ≥ 80% del diseño (coincide con '28 de 38 en banda alta' del resumen). El KPI 88,9% del resumen es el promedio simple de los seis conjuntos; ponderado por kWp resulta 87,7%.</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punto es un sistema: eje X = % del potencial recortado, eje Y = yield real (kWh/kWp/año). A la derecha, el yield por conjunto: real, sin curtailment (potencial estimado) y de diseño. El yield sin curtailment es una estimación: asume que toda la energía recortada podía aprovecharse (por ejemplo con más almacenamiento, cargas flexibles o excedentes). Flota: 1.081 real y 1.297 sin curtailment. De las 10 casas bajo la meta de 80%, 10 la superarían sin curtailment.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chart" Target="../charts/char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8.xml"/><Relationship Id="rId4" Type="http://schemas.openxmlformats.org/officeDocument/2006/relationships/chart" Target="../charts/char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4.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pic>
        <p:nvPicPr>
          <p:cNvPr id="2" name="Picture 1" descr="portada.gif"/>
          <p:cNvPicPr>
            <a:picLocks noChangeAspect="1"/>
          </p:cNvPicPr>
          <p:nvPr/>
        </p:nvPicPr>
        <p:blipFill>
          <a:blip r:embed="rId3"/>
          <a:stretch>
            <a:fillRect/>
          </a:stretch>
        </p:blipFill>
        <p:spPr>
          <a:xfrm>
            <a:off x="0" y="0"/>
            <a:ext cx="9144000" cy="3573780"/>
          </a:xfrm>
          <a:prstGeom prst="rect">
            <a:avLst/>
          </a:prstGeom>
        </p:spPr>
      </p:pic>
      <p:sp>
        <p:nvSpPr>
          <p:cNvPr id="3" name="Rectangle 2"/>
          <p:cNvSpPr/>
          <p:nvPr/>
        </p:nvSpPr>
        <p:spPr>
          <a:xfrm>
            <a:off x="0" y="3566160"/>
            <a:ext cx="9144000" cy="1577340"/>
          </a:xfrm>
          <a:prstGeom prst="rect">
            <a:avLst/>
          </a:prstGeom>
          <a:solidFill>
            <a:srgbClr val="1B3A6B"/>
          </a:solidFill>
          <a:ln w="12700">
            <a:solidFill>
              <a:srgbClr val="1B3A6B"/>
            </a:solidFill>
          </a:ln>
        </p:spPr>
        <p:txBody>
          <a:bodyPr rtlCol="0" anchor="ctr"/>
          <a:lstStyle/>
          <a:p>
            <a:pPr algn="ctr"/>
            <a:endParaRPr/>
          </a:p>
        </p:txBody>
      </p:sp>
      <p:sp>
        <p:nvSpPr>
          <p:cNvPr id="4" name="Rectangle 3"/>
          <p:cNvSpPr/>
          <p:nvPr/>
        </p:nvSpPr>
        <p:spPr>
          <a:xfrm>
            <a:off x="0" y="3566160"/>
            <a:ext cx="9144000" cy="45720"/>
          </a:xfrm>
          <a:prstGeom prst="rect">
            <a:avLst/>
          </a:prstGeom>
          <a:solidFill>
            <a:srgbClr val="F5A623"/>
          </a:solidFill>
          <a:ln w="12700">
            <a:solidFill>
              <a:srgbClr val="F5A623"/>
            </a:solidFill>
          </a:ln>
        </p:spPr>
        <p:txBody>
          <a:bodyPr rtlCol="0" anchor="ctr"/>
          <a:lstStyle/>
          <a:p>
            <a:pPr algn="ctr"/>
            <a:endParaRPr/>
          </a:p>
        </p:txBody>
      </p:sp>
      <p:sp>
        <p:nvSpPr>
          <p:cNvPr id="5" name="TextBox 4"/>
          <p:cNvSpPr txBox="1"/>
          <p:nvPr/>
        </p:nvSpPr>
        <p:spPr>
          <a:xfrm>
            <a:off x="457200" y="3703320"/>
            <a:ext cx="5669280" cy="237744"/>
          </a:xfrm>
          <a:prstGeom prst="rect">
            <a:avLst/>
          </a:prstGeom>
          <a:noFill/>
        </p:spPr>
        <p:txBody>
          <a:bodyPr wrap="square" lIns="0" tIns="0" rIns="0" bIns="0" anchor="ctr">
            <a:spAutoFit/>
          </a:bodyPr>
          <a:lstStyle/>
          <a:p>
            <a:pPr algn="l">
              <a:spcAft>
                <a:spcPts val="0"/>
              </a:spcAft>
            </a:pPr>
            <a:r>
              <a:rPr sz="1050" b="1" i="0">
                <a:solidFill>
                  <a:srgbClr val="F5A623"/>
                </a:solidFill>
                <a:latin typeface="Calibri"/>
              </a:rPr>
              <a:t>PROYECTO SUNNY · PROMIGAS</a:t>
            </a:r>
          </a:p>
        </p:txBody>
      </p:sp>
      <p:sp>
        <p:nvSpPr>
          <p:cNvPr id="6" name="TextBox 5"/>
          <p:cNvSpPr txBox="1"/>
          <p:nvPr/>
        </p:nvSpPr>
        <p:spPr>
          <a:xfrm>
            <a:off x="457200" y="3950208"/>
            <a:ext cx="5943600" cy="548640"/>
          </a:xfrm>
          <a:prstGeom prst="rect">
            <a:avLst/>
          </a:prstGeom>
          <a:noFill/>
        </p:spPr>
        <p:txBody>
          <a:bodyPr wrap="square" lIns="0" tIns="0" rIns="0" bIns="0" anchor="ctr">
            <a:spAutoFit/>
          </a:bodyPr>
          <a:lstStyle/>
          <a:p>
            <a:pPr algn="l">
              <a:spcAft>
                <a:spcPts val="0"/>
              </a:spcAft>
            </a:pPr>
            <a:r>
              <a:rPr sz="1900" b="1" i="0">
                <a:solidFill>
                  <a:srgbClr val="FFFFFF"/>
                </a:solidFill>
                <a:latin typeface="Calibri"/>
              </a:rPr>
              <a:t>Reporte ejecutivo de operación y mantenimiento</a:t>
            </a:r>
          </a:p>
        </p:txBody>
      </p:sp>
      <p:sp>
        <p:nvSpPr>
          <p:cNvPr id="7" name="TextBox 6"/>
          <p:cNvSpPr txBox="1"/>
          <p:nvPr/>
        </p:nvSpPr>
        <p:spPr>
          <a:xfrm>
            <a:off x="457200" y="4572000"/>
            <a:ext cx="5852160" cy="228600"/>
          </a:xfrm>
          <a:prstGeom prst="rect">
            <a:avLst/>
          </a:prstGeom>
          <a:noFill/>
        </p:spPr>
        <p:txBody>
          <a:bodyPr wrap="square" lIns="0" tIns="0" rIns="0" bIns="0" anchor="ctr">
            <a:spAutoFit/>
          </a:bodyPr>
          <a:lstStyle/>
          <a:p>
            <a:pPr algn="l">
              <a:spcAft>
                <a:spcPts val="0"/>
              </a:spcAft>
            </a:pPr>
            <a:r>
              <a:rPr sz="850" b="0" i="0">
                <a:solidFill>
                  <a:srgbClr val="9FB3D9"/>
                </a:solidFill>
                <a:latin typeface="Calibri"/>
              </a:rPr>
              <a:t>Coordinación de Operación y Mantenimiento Solar</a:t>
            </a:r>
          </a:p>
        </p:txBody>
      </p:sp>
      <p:sp>
        <p:nvSpPr>
          <p:cNvPr id="8" name="TextBox 7"/>
          <p:cNvSpPr txBox="1"/>
          <p:nvPr/>
        </p:nvSpPr>
        <p:spPr>
          <a:xfrm>
            <a:off x="6400800" y="3749039"/>
            <a:ext cx="2377440" cy="274320"/>
          </a:xfrm>
          <a:prstGeom prst="rect">
            <a:avLst/>
          </a:prstGeom>
          <a:noFill/>
        </p:spPr>
        <p:txBody>
          <a:bodyPr wrap="square" lIns="0" tIns="0" rIns="0" bIns="0" anchor="ctr">
            <a:spAutoFit/>
          </a:bodyPr>
          <a:lstStyle/>
          <a:p>
            <a:pPr algn="r">
              <a:spcAft>
                <a:spcPts val="0"/>
              </a:spcAft>
            </a:pPr>
            <a:r>
              <a:rPr sz="1500" b="1" i="0">
                <a:solidFill>
                  <a:srgbClr val="FFFFFF"/>
                </a:solidFill>
                <a:latin typeface="Calibri"/>
              </a:rPr>
              <a:t>Septiembre 2026</a:t>
            </a:r>
          </a:p>
        </p:txBody>
      </p:sp>
      <p:sp>
        <p:nvSpPr>
          <p:cNvPr id="9" name="TextBox 8"/>
          <p:cNvSpPr txBox="1"/>
          <p:nvPr/>
        </p:nvSpPr>
        <p:spPr>
          <a:xfrm>
            <a:off x="6400800" y="4041648"/>
            <a:ext cx="2377440" cy="731520"/>
          </a:xfrm>
          <a:prstGeom prst="rect">
            <a:avLst/>
          </a:prstGeom>
          <a:noFill/>
        </p:spPr>
        <p:txBody>
          <a:bodyPr wrap="square" lIns="0" tIns="0" rIns="0" bIns="0" anchor="t">
            <a:spAutoFit/>
          </a:bodyPr>
          <a:lstStyle/>
          <a:p>
            <a:pPr algn="r">
              <a:spcAft>
                <a:spcPts val="200"/>
              </a:spcAft>
            </a:pPr>
            <a:r>
              <a:rPr sz="900" b="0" i="0">
                <a:solidFill>
                  <a:srgbClr val="DCE6F5"/>
                </a:solidFill>
                <a:latin typeface="Calibri"/>
              </a:rPr>
              <a:t>01 al 30 de septiembre</a:t>
            </a:r>
          </a:p>
          <a:p>
            <a:pPr algn="r">
              <a:spcAft>
                <a:spcPts val="200"/>
              </a:spcAft>
            </a:pPr>
            <a:r>
              <a:rPr sz="900" b="0" i="0">
                <a:solidFill>
                  <a:srgbClr val="DCE6F5"/>
                </a:solidFill>
                <a:latin typeface="Calibri"/>
              </a:rPr>
              <a:t>38 viviendas · 6 conjuntos</a:t>
            </a:r>
          </a:p>
          <a:p>
            <a:pPr algn="r">
              <a:spcAft>
                <a:spcPts val="200"/>
              </a:spcAft>
            </a:pPr>
            <a:r>
              <a:rPr sz="900" b="0" i="0">
                <a:solidFill>
                  <a:srgbClr val="DCE6F5"/>
                </a:solidFill>
                <a:latin typeface="Calibri"/>
              </a:rPr>
              <a:t>198,1 kWp · Cali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RESUMEN EJECUTIVO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Se cumple la meta de respaldo; la cobertura solar y la batería son los puntos a atender</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2</a:t>
            </a:r>
          </a:p>
        </p:txBody>
      </p:sp>
      <p:sp>
        <p:nvSpPr>
          <p:cNvPr id="8" name="Rectangle 7"/>
          <p:cNvSpPr/>
          <p:nvPr/>
        </p:nvSpPr>
        <p:spPr>
          <a:xfrm>
            <a:off x="411480" y="1188720"/>
            <a:ext cx="1993392" cy="1005840"/>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188720"/>
            <a:ext cx="54864" cy="1005840"/>
          </a:xfrm>
          <a:prstGeom prst="rect">
            <a:avLst/>
          </a:prstGeom>
          <a:solidFill>
            <a:srgbClr val="1E8449"/>
          </a:solidFill>
          <a:ln w="12700">
            <a:solidFill>
              <a:srgbClr val="1E8449"/>
            </a:solidFill>
          </a:ln>
        </p:spPr>
        <p:txBody>
          <a:bodyPr rtlCol="0" anchor="ctr"/>
          <a:lstStyle/>
          <a:p>
            <a:pPr algn="ctr"/>
            <a:endParaRPr/>
          </a:p>
        </p:txBody>
      </p:sp>
      <p:sp>
        <p:nvSpPr>
          <p:cNvPr id="10" name="TextBox 9"/>
          <p:cNvSpPr txBox="1"/>
          <p:nvPr/>
        </p:nvSpPr>
        <p:spPr>
          <a:xfrm>
            <a:off x="557784" y="1225296"/>
            <a:ext cx="1792224" cy="523036"/>
          </a:xfrm>
          <a:prstGeom prst="rect">
            <a:avLst/>
          </a:prstGeom>
          <a:noFill/>
        </p:spPr>
        <p:txBody>
          <a:bodyPr wrap="square" lIns="0" tIns="0" rIns="0" bIns="0" anchor="ctr">
            <a:spAutoFit/>
          </a:bodyPr>
          <a:lstStyle/>
          <a:p>
            <a:pPr algn="l">
              <a:spcAft>
                <a:spcPts val="0"/>
              </a:spcAft>
            </a:pPr>
            <a:r>
              <a:rPr sz="2500" b="1" i="0">
                <a:solidFill>
                  <a:srgbClr val="1E8449"/>
                </a:solidFill>
                <a:latin typeface="Calibri"/>
              </a:rPr>
              <a:t>94,8%</a:t>
            </a:r>
          </a:p>
        </p:txBody>
      </p:sp>
      <p:sp>
        <p:nvSpPr>
          <p:cNvPr id="11" name="TextBox 10"/>
          <p:cNvSpPr txBox="1"/>
          <p:nvPr/>
        </p:nvSpPr>
        <p:spPr>
          <a:xfrm>
            <a:off x="557784" y="1731873"/>
            <a:ext cx="1792224" cy="221284"/>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Disponibilidad de respaldo</a:t>
            </a:r>
          </a:p>
        </p:txBody>
      </p:sp>
      <p:sp>
        <p:nvSpPr>
          <p:cNvPr id="12" name="TextBox 11"/>
          <p:cNvSpPr txBox="1"/>
          <p:nvPr/>
        </p:nvSpPr>
        <p:spPr>
          <a:xfrm>
            <a:off x="557784" y="1933041"/>
            <a:ext cx="1792224" cy="241401"/>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INIC 4 · meta ≥ 90%</a:t>
            </a:r>
          </a:p>
        </p:txBody>
      </p:sp>
      <p:sp>
        <p:nvSpPr>
          <p:cNvPr id="13" name="Rectangle 12"/>
          <p:cNvSpPr/>
          <p:nvPr/>
        </p:nvSpPr>
        <p:spPr>
          <a:xfrm>
            <a:off x="2532888" y="1188720"/>
            <a:ext cx="1993392" cy="1005840"/>
          </a:xfrm>
          <a:prstGeom prst="rect">
            <a:avLst/>
          </a:prstGeom>
          <a:solidFill>
            <a:srgbClr val="FFFFFF"/>
          </a:solidFill>
          <a:ln w="10160">
            <a:solidFill>
              <a:srgbClr val="E3E7EA"/>
            </a:solidFill>
          </a:ln>
        </p:spPr>
        <p:txBody>
          <a:bodyPr rtlCol="0" anchor="ctr"/>
          <a:lstStyle/>
          <a:p>
            <a:pPr algn="ctr"/>
            <a:endParaRPr/>
          </a:p>
        </p:txBody>
      </p:sp>
      <p:sp>
        <p:nvSpPr>
          <p:cNvPr id="14" name="Rectangle 13"/>
          <p:cNvSpPr/>
          <p:nvPr/>
        </p:nvSpPr>
        <p:spPr>
          <a:xfrm>
            <a:off x="2532888" y="1188720"/>
            <a:ext cx="54864" cy="1005840"/>
          </a:xfrm>
          <a:prstGeom prst="rect">
            <a:avLst/>
          </a:prstGeom>
          <a:solidFill>
            <a:srgbClr val="CA6F1E"/>
          </a:solidFill>
          <a:ln w="12700">
            <a:solidFill>
              <a:srgbClr val="CA6F1E"/>
            </a:solidFill>
          </a:ln>
        </p:spPr>
        <p:txBody>
          <a:bodyPr rtlCol="0" anchor="ctr"/>
          <a:lstStyle/>
          <a:p>
            <a:pPr algn="ctr"/>
            <a:endParaRPr/>
          </a:p>
        </p:txBody>
      </p:sp>
      <p:sp>
        <p:nvSpPr>
          <p:cNvPr id="15" name="TextBox 14"/>
          <p:cNvSpPr txBox="1"/>
          <p:nvPr/>
        </p:nvSpPr>
        <p:spPr>
          <a:xfrm>
            <a:off x="2679192" y="1225296"/>
            <a:ext cx="1792224" cy="523036"/>
          </a:xfrm>
          <a:prstGeom prst="rect">
            <a:avLst/>
          </a:prstGeom>
          <a:noFill/>
        </p:spPr>
        <p:txBody>
          <a:bodyPr wrap="square" lIns="0" tIns="0" rIns="0" bIns="0" anchor="ctr">
            <a:spAutoFit/>
          </a:bodyPr>
          <a:lstStyle/>
          <a:p>
            <a:pPr algn="l">
              <a:spcAft>
                <a:spcPts val="0"/>
              </a:spcAft>
            </a:pPr>
            <a:r>
              <a:rPr sz="2500" b="1" i="0">
                <a:solidFill>
                  <a:srgbClr val="CA6F1E"/>
                </a:solidFill>
                <a:latin typeface="Calibri"/>
              </a:rPr>
              <a:t>64,2%</a:t>
            </a:r>
          </a:p>
        </p:txBody>
      </p:sp>
      <p:sp>
        <p:nvSpPr>
          <p:cNvPr id="16" name="TextBox 15"/>
          <p:cNvSpPr txBox="1"/>
          <p:nvPr/>
        </p:nvSpPr>
        <p:spPr>
          <a:xfrm>
            <a:off x="2679192" y="1731873"/>
            <a:ext cx="1792224" cy="221284"/>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Cobertura solar media</a:t>
            </a:r>
          </a:p>
        </p:txBody>
      </p:sp>
      <p:sp>
        <p:nvSpPr>
          <p:cNvPr id="17" name="TextBox 16"/>
          <p:cNvSpPr txBox="1"/>
          <p:nvPr/>
        </p:nvSpPr>
        <p:spPr>
          <a:xfrm>
            <a:off x="2679192" y="1933041"/>
            <a:ext cx="1792224" cy="241401"/>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Meta ≥ 70% · seguimiento</a:t>
            </a:r>
          </a:p>
        </p:txBody>
      </p:sp>
      <p:sp>
        <p:nvSpPr>
          <p:cNvPr id="18" name="Rectangle 17"/>
          <p:cNvSpPr/>
          <p:nvPr/>
        </p:nvSpPr>
        <p:spPr>
          <a:xfrm>
            <a:off x="4654296" y="1188720"/>
            <a:ext cx="1993392" cy="1005840"/>
          </a:xfrm>
          <a:prstGeom prst="rect">
            <a:avLst/>
          </a:prstGeom>
          <a:solidFill>
            <a:srgbClr val="FFFFFF"/>
          </a:solidFill>
          <a:ln w="10160">
            <a:solidFill>
              <a:srgbClr val="E3E7EA"/>
            </a:solidFill>
          </a:ln>
        </p:spPr>
        <p:txBody>
          <a:bodyPr rtlCol="0" anchor="ctr"/>
          <a:lstStyle/>
          <a:p>
            <a:pPr algn="ctr"/>
            <a:endParaRPr/>
          </a:p>
        </p:txBody>
      </p:sp>
      <p:sp>
        <p:nvSpPr>
          <p:cNvPr id="19" name="Rectangle 18"/>
          <p:cNvSpPr/>
          <p:nvPr/>
        </p:nvSpPr>
        <p:spPr>
          <a:xfrm>
            <a:off x="4654296" y="1188720"/>
            <a:ext cx="54864" cy="1005840"/>
          </a:xfrm>
          <a:prstGeom prst="rect">
            <a:avLst/>
          </a:prstGeom>
          <a:solidFill>
            <a:srgbClr val="1E8449"/>
          </a:solidFill>
          <a:ln w="12700">
            <a:solidFill>
              <a:srgbClr val="1E8449"/>
            </a:solidFill>
          </a:ln>
        </p:spPr>
        <p:txBody>
          <a:bodyPr rtlCol="0" anchor="ctr"/>
          <a:lstStyle/>
          <a:p>
            <a:pPr algn="ctr"/>
            <a:endParaRPr/>
          </a:p>
        </p:txBody>
      </p:sp>
      <p:sp>
        <p:nvSpPr>
          <p:cNvPr id="20" name="TextBox 19"/>
          <p:cNvSpPr txBox="1"/>
          <p:nvPr/>
        </p:nvSpPr>
        <p:spPr>
          <a:xfrm>
            <a:off x="4800600" y="1225296"/>
            <a:ext cx="1792224" cy="523036"/>
          </a:xfrm>
          <a:prstGeom prst="rect">
            <a:avLst/>
          </a:prstGeom>
          <a:noFill/>
        </p:spPr>
        <p:txBody>
          <a:bodyPr wrap="square" lIns="0" tIns="0" rIns="0" bIns="0" anchor="ctr">
            <a:spAutoFit/>
          </a:bodyPr>
          <a:lstStyle/>
          <a:p>
            <a:pPr algn="l">
              <a:spcAft>
                <a:spcPts val="0"/>
              </a:spcAft>
            </a:pPr>
            <a:r>
              <a:rPr sz="2500" b="1" i="0">
                <a:solidFill>
                  <a:srgbClr val="1E8449"/>
                </a:solidFill>
                <a:latin typeface="Calibri"/>
              </a:rPr>
              <a:t>88,9%</a:t>
            </a:r>
          </a:p>
        </p:txBody>
      </p:sp>
      <p:sp>
        <p:nvSpPr>
          <p:cNvPr id="21" name="TextBox 20"/>
          <p:cNvSpPr txBox="1"/>
          <p:nvPr/>
        </p:nvSpPr>
        <p:spPr>
          <a:xfrm>
            <a:off x="4800600" y="1731873"/>
            <a:ext cx="1792224" cy="221284"/>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Rendimiento vs diseño</a:t>
            </a:r>
          </a:p>
        </p:txBody>
      </p:sp>
      <p:sp>
        <p:nvSpPr>
          <p:cNvPr id="22" name="TextBox 21"/>
          <p:cNvSpPr txBox="1"/>
          <p:nvPr/>
        </p:nvSpPr>
        <p:spPr>
          <a:xfrm>
            <a:off x="4800600" y="1933041"/>
            <a:ext cx="1792224" cy="241401"/>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Meta ≥ 80% · normal</a:t>
            </a:r>
          </a:p>
        </p:txBody>
      </p:sp>
      <p:sp>
        <p:nvSpPr>
          <p:cNvPr id="23" name="Rectangle 22"/>
          <p:cNvSpPr/>
          <p:nvPr/>
        </p:nvSpPr>
        <p:spPr>
          <a:xfrm>
            <a:off x="6775703" y="1188720"/>
            <a:ext cx="1993392" cy="1005840"/>
          </a:xfrm>
          <a:prstGeom prst="rect">
            <a:avLst/>
          </a:prstGeom>
          <a:solidFill>
            <a:srgbClr val="FFFFFF"/>
          </a:solidFill>
          <a:ln w="10160">
            <a:solidFill>
              <a:srgbClr val="E3E7EA"/>
            </a:solidFill>
          </a:ln>
        </p:spPr>
        <p:txBody>
          <a:bodyPr rtlCol="0" anchor="ctr"/>
          <a:lstStyle/>
          <a:p>
            <a:pPr algn="ctr"/>
            <a:endParaRPr/>
          </a:p>
        </p:txBody>
      </p:sp>
      <p:sp>
        <p:nvSpPr>
          <p:cNvPr id="24" name="Rectangle 23"/>
          <p:cNvSpPr/>
          <p:nvPr/>
        </p:nvSpPr>
        <p:spPr>
          <a:xfrm>
            <a:off x="6775703" y="1188720"/>
            <a:ext cx="54864" cy="1005840"/>
          </a:xfrm>
          <a:prstGeom prst="rect">
            <a:avLst/>
          </a:prstGeom>
          <a:solidFill>
            <a:srgbClr val="1E8449"/>
          </a:solidFill>
          <a:ln w="12700">
            <a:solidFill>
              <a:srgbClr val="1E8449"/>
            </a:solidFill>
          </a:ln>
        </p:spPr>
        <p:txBody>
          <a:bodyPr rtlCol="0" anchor="ctr"/>
          <a:lstStyle/>
          <a:p>
            <a:pPr algn="ctr"/>
            <a:endParaRPr/>
          </a:p>
        </p:txBody>
      </p:sp>
      <p:sp>
        <p:nvSpPr>
          <p:cNvPr id="25" name="TextBox 24"/>
          <p:cNvSpPr txBox="1"/>
          <p:nvPr/>
        </p:nvSpPr>
        <p:spPr>
          <a:xfrm>
            <a:off x="6922007" y="1225296"/>
            <a:ext cx="1792224" cy="523036"/>
          </a:xfrm>
          <a:prstGeom prst="rect">
            <a:avLst/>
          </a:prstGeom>
          <a:noFill/>
        </p:spPr>
        <p:txBody>
          <a:bodyPr wrap="square" lIns="0" tIns="0" rIns="0" bIns="0" anchor="ctr">
            <a:spAutoFit/>
          </a:bodyPr>
          <a:lstStyle/>
          <a:p>
            <a:pPr algn="l">
              <a:spcAft>
                <a:spcPts val="0"/>
              </a:spcAft>
            </a:pPr>
            <a:r>
              <a:rPr sz="2500" b="1" i="0">
                <a:solidFill>
                  <a:srgbClr val="1E8449"/>
                </a:solidFill>
                <a:latin typeface="Calibri"/>
              </a:rPr>
              <a:t>0</a:t>
            </a:r>
          </a:p>
        </p:txBody>
      </p:sp>
      <p:sp>
        <p:nvSpPr>
          <p:cNvPr id="26" name="TextBox 25"/>
          <p:cNvSpPr txBox="1"/>
          <p:nvPr/>
        </p:nvSpPr>
        <p:spPr>
          <a:xfrm>
            <a:off x="6922007" y="1731873"/>
            <a:ext cx="1792224" cy="221284"/>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Viviendas en zona crítica</a:t>
            </a:r>
          </a:p>
        </p:txBody>
      </p:sp>
      <p:sp>
        <p:nvSpPr>
          <p:cNvPr id="27" name="TextBox 26"/>
          <p:cNvSpPr txBox="1"/>
          <p:nvPr/>
        </p:nvSpPr>
        <p:spPr>
          <a:xfrm>
            <a:off x="6922007" y="1933041"/>
            <a:ext cx="1792224" cy="241401"/>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28 de 38 en banda alta</a:t>
            </a:r>
          </a:p>
        </p:txBody>
      </p:sp>
      <p:sp>
        <p:nvSpPr>
          <p:cNvPr id="28" name="TextBox 27"/>
          <p:cNvSpPr txBox="1"/>
          <p:nvPr/>
        </p:nvSpPr>
        <p:spPr>
          <a:xfrm>
            <a:off x="411480" y="2331720"/>
            <a:ext cx="4846320" cy="228600"/>
          </a:xfrm>
          <a:prstGeom prst="rect">
            <a:avLst/>
          </a:prstGeom>
          <a:noFill/>
        </p:spPr>
        <p:txBody>
          <a:bodyPr wrap="square" lIns="0" tIns="0" rIns="0" bIns="0" anchor="ctr">
            <a:spAutoFit/>
          </a:bodyPr>
          <a:lstStyle/>
          <a:p>
            <a:pPr algn="l">
              <a:spcAft>
                <a:spcPts val="0"/>
              </a:spcAft>
            </a:pPr>
            <a:r>
              <a:rPr sz="900" b="1" i="0">
                <a:solidFill>
                  <a:srgbClr val="F5A623"/>
                </a:solidFill>
                <a:latin typeface="Calibri"/>
              </a:rPr>
              <a:t>TRES HALLAZGOS</a:t>
            </a:r>
          </a:p>
        </p:txBody>
      </p:sp>
      <p:sp>
        <p:nvSpPr>
          <p:cNvPr id="29" name="Rectangle 28"/>
          <p:cNvSpPr/>
          <p:nvPr/>
        </p:nvSpPr>
        <p:spPr>
          <a:xfrm>
            <a:off x="411480" y="2578608"/>
            <a:ext cx="5029200" cy="603504"/>
          </a:xfrm>
          <a:prstGeom prst="rect">
            <a:avLst/>
          </a:prstGeom>
          <a:solidFill>
            <a:srgbClr val="FFFFFF"/>
          </a:solidFill>
          <a:ln w="10160">
            <a:solidFill>
              <a:srgbClr val="E3E7EA"/>
            </a:solidFill>
          </a:ln>
        </p:spPr>
        <p:txBody>
          <a:bodyPr rtlCol="0" anchor="ctr"/>
          <a:lstStyle/>
          <a:p>
            <a:pPr algn="ctr"/>
            <a:endParaRPr/>
          </a:p>
        </p:txBody>
      </p:sp>
      <p:sp>
        <p:nvSpPr>
          <p:cNvPr id="30" name="Rectangle 29"/>
          <p:cNvSpPr/>
          <p:nvPr/>
        </p:nvSpPr>
        <p:spPr>
          <a:xfrm>
            <a:off x="411480" y="2578608"/>
            <a:ext cx="54864" cy="603504"/>
          </a:xfrm>
          <a:prstGeom prst="rect">
            <a:avLst/>
          </a:prstGeom>
          <a:solidFill>
            <a:srgbClr val="CA6F1E"/>
          </a:solidFill>
          <a:ln w="12700">
            <a:solidFill>
              <a:srgbClr val="CA6F1E"/>
            </a:solidFill>
          </a:ln>
        </p:spPr>
        <p:txBody>
          <a:bodyPr rtlCol="0" anchor="ctr"/>
          <a:lstStyle/>
          <a:p>
            <a:pPr algn="ctr"/>
            <a:endParaRPr/>
          </a:p>
        </p:txBody>
      </p:sp>
      <p:sp>
        <p:nvSpPr>
          <p:cNvPr id="31" name="TextBox 30"/>
          <p:cNvSpPr txBox="1"/>
          <p:nvPr/>
        </p:nvSpPr>
        <p:spPr>
          <a:xfrm>
            <a:off x="548640" y="2578608"/>
            <a:ext cx="1097280" cy="603504"/>
          </a:xfrm>
          <a:prstGeom prst="rect">
            <a:avLst/>
          </a:prstGeom>
          <a:noFill/>
        </p:spPr>
        <p:txBody>
          <a:bodyPr wrap="square" lIns="0" tIns="0" rIns="0" bIns="0" anchor="ctr">
            <a:spAutoFit/>
          </a:bodyPr>
          <a:lstStyle/>
          <a:p>
            <a:pPr algn="l">
              <a:spcAft>
                <a:spcPts val="0"/>
              </a:spcAft>
            </a:pPr>
            <a:r>
              <a:rPr sz="1700" b="1" i="0">
                <a:solidFill>
                  <a:srgbClr val="CA6F1E"/>
                </a:solidFill>
                <a:latin typeface="Calibri"/>
              </a:rPr>
              <a:t>4,5 h</a:t>
            </a:r>
          </a:p>
        </p:txBody>
      </p:sp>
      <p:sp>
        <p:nvSpPr>
          <p:cNvPr id="32" name="TextBox 31"/>
          <p:cNvSpPr txBox="1"/>
          <p:nvPr/>
        </p:nvSpPr>
        <p:spPr>
          <a:xfrm>
            <a:off x="1691640" y="2615184"/>
            <a:ext cx="3657600" cy="182880"/>
          </a:xfrm>
          <a:prstGeom prst="rect">
            <a:avLst/>
          </a:prstGeom>
          <a:noFill/>
        </p:spPr>
        <p:txBody>
          <a:bodyPr wrap="square" lIns="0" tIns="0" rIns="0" bIns="0" anchor="ctr">
            <a:spAutoFit/>
          </a:bodyPr>
          <a:lstStyle/>
          <a:p>
            <a:pPr algn="l">
              <a:spcAft>
                <a:spcPts val="0"/>
              </a:spcAft>
            </a:pPr>
            <a:r>
              <a:rPr sz="880" b="1" i="0">
                <a:solidFill>
                  <a:srgbClr val="1A1A2E"/>
                </a:solidFill>
                <a:latin typeface="Calibri"/>
              </a:rPr>
              <a:t>sin respaldo por batería sin carga</a:t>
            </a:r>
          </a:p>
        </p:txBody>
      </p:sp>
      <p:sp>
        <p:nvSpPr>
          <p:cNvPr id="33" name="TextBox 32"/>
          <p:cNvSpPr txBox="1"/>
          <p:nvPr/>
        </p:nvSpPr>
        <p:spPr>
          <a:xfrm>
            <a:off x="1691640" y="2807208"/>
            <a:ext cx="3657600" cy="365760"/>
          </a:xfrm>
          <a:prstGeom prst="rect">
            <a:avLst/>
          </a:prstGeom>
          <a:noFill/>
        </p:spPr>
        <p:txBody>
          <a:bodyPr wrap="square" lIns="0" tIns="0" rIns="0" bIns="0" anchor="t">
            <a:spAutoFit/>
          </a:bodyPr>
          <a:lstStyle/>
          <a:p>
            <a:pPr algn="l">
              <a:spcAft>
                <a:spcPts val="0"/>
              </a:spcAft>
            </a:pPr>
            <a:r>
              <a:rPr sz="780" b="0" i="0">
                <a:solidFill>
                  <a:srgbClr val="55636E"/>
                </a:solidFill>
                <a:latin typeface="Calibri"/>
              </a:rPr>
              <a:t>81% del tiempo sin respaldo; Casa 12 pone 4,1 h (consumo nocturno 3 veces la mediana).</a:t>
            </a:r>
          </a:p>
        </p:txBody>
      </p:sp>
      <p:sp>
        <p:nvSpPr>
          <p:cNvPr id="34" name="Rectangle 33"/>
          <p:cNvSpPr/>
          <p:nvPr/>
        </p:nvSpPr>
        <p:spPr>
          <a:xfrm>
            <a:off x="411480" y="3255263"/>
            <a:ext cx="5029200" cy="603504"/>
          </a:xfrm>
          <a:prstGeom prst="rect">
            <a:avLst/>
          </a:prstGeom>
          <a:solidFill>
            <a:srgbClr val="FFFFFF"/>
          </a:solidFill>
          <a:ln w="10160">
            <a:solidFill>
              <a:srgbClr val="E3E7EA"/>
            </a:solidFill>
          </a:ln>
        </p:spPr>
        <p:txBody>
          <a:bodyPr rtlCol="0" anchor="ctr"/>
          <a:lstStyle/>
          <a:p>
            <a:pPr algn="ctr"/>
            <a:endParaRPr/>
          </a:p>
        </p:txBody>
      </p:sp>
      <p:sp>
        <p:nvSpPr>
          <p:cNvPr id="35" name="Rectangle 34"/>
          <p:cNvSpPr/>
          <p:nvPr/>
        </p:nvSpPr>
        <p:spPr>
          <a:xfrm>
            <a:off x="411480" y="3255263"/>
            <a:ext cx="54864" cy="603504"/>
          </a:xfrm>
          <a:prstGeom prst="rect">
            <a:avLst/>
          </a:prstGeom>
          <a:solidFill>
            <a:srgbClr val="C0392B"/>
          </a:solidFill>
          <a:ln w="12700">
            <a:solidFill>
              <a:srgbClr val="C0392B"/>
            </a:solidFill>
          </a:ln>
        </p:spPr>
        <p:txBody>
          <a:bodyPr rtlCol="0" anchor="ctr"/>
          <a:lstStyle/>
          <a:p>
            <a:pPr algn="ctr"/>
            <a:endParaRPr/>
          </a:p>
        </p:txBody>
      </p:sp>
      <p:sp>
        <p:nvSpPr>
          <p:cNvPr id="36" name="TextBox 35"/>
          <p:cNvSpPr txBox="1"/>
          <p:nvPr/>
        </p:nvSpPr>
        <p:spPr>
          <a:xfrm>
            <a:off x="548640" y="3255263"/>
            <a:ext cx="1097280" cy="603504"/>
          </a:xfrm>
          <a:prstGeom prst="rect">
            <a:avLst/>
          </a:prstGeom>
          <a:noFill/>
        </p:spPr>
        <p:txBody>
          <a:bodyPr wrap="square" lIns="0" tIns="0" rIns="0" bIns="0" anchor="ctr">
            <a:spAutoFit/>
          </a:bodyPr>
          <a:lstStyle/>
          <a:p>
            <a:pPr algn="l">
              <a:spcAft>
                <a:spcPts val="0"/>
              </a:spcAft>
            </a:pPr>
            <a:r>
              <a:rPr sz="1700" b="1" i="0">
                <a:solidFill>
                  <a:srgbClr val="C0392B"/>
                </a:solidFill>
                <a:latin typeface="Calibri"/>
              </a:rPr>
              <a:t>9 + 2</a:t>
            </a:r>
          </a:p>
        </p:txBody>
      </p:sp>
      <p:sp>
        <p:nvSpPr>
          <p:cNvPr id="37" name="TextBox 36"/>
          <p:cNvSpPr txBox="1"/>
          <p:nvPr/>
        </p:nvSpPr>
        <p:spPr>
          <a:xfrm>
            <a:off x="1691640" y="3291839"/>
            <a:ext cx="3657600" cy="182880"/>
          </a:xfrm>
          <a:prstGeom prst="rect">
            <a:avLst/>
          </a:prstGeom>
          <a:noFill/>
        </p:spPr>
        <p:txBody>
          <a:bodyPr wrap="square" lIns="0" tIns="0" rIns="0" bIns="0" anchor="ctr">
            <a:spAutoFit/>
          </a:bodyPr>
          <a:lstStyle/>
          <a:p>
            <a:pPr algn="l">
              <a:spcAft>
                <a:spcPts val="0"/>
              </a:spcAft>
            </a:pPr>
            <a:r>
              <a:rPr sz="880" b="1" i="0">
                <a:solidFill>
                  <a:srgbClr val="1A1A2E"/>
                </a:solidFill>
                <a:latin typeface="Calibri"/>
              </a:rPr>
              <a:t>casas Livoltek con falla de transición</a:t>
            </a:r>
          </a:p>
        </p:txBody>
      </p:sp>
      <p:sp>
        <p:nvSpPr>
          <p:cNvPr id="38" name="TextBox 37"/>
          <p:cNvSpPr txBox="1"/>
          <p:nvPr/>
        </p:nvSpPr>
        <p:spPr>
          <a:xfrm>
            <a:off x="1691640" y="3483863"/>
            <a:ext cx="3657600" cy="365760"/>
          </a:xfrm>
          <a:prstGeom prst="rect">
            <a:avLst/>
          </a:prstGeom>
          <a:noFill/>
        </p:spPr>
        <p:txBody>
          <a:bodyPr wrap="square" lIns="0" tIns="0" rIns="0" bIns="0" anchor="t">
            <a:spAutoFit/>
          </a:bodyPr>
          <a:lstStyle/>
          <a:p>
            <a:pPr algn="l">
              <a:spcAft>
                <a:spcPts val="0"/>
              </a:spcAft>
            </a:pPr>
            <a:r>
              <a:rPr sz="780" b="0" i="0">
                <a:solidFill>
                  <a:srgbClr val="55636E"/>
                </a:solidFill>
                <a:latin typeface="Calibri"/>
              </a:rPr>
              <a:t>29/09: 9 casas apagadas 2 min 35 s al inicio del corte; Casas 42 y 56, 8 min a mitad del corte con SOC 100%.</a:t>
            </a:r>
          </a:p>
        </p:txBody>
      </p:sp>
      <p:sp>
        <p:nvSpPr>
          <p:cNvPr id="39" name="Rectangle 38"/>
          <p:cNvSpPr/>
          <p:nvPr/>
        </p:nvSpPr>
        <p:spPr>
          <a:xfrm>
            <a:off x="411480" y="3931920"/>
            <a:ext cx="5029200" cy="603504"/>
          </a:xfrm>
          <a:prstGeom prst="rect">
            <a:avLst/>
          </a:prstGeom>
          <a:solidFill>
            <a:srgbClr val="FFFFFF"/>
          </a:solidFill>
          <a:ln w="10160">
            <a:solidFill>
              <a:srgbClr val="E3E7EA"/>
            </a:solidFill>
          </a:ln>
        </p:spPr>
        <p:txBody>
          <a:bodyPr rtlCol="0" anchor="ctr"/>
          <a:lstStyle/>
          <a:p>
            <a:pPr algn="ctr"/>
            <a:endParaRPr/>
          </a:p>
        </p:txBody>
      </p:sp>
      <p:sp>
        <p:nvSpPr>
          <p:cNvPr id="40" name="Rectangle 39"/>
          <p:cNvSpPr/>
          <p:nvPr/>
        </p:nvSpPr>
        <p:spPr>
          <a:xfrm>
            <a:off x="411480" y="3931920"/>
            <a:ext cx="54864" cy="603504"/>
          </a:xfrm>
          <a:prstGeom prst="rect">
            <a:avLst/>
          </a:prstGeom>
          <a:solidFill>
            <a:srgbClr val="1F6F78"/>
          </a:solidFill>
          <a:ln w="12700">
            <a:solidFill>
              <a:srgbClr val="1F6F78"/>
            </a:solidFill>
          </a:ln>
        </p:spPr>
        <p:txBody>
          <a:bodyPr rtlCol="0" anchor="ctr"/>
          <a:lstStyle/>
          <a:p>
            <a:pPr algn="ctr"/>
            <a:endParaRPr/>
          </a:p>
        </p:txBody>
      </p:sp>
      <p:sp>
        <p:nvSpPr>
          <p:cNvPr id="41" name="TextBox 40"/>
          <p:cNvSpPr txBox="1"/>
          <p:nvPr/>
        </p:nvSpPr>
        <p:spPr>
          <a:xfrm>
            <a:off x="548640" y="3931920"/>
            <a:ext cx="1097280" cy="603504"/>
          </a:xfrm>
          <a:prstGeom prst="rect">
            <a:avLst/>
          </a:prstGeom>
          <a:noFill/>
        </p:spPr>
        <p:txBody>
          <a:bodyPr wrap="square" lIns="0" tIns="0" rIns="0" bIns="0" anchor="ctr">
            <a:spAutoFit/>
          </a:bodyPr>
          <a:lstStyle/>
          <a:p>
            <a:pPr algn="l">
              <a:spcAft>
                <a:spcPts val="0"/>
              </a:spcAft>
            </a:pPr>
            <a:r>
              <a:rPr sz="1700" b="1" i="0">
                <a:solidFill>
                  <a:srgbClr val="1F6F78"/>
                </a:solidFill>
                <a:latin typeface="Calibri"/>
              </a:rPr>
              <a:t>+20,1%</a:t>
            </a:r>
          </a:p>
        </p:txBody>
      </p:sp>
      <p:sp>
        <p:nvSpPr>
          <p:cNvPr id="42" name="TextBox 41"/>
          <p:cNvSpPr txBox="1"/>
          <p:nvPr/>
        </p:nvSpPr>
        <p:spPr>
          <a:xfrm>
            <a:off x="1691640" y="3968496"/>
            <a:ext cx="3657600" cy="182880"/>
          </a:xfrm>
          <a:prstGeom prst="rect">
            <a:avLst/>
          </a:prstGeom>
          <a:noFill/>
        </p:spPr>
        <p:txBody>
          <a:bodyPr wrap="square" lIns="0" tIns="0" rIns="0" bIns="0" anchor="ctr">
            <a:spAutoFit/>
          </a:bodyPr>
          <a:lstStyle/>
          <a:p>
            <a:pPr algn="l">
              <a:spcAft>
                <a:spcPts val="0"/>
              </a:spcAft>
            </a:pPr>
            <a:r>
              <a:rPr sz="880" b="1" i="0">
                <a:solidFill>
                  <a:srgbClr val="1A1A2E"/>
                </a:solidFill>
                <a:latin typeface="Calibri"/>
              </a:rPr>
              <a:t>consumo real sobre el diseño</a:t>
            </a:r>
          </a:p>
        </p:txBody>
      </p:sp>
      <p:sp>
        <p:nvSpPr>
          <p:cNvPr id="43" name="TextBox 42"/>
          <p:cNvSpPr txBox="1"/>
          <p:nvPr/>
        </p:nvSpPr>
        <p:spPr>
          <a:xfrm>
            <a:off x="1691640" y="4160520"/>
            <a:ext cx="3657600" cy="365760"/>
          </a:xfrm>
          <a:prstGeom prst="rect">
            <a:avLst/>
          </a:prstGeom>
          <a:noFill/>
        </p:spPr>
        <p:txBody>
          <a:bodyPr wrap="square" lIns="0" tIns="0" rIns="0" bIns="0" anchor="t">
            <a:spAutoFit/>
          </a:bodyPr>
          <a:lstStyle/>
          <a:p>
            <a:pPr algn="l">
              <a:spcAft>
                <a:spcPts val="0"/>
              </a:spcAft>
            </a:pPr>
            <a:r>
              <a:rPr sz="780" b="0" i="0">
                <a:solidFill>
                  <a:srgbClr val="55636E"/>
                </a:solidFill>
                <a:latin typeface="Calibri"/>
              </a:rPr>
              <a:t>27 de 38 casas consumen más que el diseño; a mayor desvío, menor cobertura (r = -0,85).</a:t>
            </a:r>
          </a:p>
        </p:txBody>
      </p:sp>
      <p:sp>
        <p:nvSpPr>
          <p:cNvPr id="44" name="Rectangle 43"/>
          <p:cNvSpPr/>
          <p:nvPr/>
        </p:nvSpPr>
        <p:spPr>
          <a:xfrm>
            <a:off x="5623560" y="2331720"/>
            <a:ext cx="3108960" cy="2240280"/>
          </a:xfrm>
          <a:prstGeom prst="rect">
            <a:avLst/>
          </a:prstGeom>
          <a:solidFill>
            <a:srgbClr val="1B3A6B"/>
          </a:solidFill>
          <a:ln w="12700">
            <a:solidFill>
              <a:srgbClr val="1B3A6B"/>
            </a:solidFill>
          </a:ln>
        </p:spPr>
        <p:txBody>
          <a:bodyPr rtlCol="0" anchor="ctr"/>
          <a:lstStyle/>
          <a:p>
            <a:pPr algn="ctr"/>
            <a:endParaRPr/>
          </a:p>
        </p:txBody>
      </p:sp>
      <p:sp>
        <p:nvSpPr>
          <p:cNvPr id="45" name="TextBox 44"/>
          <p:cNvSpPr txBox="1"/>
          <p:nvPr/>
        </p:nvSpPr>
        <p:spPr>
          <a:xfrm>
            <a:off x="5779008" y="2395728"/>
            <a:ext cx="2834640" cy="237744"/>
          </a:xfrm>
          <a:prstGeom prst="rect">
            <a:avLst/>
          </a:prstGeom>
          <a:noFill/>
        </p:spPr>
        <p:txBody>
          <a:bodyPr wrap="square" lIns="0" tIns="0" rIns="0" bIns="0" anchor="ctr">
            <a:spAutoFit/>
          </a:bodyPr>
          <a:lstStyle/>
          <a:p>
            <a:pPr algn="l">
              <a:spcAft>
                <a:spcPts val="0"/>
              </a:spcAft>
            </a:pPr>
            <a:r>
              <a:rPr sz="900" b="1" i="0">
                <a:solidFill>
                  <a:srgbClr val="F5A623"/>
                </a:solidFill>
                <a:latin typeface="Calibri"/>
              </a:rPr>
              <a:t>DECISIONES QUE SE PIDEN</a:t>
            </a:r>
          </a:p>
        </p:txBody>
      </p:sp>
      <p:sp>
        <p:nvSpPr>
          <p:cNvPr id="46" name="Oval 45"/>
          <p:cNvSpPr/>
          <p:nvPr/>
        </p:nvSpPr>
        <p:spPr>
          <a:xfrm>
            <a:off x="5779008" y="2734056"/>
            <a:ext cx="237744" cy="237744"/>
          </a:xfrm>
          <a:prstGeom prst="ellipse">
            <a:avLst/>
          </a:prstGeom>
          <a:solidFill>
            <a:srgbClr val="F5A623"/>
          </a:solidFill>
          <a:ln w="12700">
            <a:solidFill>
              <a:srgbClr val="F5A623"/>
            </a:solidFill>
          </a:ln>
        </p:spPr>
        <p:txBody>
          <a:bodyPr rtlCol="0" anchor="ctr"/>
          <a:lstStyle/>
          <a:p>
            <a:pPr algn="ctr"/>
            <a:endParaRPr/>
          </a:p>
        </p:txBody>
      </p:sp>
      <p:sp>
        <p:nvSpPr>
          <p:cNvPr id="47" name="TextBox 46"/>
          <p:cNvSpPr txBox="1"/>
          <p:nvPr/>
        </p:nvSpPr>
        <p:spPr>
          <a:xfrm>
            <a:off x="5779008" y="2734056"/>
            <a:ext cx="237744" cy="237744"/>
          </a:xfrm>
          <a:prstGeom prst="rect">
            <a:avLst/>
          </a:prstGeom>
          <a:noFill/>
        </p:spPr>
        <p:txBody>
          <a:bodyPr wrap="square" lIns="0" tIns="0" rIns="0" bIns="0" anchor="ctr">
            <a:spAutoFit/>
          </a:bodyPr>
          <a:lstStyle/>
          <a:p>
            <a:pPr algn="ctr">
              <a:spcAft>
                <a:spcPts val="0"/>
              </a:spcAft>
            </a:pPr>
            <a:r>
              <a:rPr sz="900" b="1" i="0">
                <a:solidFill>
                  <a:srgbClr val="1B3A6B"/>
                </a:solidFill>
                <a:latin typeface="Calibri"/>
              </a:rPr>
              <a:t>1</a:t>
            </a:r>
          </a:p>
        </p:txBody>
      </p:sp>
      <p:sp>
        <p:nvSpPr>
          <p:cNvPr id="48" name="TextBox 47"/>
          <p:cNvSpPr txBox="1"/>
          <p:nvPr/>
        </p:nvSpPr>
        <p:spPr>
          <a:xfrm>
            <a:off x="6108192" y="2697480"/>
            <a:ext cx="2560320" cy="411480"/>
          </a:xfrm>
          <a:prstGeom prst="rect">
            <a:avLst/>
          </a:prstGeom>
          <a:noFill/>
        </p:spPr>
        <p:txBody>
          <a:bodyPr wrap="square" lIns="0" tIns="0" rIns="0" bIns="0" anchor="ctr">
            <a:spAutoFit/>
          </a:bodyPr>
          <a:lstStyle/>
          <a:p>
            <a:pPr algn="l">
              <a:spcAft>
                <a:spcPts val="0"/>
              </a:spcAft>
            </a:pPr>
            <a:r>
              <a:rPr sz="819" b="0" i="0">
                <a:solidFill>
                  <a:srgbClr val="FFFFFF"/>
                </a:solidFill>
                <a:latin typeface="Calibri"/>
              </a:rPr>
              <a:t>Abrir caso formal con Livoltek por la transición a OFF-GRID.</a:t>
            </a:r>
          </a:p>
        </p:txBody>
      </p:sp>
      <p:sp>
        <p:nvSpPr>
          <p:cNvPr id="49" name="Oval 48"/>
          <p:cNvSpPr/>
          <p:nvPr/>
        </p:nvSpPr>
        <p:spPr>
          <a:xfrm>
            <a:off x="5779008" y="3191256"/>
            <a:ext cx="237744" cy="237744"/>
          </a:xfrm>
          <a:prstGeom prst="ellipse">
            <a:avLst/>
          </a:prstGeom>
          <a:solidFill>
            <a:srgbClr val="F5A623"/>
          </a:solidFill>
          <a:ln w="12700">
            <a:solidFill>
              <a:srgbClr val="F5A623"/>
            </a:solidFill>
          </a:ln>
        </p:spPr>
        <p:txBody>
          <a:bodyPr rtlCol="0" anchor="ctr"/>
          <a:lstStyle/>
          <a:p>
            <a:pPr algn="ctr"/>
            <a:endParaRPr/>
          </a:p>
        </p:txBody>
      </p:sp>
      <p:sp>
        <p:nvSpPr>
          <p:cNvPr id="50" name="TextBox 49"/>
          <p:cNvSpPr txBox="1"/>
          <p:nvPr/>
        </p:nvSpPr>
        <p:spPr>
          <a:xfrm>
            <a:off x="5779008" y="3191256"/>
            <a:ext cx="237744" cy="237744"/>
          </a:xfrm>
          <a:prstGeom prst="rect">
            <a:avLst/>
          </a:prstGeom>
          <a:noFill/>
        </p:spPr>
        <p:txBody>
          <a:bodyPr wrap="square" lIns="0" tIns="0" rIns="0" bIns="0" anchor="ctr">
            <a:spAutoFit/>
          </a:bodyPr>
          <a:lstStyle/>
          <a:p>
            <a:pPr algn="ctr">
              <a:spcAft>
                <a:spcPts val="0"/>
              </a:spcAft>
            </a:pPr>
            <a:r>
              <a:rPr sz="900" b="1" i="0">
                <a:solidFill>
                  <a:srgbClr val="1B3A6B"/>
                </a:solidFill>
                <a:latin typeface="Calibri"/>
              </a:rPr>
              <a:t>2</a:t>
            </a:r>
          </a:p>
        </p:txBody>
      </p:sp>
      <p:sp>
        <p:nvSpPr>
          <p:cNvPr id="51" name="TextBox 50"/>
          <p:cNvSpPr txBox="1"/>
          <p:nvPr/>
        </p:nvSpPr>
        <p:spPr>
          <a:xfrm>
            <a:off x="6108192" y="3154680"/>
            <a:ext cx="2560320" cy="411480"/>
          </a:xfrm>
          <a:prstGeom prst="rect">
            <a:avLst/>
          </a:prstGeom>
          <a:noFill/>
        </p:spPr>
        <p:txBody>
          <a:bodyPr wrap="square" lIns="0" tIns="0" rIns="0" bIns="0" anchor="ctr">
            <a:spAutoFit/>
          </a:bodyPr>
          <a:lstStyle/>
          <a:p>
            <a:pPr algn="l">
              <a:spcAft>
                <a:spcPts val="0"/>
              </a:spcAft>
            </a:pPr>
            <a:r>
              <a:rPr sz="819" b="0" i="0">
                <a:solidFill>
                  <a:srgbClr val="FFFFFF"/>
                </a:solidFill>
                <a:latin typeface="Calibri"/>
              </a:rPr>
              <a:t>Fijar reserva mínima de SOC nocturna en Casas 12 y 93p.</a:t>
            </a:r>
          </a:p>
        </p:txBody>
      </p:sp>
      <p:sp>
        <p:nvSpPr>
          <p:cNvPr id="52" name="Oval 51"/>
          <p:cNvSpPr/>
          <p:nvPr/>
        </p:nvSpPr>
        <p:spPr>
          <a:xfrm>
            <a:off x="5779008" y="3648456"/>
            <a:ext cx="237744" cy="237744"/>
          </a:xfrm>
          <a:prstGeom prst="ellipse">
            <a:avLst/>
          </a:prstGeom>
          <a:solidFill>
            <a:srgbClr val="F5A623"/>
          </a:solidFill>
          <a:ln w="12700">
            <a:solidFill>
              <a:srgbClr val="F5A623"/>
            </a:solidFill>
          </a:ln>
        </p:spPr>
        <p:txBody>
          <a:bodyPr rtlCol="0" anchor="ctr"/>
          <a:lstStyle/>
          <a:p>
            <a:pPr algn="ctr"/>
            <a:endParaRPr/>
          </a:p>
        </p:txBody>
      </p:sp>
      <p:sp>
        <p:nvSpPr>
          <p:cNvPr id="53" name="TextBox 52"/>
          <p:cNvSpPr txBox="1"/>
          <p:nvPr/>
        </p:nvSpPr>
        <p:spPr>
          <a:xfrm>
            <a:off x="5779008" y="3648456"/>
            <a:ext cx="237744" cy="237744"/>
          </a:xfrm>
          <a:prstGeom prst="rect">
            <a:avLst/>
          </a:prstGeom>
          <a:noFill/>
        </p:spPr>
        <p:txBody>
          <a:bodyPr wrap="square" lIns="0" tIns="0" rIns="0" bIns="0" anchor="ctr">
            <a:spAutoFit/>
          </a:bodyPr>
          <a:lstStyle/>
          <a:p>
            <a:pPr algn="ctr">
              <a:spcAft>
                <a:spcPts val="0"/>
              </a:spcAft>
            </a:pPr>
            <a:r>
              <a:rPr sz="900" b="1" i="0">
                <a:solidFill>
                  <a:srgbClr val="1B3A6B"/>
                </a:solidFill>
                <a:latin typeface="Calibri"/>
              </a:rPr>
              <a:t>3</a:t>
            </a:r>
          </a:p>
        </p:txBody>
      </p:sp>
      <p:sp>
        <p:nvSpPr>
          <p:cNvPr id="54" name="TextBox 53"/>
          <p:cNvSpPr txBox="1"/>
          <p:nvPr/>
        </p:nvSpPr>
        <p:spPr>
          <a:xfrm>
            <a:off x="6108192" y="3611880"/>
            <a:ext cx="2560320" cy="411480"/>
          </a:xfrm>
          <a:prstGeom prst="rect">
            <a:avLst/>
          </a:prstGeom>
          <a:noFill/>
        </p:spPr>
        <p:txBody>
          <a:bodyPr wrap="square" lIns="0" tIns="0" rIns="0" bIns="0" anchor="ctr">
            <a:spAutoFit/>
          </a:bodyPr>
          <a:lstStyle/>
          <a:p>
            <a:pPr algn="l">
              <a:spcAft>
                <a:spcPts val="0"/>
              </a:spcAft>
            </a:pPr>
            <a:r>
              <a:rPr sz="819" b="0" i="0">
                <a:solidFill>
                  <a:srgbClr val="FFFFFF"/>
                </a:solidFill>
                <a:latin typeface="Calibri"/>
              </a:rPr>
              <a:t>Solicitar código de falla a Deye para Casas 382p, 74 y 48.</a:t>
            </a:r>
          </a:p>
        </p:txBody>
      </p:sp>
      <p:sp>
        <p:nvSpPr>
          <p:cNvPr id="55" name="Oval 54"/>
          <p:cNvSpPr/>
          <p:nvPr/>
        </p:nvSpPr>
        <p:spPr>
          <a:xfrm>
            <a:off x="5779008" y="4105656"/>
            <a:ext cx="237744" cy="237744"/>
          </a:xfrm>
          <a:prstGeom prst="ellipse">
            <a:avLst/>
          </a:prstGeom>
          <a:solidFill>
            <a:srgbClr val="F5A623"/>
          </a:solidFill>
          <a:ln w="12700">
            <a:solidFill>
              <a:srgbClr val="F5A623"/>
            </a:solidFill>
          </a:ln>
        </p:spPr>
        <p:txBody>
          <a:bodyPr rtlCol="0" anchor="ctr"/>
          <a:lstStyle/>
          <a:p>
            <a:pPr algn="ctr"/>
            <a:endParaRPr/>
          </a:p>
        </p:txBody>
      </p:sp>
      <p:sp>
        <p:nvSpPr>
          <p:cNvPr id="56" name="TextBox 55"/>
          <p:cNvSpPr txBox="1"/>
          <p:nvPr/>
        </p:nvSpPr>
        <p:spPr>
          <a:xfrm>
            <a:off x="5779008" y="4105656"/>
            <a:ext cx="237744" cy="237744"/>
          </a:xfrm>
          <a:prstGeom prst="rect">
            <a:avLst/>
          </a:prstGeom>
          <a:noFill/>
        </p:spPr>
        <p:txBody>
          <a:bodyPr wrap="square" lIns="0" tIns="0" rIns="0" bIns="0" anchor="ctr">
            <a:spAutoFit/>
          </a:bodyPr>
          <a:lstStyle/>
          <a:p>
            <a:pPr algn="ctr">
              <a:spcAft>
                <a:spcPts val="0"/>
              </a:spcAft>
            </a:pPr>
            <a:r>
              <a:rPr sz="900" b="1" i="0">
                <a:solidFill>
                  <a:srgbClr val="1B3A6B"/>
                </a:solidFill>
                <a:latin typeface="Calibri"/>
              </a:rPr>
              <a:t>4</a:t>
            </a:r>
          </a:p>
        </p:txBody>
      </p:sp>
      <p:sp>
        <p:nvSpPr>
          <p:cNvPr id="57" name="TextBox 56"/>
          <p:cNvSpPr txBox="1"/>
          <p:nvPr/>
        </p:nvSpPr>
        <p:spPr>
          <a:xfrm>
            <a:off x="6108192" y="4069080"/>
            <a:ext cx="2560320" cy="411480"/>
          </a:xfrm>
          <a:prstGeom prst="rect">
            <a:avLst/>
          </a:prstGeom>
          <a:noFill/>
        </p:spPr>
        <p:txBody>
          <a:bodyPr wrap="square" lIns="0" tIns="0" rIns="0" bIns="0" anchor="ctr">
            <a:spAutoFit/>
          </a:bodyPr>
          <a:lstStyle/>
          <a:p>
            <a:pPr algn="l">
              <a:spcAft>
                <a:spcPts val="0"/>
              </a:spcAft>
            </a:pPr>
            <a:r>
              <a:rPr sz="819" b="0" i="0">
                <a:solidFill>
                  <a:srgbClr val="FFFFFF"/>
                </a:solidFill>
                <a:latin typeface="Calibri"/>
              </a:rPr>
              <a:t>Revisar con los clientes las 15 casas con consumo &gt; 30% sobre el diseño.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GENERACIÓN SOLAR</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Rendimiento 88,9% del diseño; la cobertura solar de 64,2% queda bajo la meta de 70%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3</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a:p>
        </p:txBody>
      </p:sp>
      <p:sp>
        <p:nvSpPr>
          <p:cNvPr id="9" name="TextBox 8"/>
          <p:cNvSpPr txBox="1"/>
          <p:nvPr/>
        </p:nvSpPr>
        <p:spPr>
          <a:xfrm>
            <a:off x="548640" y="1243584"/>
            <a:ext cx="448056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Yield real vs de diseño (kWh/kWp/año)</a:t>
            </a:r>
          </a:p>
        </p:txBody>
      </p:sp>
      <p:graphicFrame>
        <p:nvGraphicFramePr>
          <p:cNvPr id="10" name="Chart 9"/>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a:p>
        </p:txBody>
      </p:sp>
      <p:sp>
        <p:nvSpPr>
          <p:cNvPr id="12" name="TextBox 11"/>
          <p:cNvSpPr txBox="1"/>
          <p:nvPr/>
        </p:nvSpPr>
        <p:spPr>
          <a:xfrm>
            <a:off x="5486400" y="1243584"/>
            <a:ext cx="310896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Cobertura solar por conjunto</a:t>
            </a:r>
          </a:p>
        </p:txBody>
      </p:sp>
      <p:sp>
        <p:nvSpPr>
          <p:cNvPr id="13" name="TextBox 12"/>
          <p:cNvSpPr txBox="1"/>
          <p:nvPr/>
        </p:nvSpPr>
        <p:spPr>
          <a:xfrm>
            <a:off x="5486400" y="1536192"/>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Reservas de Pance</a:t>
            </a:r>
          </a:p>
        </p:txBody>
      </p:sp>
      <p:sp>
        <p:nvSpPr>
          <p:cNvPr id="14" name="Rectangle 13"/>
          <p:cNvSpPr/>
          <p:nvPr/>
        </p:nvSpPr>
        <p:spPr>
          <a:xfrm>
            <a:off x="6766560" y="1627632"/>
            <a:ext cx="1371600" cy="182880"/>
          </a:xfrm>
          <a:prstGeom prst="rect">
            <a:avLst/>
          </a:prstGeom>
          <a:solidFill>
            <a:srgbClr val="E9EDF3"/>
          </a:solidFill>
          <a:ln w="12700">
            <a:solidFill>
              <a:srgbClr val="E9EDF3"/>
            </a:solidFill>
          </a:ln>
        </p:spPr>
        <p:txBody>
          <a:bodyPr rtlCol="0" anchor="ctr"/>
          <a:lstStyle/>
          <a:p>
            <a:pPr algn="ctr"/>
            <a:endParaRPr/>
          </a:p>
        </p:txBody>
      </p:sp>
      <p:sp>
        <p:nvSpPr>
          <p:cNvPr id="15" name="Rectangle 14"/>
          <p:cNvSpPr/>
          <p:nvPr/>
        </p:nvSpPr>
        <p:spPr>
          <a:xfrm>
            <a:off x="6766560" y="1627632"/>
            <a:ext cx="924987" cy="182880"/>
          </a:xfrm>
          <a:prstGeom prst="rect">
            <a:avLst/>
          </a:prstGeom>
          <a:solidFill>
            <a:srgbClr val="CA6F1E"/>
          </a:solidFill>
          <a:ln w="12700">
            <a:solidFill>
              <a:srgbClr val="CA6F1E"/>
            </a:solidFill>
          </a:ln>
        </p:spPr>
        <p:txBody>
          <a:bodyPr rtlCol="0" anchor="ctr"/>
          <a:lstStyle/>
          <a:p>
            <a:pPr algn="ctr"/>
            <a:endParaRPr/>
          </a:p>
        </p:txBody>
      </p:sp>
      <p:sp>
        <p:nvSpPr>
          <p:cNvPr id="16" name="Rectangle 15"/>
          <p:cNvSpPr/>
          <p:nvPr/>
        </p:nvSpPr>
        <p:spPr>
          <a:xfrm>
            <a:off x="7726679" y="1572768"/>
            <a:ext cx="18288" cy="292608"/>
          </a:xfrm>
          <a:prstGeom prst="rect">
            <a:avLst/>
          </a:prstGeom>
          <a:solidFill>
            <a:srgbClr val="1B3A6B"/>
          </a:solidFill>
          <a:ln w="12700">
            <a:solidFill>
              <a:srgbClr val="1B3A6B"/>
            </a:solidFill>
          </a:ln>
        </p:spPr>
        <p:txBody>
          <a:bodyPr rtlCol="0" anchor="ctr"/>
          <a:lstStyle/>
          <a:p>
            <a:pPr algn="ctr"/>
            <a:endParaRPr/>
          </a:p>
        </p:txBody>
      </p:sp>
      <p:sp>
        <p:nvSpPr>
          <p:cNvPr id="17" name="TextBox 16"/>
          <p:cNvSpPr txBox="1"/>
          <p:nvPr/>
        </p:nvSpPr>
        <p:spPr>
          <a:xfrm>
            <a:off x="8156448" y="1536192"/>
            <a:ext cx="502920" cy="365760"/>
          </a:xfrm>
          <a:prstGeom prst="rect">
            <a:avLst/>
          </a:prstGeom>
          <a:noFill/>
        </p:spPr>
        <p:txBody>
          <a:bodyPr wrap="square" lIns="0" tIns="0" rIns="0" bIns="0" anchor="ctr">
            <a:spAutoFit/>
          </a:bodyPr>
          <a:lstStyle/>
          <a:p>
            <a:pPr algn="l">
              <a:spcAft>
                <a:spcPts val="0"/>
              </a:spcAft>
            </a:pPr>
            <a:r>
              <a:rPr sz="900" b="1" i="0">
                <a:solidFill>
                  <a:srgbClr val="CA6F1E"/>
                </a:solidFill>
                <a:latin typeface="Calibri"/>
              </a:rPr>
              <a:t>67,4%</a:t>
            </a:r>
          </a:p>
        </p:txBody>
      </p:sp>
      <p:sp>
        <p:nvSpPr>
          <p:cNvPr id="18" name="TextBox 17"/>
          <p:cNvSpPr txBox="1"/>
          <p:nvPr/>
        </p:nvSpPr>
        <p:spPr>
          <a:xfrm>
            <a:off x="5486400" y="2011680"/>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Prado Verde</a:t>
            </a:r>
          </a:p>
        </p:txBody>
      </p:sp>
      <p:sp>
        <p:nvSpPr>
          <p:cNvPr id="19" name="Rectangle 18"/>
          <p:cNvSpPr/>
          <p:nvPr/>
        </p:nvSpPr>
        <p:spPr>
          <a:xfrm>
            <a:off x="6766560" y="2103120"/>
            <a:ext cx="1371600" cy="182880"/>
          </a:xfrm>
          <a:prstGeom prst="rect">
            <a:avLst/>
          </a:prstGeom>
          <a:solidFill>
            <a:srgbClr val="E9EDF3"/>
          </a:solidFill>
          <a:ln w="12700">
            <a:solidFill>
              <a:srgbClr val="E9EDF3"/>
            </a:solidFill>
          </a:ln>
        </p:spPr>
        <p:txBody>
          <a:bodyPr rtlCol="0" anchor="ctr"/>
          <a:lstStyle/>
          <a:p>
            <a:pPr algn="ctr"/>
            <a:endParaRPr/>
          </a:p>
        </p:txBody>
      </p:sp>
      <p:sp>
        <p:nvSpPr>
          <p:cNvPr id="20" name="Rectangle 19"/>
          <p:cNvSpPr/>
          <p:nvPr/>
        </p:nvSpPr>
        <p:spPr>
          <a:xfrm>
            <a:off x="6766560" y="2103120"/>
            <a:ext cx="963870" cy="182880"/>
          </a:xfrm>
          <a:prstGeom prst="rect">
            <a:avLst/>
          </a:prstGeom>
          <a:solidFill>
            <a:srgbClr val="1E8449"/>
          </a:solidFill>
          <a:ln w="12700">
            <a:solidFill>
              <a:srgbClr val="1E8449"/>
            </a:solidFill>
          </a:ln>
        </p:spPr>
        <p:txBody>
          <a:bodyPr rtlCol="0" anchor="ctr"/>
          <a:lstStyle/>
          <a:p>
            <a:pPr algn="ctr"/>
            <a:endParaRPr/>
          </a:p>
        </p:txBody>
      </p:sp>
      <p:sp>
        <p:nvSpPr>
          <p:cNvPr id="21" name="Rectangle 20"/>
          <p:cNvSpPr/>
          <p:nvPr/>
        </p:nvSpPr>
        <p:spPr>
          <a:xfrm>
            <a:off x="7726679" y="2048256"/>
            <a:ext cx="18288" cy="292608"/>
          </a:xfrm>
          <a:prstGeom prst="rect">
            <a:avLst/>
          </a:prstGeom>
          <a:solidFill>
            <a:srgbClr val="1B3A6B"/>
          </a:solidFill>
          <a:ln w="12700">
            <a:solidFill>
              <a:srgbClr val="1B3A6B"/>
            </a:solidFill>
          </a:ln>
        </p:spPr>
        <p:txBody>
          <a:bodyPr rtlCol="0" anchor="ctr"/>
          <a:lstStyle/>
          <a:p>
            <a:pPr algn="ctr"/>
            <a:endParaRPr/>
          </a:p>
        </p:txBody>
      </p:sp>
      <p:sp>
        <p:nvSpPr>
          <p:cNvPr id="22" name="TextBox 21"/>
          <p:cNvSpPr txBox="1"/>
          <p:nvPr/>
        </p:nvSpPr>
        <p:spPr>
          <a:xfrm>
            <a:off x="8156448" y="2011680"/>
            <a:ext cx="502920" cy="365760"/>
          </a:xfrm>
          <a:prstGeom prst="rect">
            <a:avLst/>
          </a:prstGeom>
          <a:noFill/>
        </p:spPr>
        <p:txBody>
          <a:bodyPr wrap="square" lIns="0" tIns="0" rIns="0" bIns="0" anchor="ctr">
            <a:spAutoFit/>
          </a:bodyPr>
          <a:lstStyle/>
          <a:p>
            <a:pPr algn="l">
              <a:spcAft>
                <a:spcPts val="0"/>
              </a:spcAft>
            </a:pPr>
            <a:r>
              <a:rPr sz="900" b="1" i="0">
                <a:solidFill>
                  <a:srgbClr val="1E8449"/>
                </a:solidFill>
                <a:latin typeface="Calibri"/>
              </a:rPr>
              <a:t>70,3%</a:t>
            </a:r>
          </a:p>
        </p:txBody>
      </p:sp>
      <p:sp>
        <p:nvSpPr>
          <p:cNvPr id="23" name="TextBox 22"/>
          <p:cNvSpPr txBox="1"/>
          <p:nvPr/>
        </p:nvSpPr>
        <p:spPr>
          <a:xfrm>
            <a:off x="5486400" y="2487168"/>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Terra by Kaia</a:t>
            </a:r>
          </a:p>
        </p:txBody>
      </p:sp>
      <p:sp>
        <p:nvSpPr>
          <p:cNvPr id="24" name="Rectangle 23"/>
          <p:cNvSpPr/>
          <p:nvPr/>
        </p:nvSpPr>
        <p:spPr>
          <a:xfrm>
            <a:off x="6766560" y="2578608"/>
            <a:ext cx="1371600" cy="182880"/>
          </a:xfrm>
          <a:prstGeom prst="rect">
            <a:avLst/>
          </a:prstGeom>
          <a:solidFill>
            <a:srgbClr val="E9EDF3"/>
          </a:solidFill>
          <a:ln w="12700">
            <a:solidFill>
              <a:srgbClr val="E9EDF3"/>
            </a:solidFill>
          </a:ln>
        </p:spPr>
        <p:txBody>
          <a:bodyPr rtlCol="0" anchor="ctr"/>
          <a:lstStyle/>
          <a:p>
            <a:pPr algn="ctr"/>
            <a:endParaRPr/>
          </a:p>
        </p:txBody>
      </p:sp>
      <p:sp>
        <p:nvSpPr>
          <p:cNvPr id="25" name="Rectangle 24"/>
          <p:cNvSpPr/>
          <p:nvPr/>
        </p:nvSpPr>
        <p:spPr>
          <a:xfrm>
            <a:off x="6766560" y="2578608"/>
            <a:ext cx="900095" cy="182880"/>
          </a:xfrm>
          <a:prstGeom prst="rect">
            <a:avLst/>
          </a:prstGeom>
          <a:solidFill>
            <a:srgbClr val="CA6F1E"/>
          </a:solidFill>
          <a:ln w="12700">
            <a:solidFill>
              <a:srgbClr val="CA6F1E"/>
            </a:solidFill>
          </a:ln>
        </p:spPr>
        <p:txBody>
          <a:bodyPr rtlCol="0" anchor="ctr"/>
          <a:lstStyle/>
          <a:p>
            <a:pPr algn="ctr"/>
            <a:endParaRPr/>
          </a:p>
        </p:txBody>
      </p:sp>
      <p:sp>
        <p:nvSpPr>
          <p:cNvPr id="26" name="Rectangle 25"/>
          <p:cNvSpPr/>
          <p:nvPr/>
        </p:nvSpPr>
        <p:spPr>
          <a:xfrm>
            <a:off x="7726679" y="2523744"/>
            <a:ext cx="18288" cy="292608"/>
          </a:xfrm>
          <a:prstGeom prst="rect">
            <a:avLst/>
          </a:prstGeom>
          <a:solidFill>
            <a:srgbClr val="1B3A6B"/>
          </a:solidFill>
          <a:ln w="12700">
            <a:solidFill>
              <a:srgbClr val="1B3A6B"/>
            </a:solidFill>
          </a:ln>
        </p:spPr>
        <p:txBody>
          <a:bodyPr rtlCol="0" anchor="ctr"/>
          <a:lstStyle/>
          <a:p>
            <a:pPr algn="ctr"/>
            <a:endParaRPr/>
          </a:p>
        </p:txBody>
      </p:sp>
      <p:sp>
        <p:nvSpPr>
          <p:cNvPr id="27" name="TextBox 26"/>
          <p:cNvSpPr txBox="1"/>
          <p:nvPr/>
        </p:nvSpPr>
        <p:spPr>
          <a:xfrm>
            <a:off x="8156448" y="2487168"/>
            <a:ext cx="502920" cy="365760"/>
          </a:xfrm>
          <a:prstGeom prst="rect">
            <a:avLst/>
          </a:prstGeom>
          <a:noFill/>
        </p:spPr>
        <p:txBody>
          <a:bodyPr wrap="square" lIns="0" tIns="0" rIns="0" bIns="0" anchor="ctr">
            <a:spAutoFit/>
          </a:bodyPr>
          <a:lstStyle/>
          <a:p>
            <a:pPr algn="l">
              <a:spcAft>
                <a:spcPts val="0"/>
              </a:spcAft>
            </a:pPr>
            <a:r>
              <a:rPr sz="900" b="1" i="0">
                <a:solidFill>
                  <a:srgbClr val="CA6F1E"/>
                </a:solidFill>
                <a:latin typeface="Calibri"/>
              </a:rPr>
              <a:t>65,6%</a:t>
            </a:r>
          </a:p>
        </p:txBody>
      </p:sp>
      <p:sp>
        <p:nvSpPr>
          <p:cNvPr id="28" name="TextBox 27"/>
          <p:cNvSpPr txBox="1"/>
          <p:nvPr/>
        </p:nvSpPr>
        <p:spPr>
          <a:xfrm>
            <a:off x="5486400" y="2962656"/>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Terranova</a:t>
            </a:r>
          </a:p>
        </p:txBody>
      </p:sp>
      <p:sp>
        <p:nvSpPr>
          <p:cNvPr id="29" name="Rectangle 28"/>
          <p:cNvSpPr/>
          <p:nvPr/>
        </p:nvSpPr>
        <p:spPr>
          <a:xfrm>
            <a:off x="6766560" y="3054096"/>
            <a:ext cx="1371600" cy="182880"/>
          </a:xfrm>
          <a:prstGeom prst="rect">
            <a:avLst/>
          </a:prstGeom>
          <a:solidFill>
            <a:srgbClr val="E9EDF3"/>
          </a:solidFill>
          <a:ln w="12700">
            <a:solidFill>
              <a:srgbClr val="E9EDF3"/>
            </a:solidFill>
          </a:ln>
        </p:spPr>
        <p:txBody>
          <a:bodyPr rtlCol="0" anchor="ctr"/>
          <a:lstStyle/>
          <a:p>
            <a:pPr algn="ctr"/>
            <a:endParaRPr/>
          </a:p>
        </p:txBody>
      </p:sp>
      <p:sp>
        <p:nvSpPr>
          <p:cNvPr id="30" name="Rectangle 29"/>
          <p:cNvSpPr/>
          <p:nvPr/>
        </p:nvSpPr>
        <p:spPr>
          <a:xfrm>
            <a:off x="6766560" y="3054096"/>
            <a:ext cx="688162" cy="182880"/>
          </a:xfrm>
          <a:prstGeom prst="rect">
            <a:avLst/>
          </a:prstGeom>
          <a:solidFill>
            <a:srgbClr val="C0392B"/>
          </a:solidFill>
          <a:ln w="12700">
            <a:solidFill>
              <a:srgbClr val="C0392B"/>
            </a:solidFill>
          </a:ln>
        </p:spPr>
        <p:txBody>
          <a:bodyPr rtlCol="0" anchor="ctr"/>
          <a:lstStyle/>
          <a:p>
            <a:pPr algn="ctr"/>
            <a:endParaRPr/>
          </a:p>
        </p:txBody>
      </p:sp>
      <p:sp>
        <p:nvSpPr>
          <p:cNvPr id="31" name="Rectangle 30"/>
          <p:cNvSpPr/>
          <p:nvPr/>
        </p:nvSpPr>
        <p:spPr>
          <a:xfrm>
            <a:off x="7726679" y="2999232"/>
            <a:ext cx="18288" cy="292608"/>
          </a:xfrm>
          <a:prstGeom prst="rect">
            <a:avLst/>
          </a:prstGeom>
          <a:solidFill>
            <a:srgbClr val="1B3A6B"/>
          </a:solidFill>
          <a:ln w="12700">
            <a:solidFill>
              <a:srgbClr val="1B3A6B"/>
            </a:solidFill>
          </a:ln>
        </p:spPr>
        <p:txBody>
          <a:bodyPr rtlCol="0" anchor="ctr"/>
          <a:lstStyle/>
          <a:p>
            <a:pPr algn="ctr"/>
            <a:endParaRPr/>
          </a:p>
        </p:txBody>
      </p:sp>
      <p:sp>
        <p:nvSpPr>
          <p:cNvPr id="32" name="TextBox 31"/>
          <p:cNvSpPr txBox="1"/>
          <p:nvPr/>
        </p:nvSpPr>
        <p:spPr>
          <a:xfrm>
            <a:off x="8156448" y="2962656"/>
            <a:ext cx="502920" cy="365760"/>
          </a:xfrm>
          <a:prstGeom prst="rect">
            <a:avLst/>
          </a:prstGeom>
          <a:noFill/>
        </p:spPr>
        <p:txBody>
          <a:bodyPr wrap="square" lIns="0" tIns="0" rIns="0" bIns="0" anchor="ctr">
            <a:spAutoFit/>
          </a:bodyPr>
          <a:lstStyle/>
          <a:p>
            <a:pPr algn="l">
              <a:spcAft>
                <a:spcPts val="0"/>
              </a:spcAft>
            </a:pPr>
            <a:r>
              <a:rPr sz="900" b="1" i="0">
                <a:solidFill>
                  <a:srgbClr val="C0392B"/>
                </a:solidFill>
                <a:latin typeface="Calibri"/>
              </a:rPr>
              <a:t>50,2%</a:t>
            </a:r>
          </a:p>
        </p:txBody>
      </p:sp>
      <p:sp>
        <p:nvSpPr>
          <p:cNvPr id="33" name="TextBox 32"/>
          <p:cNvSpPr txBox="1"/>
          <p:nvPr/>
        </p:nvSpPr>
        <p:spPr>
          <a:xfrm>
            <a:off x="5486400" y="3438144"/>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Los Abedules</a:t>
            </a:r>
          </a:p>
        </p:txBody>
      </p:sp>
      <p:sp>
        <p:nvSpPr>
          <p:cNvPr id="34" name="Rectangle 33"/>
          <p:cNvSpPr/>
          <p:nvPr/>
        </p:nvSpPr>
        <p:spPr>
          <a:xfrm>
            <a:off x="6766560" y="3529584"/>
            <a:ext cx="1371600" cy="182880"/>
          </a:xfrm>
          <a:prstGeom prst="rect">
            <a:avLst/>
          </a:prstGeom>
          <a:solidFill>
            <a:srgbClr val="E9EDF3"/>
          </a:solidFill>
          <a:ln w="12700">
            <a:solidFill>
              <a:srgbClr val="E9EDF3"/>
            </a:solidFill>
          </a:ln>
        </p:spPr>
        <p:txBody>
          <a:bodyPr rtlCol="0" anchor="ctr"/>
          <a:lstStyle/>
          <a:p>
            <a:pPr algn="ctr"/>
            <a:endParaRPr/>
          </a:p>
        </p:txBody>
      </p:sp>
      <p:sp>
        <p:nvSpPr>
          <p:cNvPr id="35" name="Rectangle 34"/>
          <p:cNvSpPr/>
          <p:nvPr/>
        </p:nvSpPr>
        <p:spPr>
          <a:xfrm>
            <a:off x="6766560" y="3529584"/>
            <a:ext cx="958580" cy="182880"/>
          </a:xfrm>
          <a:prstGeom prst="rect">
            <a:avLst/>
          </a:prstGeom>
          <a:solidFill>
            <a:srgbClr val="CA6F1E"/>
          </a:solidFill>
          <a:ln w="12700">
            <a:solidFill>
              <a:srgbClr val="CA6F1E"/>
            </a:solidFill>
          </a:ln>
        </p:spPr>
        <p:txBody>
          <a:bodyPr rtlCol="0" anchor="ctr"/>
          <a:lstStyle/>
          <a:p>
            <a:pPr algn="ctr"/>
            <a:endParaRPr/>
          </a:p>
        </p:txBody>
      </p:sp>
      <p:sp>
        <p:nvSpPr>
          <p:cNvPr id="36" name="Rectangle 35"/>
          <p:cNvSpPr/>
          <p:nvPr/>
        </p:nvSpPr>
        <p:spPr>
          <a:xfrm>
            <a:off x="7726679" y="3474720"/>
            <a:ext cx="18288" cy="292608"/>
          </a:xfrm>
          <a:prstGeom prst="rect">
            <a:avLst/>
          </a:prstGeom>
          <a:solidFill>
            <a:srgbClr val="1B3A6B"/>
          </a:solidFill>
          <a:ln w="12700">
            <a:solidFill>
              <a:srgbClr val="1B3A6B"/>
            </a:solidFill>
          </a:ln>
        </p:spPr>
        <p:txBody>
          <a:bodyPr rtlCol="0" anchor="ctr"/>
          <a:lstStyle/>
          <a:p>
            <a:pPr algn="ctr"/>
            <a:endParaRPr/>
          </a:p>
        </p:txBody>
      </p:sp>
      <p:sp>
        <p:nvSpPr>
          <p:cNvPr id="37" name="TextBox 36"/>
          <p:cNvSpPr txBox="1"/>
          <p:nvPr/>
        </p:nvSpPr>
        <p:spPr>
          <a:xfrm>
            <a:off x="8156448" y="3438144"/>
            <a:ext cx="502920" cy="365760"/>
          </a:xfrm>
          <a:prstGeom prst="rect">
            <a:avLst/>
          </a:prstGeom>
          <a:noFill/>
        </p:spPr>
        <p:txBody>
          <a:bodyPr wrap="square" lIns="0" tIns="0" rIns="0" bIns="0" anchor="ctr">
            <a:spAutoFit/>
          </a:bodyPr>
          <a:lstStyle/>
          <a:p>
            <a:pPr algn="l">
              <a:spcAft>
                <a:spcPts val="0"/>
              </a:spcAft>
            </a:pPr>
            <a:r>
              <a:rPr sz="900" b="1" i="0">
                <a:solidFill>
                  <a:srgbClr val="CA6F1E"/>
                </a:solidFill>
                <a:latin typeface="Calibri"/>
              </a:rPr>
              <a:t>69,9%</a:t>
            </a:r>
          </a:p>
        </p:txBody>
      </p:sp>
      <p:sp>
        <p:nvSpPr>
          <p:cNvPr id="38" name="TextBox 37"/>
          <p:cNvSpPr txBox="1"/>
          <p:nvPr/>
        </p:nvSpPr>
        <p:spPr>
          <a:xfrm>
            <a:off x="5486400" y="3913632"/>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Llanos de Pance</a:t>
            </a:r>
          </a:p>
        </p:txBody>
      </p:sp>
      <p:sp>
        <p:nvSpPr>
          <p:cNvPr id="39" name="Rectangle 38"/>
          <p:cNvSpPr/>
          <p:nvPr/>
        </p:nvSpPr>
        <p:spPr>
          <a:xfrm>
            <a:off x="6766560" y="4005072"/>
            <a:ext cx="1371600" cy="182880"/>
          </a:xfrm>
          <a:prstGeom prst="rect">
            <a:avLst/>
          </a:prstGeom>
          <a:solidFill>
            <a:srgbClr val="E9EDF3"/>
          </a:solidFill>
          <a:ln w="12700">
            <a:solidFill>
              <a:srgbClr val="E9EDF3"/>
            </a:solidFill>
          </a:ln>
        </p:spPr>
        <p:txBody>
          <a:bodyPr rtlCol="0" anchor="ctr"/>
          <a:lstStyle/>
          <a:p>
            <a:pPr algn="ctr"/>
            <a:endParaRPr/>
          </a:p>
        </p:txBody>
      </p:sp>
      <p:sp>
        <p:nvSpPr>
          <p:cNvPr id="40" name="Rectangle 39"/>
          <p:cNvSpPr/>
          <p:nvPr/>
        </p:nvSpPr>
        <p:spPr>
          <a:xfrm>
            <a:off x="6766560" y="4005072"/>
            <a:ext cx="845190" cy="182880"/>
          </a:xfrm>
          <a:prstGeom prst="rect">
            <a:avLst/>
          </a:prstGeom>
          <a:solidFill>
            <a:srgbClr val="CA6F1E"/>
          </a:solidFill>
          <a:ln w="12700">
            <a:solidFill>
              <a:srgbClr val="CA6F1E"/>
            </a:solidFill>
          </a:ln>
        </p:spPr>
        <p:txBody>
          <a:bodyPr rtlCol="0" anchor="ctr"/>
          <a:lstStyle/>
          <a:p>
            <a:pPr algn="ctr"/>
            <a:endParaRPr/>
          </a:p>
        </p:txBody>
      </p:sp>
      <p:sp>
        <p:nvSpPr>
          <p:cNvPr id="41" name="Rectangle 40"/>
          <p:cNvSpPr/>
          <p:nvPr/>
        </p:nvSpPr>
        <p:spPr>
          <a:xfrm>
            <a:off x="7726679" y="3950208"/>
            <a:ext cx="18288" cy="292608"/>
          </a:xfrm>
          <a:prstGeom prst="rect">
            <a:avLst/>
          </a:prstGeom>
          <a:solidFill>
            <a:srgbClr val="1B3A6B"/>
          </a:solidFill>
          <a:ln w="12700">
            <a:solidFill>
              <a:srgbClr val="1B3A6B"/>
            </a:solidFill>
          </a:ln>
        </p:spPr>
        <p:txBody>
          <a:bodyPr rtlCol="0" anchor="ctr"/>
          <a:lstStyle/>
          <a:p>
            <a:pPr algn="ctr"/>
            <a:endParaRPr/>
          </a:p>
        </p:txBody>
      </p:sp>
      <p:sp>
        <p:nvSpPr>
          <p:cNvPr id="42" name="TextBox 41"/>
          <p:cNvSpPr txBox="1"/>
          <p:nvPr/>
        </p:nvSpPr>
        <p:spPr>
          <a:xfrm>
            <a:off x="8156448" y="3913632"/>
            <a:ext cx="502920" cy="365760"/>
          </a:xfrm>
          <a:prstGeom prst="rect">
            <a:avLst/>
          </a:prstGeom>
          <a:noFill/>
        </p:spPr>
        <p:txBody>
          <a:bodyPr wrap="square" lIns="0" tIns="0" rIns="0" bIns="0" anchor="ctr">
            <a:spAutoFit/>
          </a:bodyPr>
          <a:lstStyle/>
          <a:p>
            <a:pPr algn="l">
              <a:spcAft>
                <a:spcPts val="0"/>
              </a:spcAft>
            </a:pPr>
            <a:r>
              <a:rPr sz="900" b="1" i="0">
                <a:solidFill>
                  <a:srgbClr val="CA6F1E"/>
                </a:solidFill>
                <a:latin typeface="Calibri"/>
              </a:rPr>
              <a:t>61,6%</a:t>
            </a:r>
          </a:p>
        </p:txBody>
      </p:sp>
      <p:sp>
        <p:nvSpPr>
          <p:cNvPr id="43" name="TextBox 42"/>
          <p:cNvSpPr txBox="1"/>
          <p:nvPr/>
        </p:nvSpPr>
        <p:spPr>
          <a:xfrm>
            <a:off x="5486400" y="4370832"/>
            <a:ext cx="3108960" cy="182880"/>
          </a:xfrm>
          <a:prstGeom prst="rect">
            <a:avLst/>
          </a:prstGeom>
          <a:noFill/>
        </p:spPr>
        <p:txBody>
          <a:bodyPr wrap="square" lIns="0" tIns="0" rIns="0" bIns="0" anchor="ctr">
            <a:spAutoFit/>
          </a:bodyPr>
          <a:lstStyle/>
          <a:p>
            <a:pPr algn="l">
              <a:spcAft>
                <a:spcPts val="0"/>
              </a:spcAft>
            </a:pPr>
            <a:r>
              <a:rPr sz="700" b="0" i="1">
                <a:solidFill>
                  <a:srgbClr val="55636E"/>
                </a:solidFill>
                <a:latin typeface="Calibri"/>
              </a:rPr>
              <a:t>Línea azul oscura = meta de 70%</a:t>
            </a:r>
          </a:p>
        </p:txBody>
      </p:sp>
      <p:sp>
        <p:nvSpPr>
          <p:cNvPr id="44" name="TextBox 43"/>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Generación 17.610 kWh frente a una demanda de 26.456 kWh; importación 9.007 kWh. Solo Prado Verde alcanza la meta; Terranova (una casa) arrastra el promedio.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GENERACIÓN SOLAR · RANKING DE YIELD POR SISTEMA</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El yield de los sistemas va de 802 a 1.379 kWh/kWp/año; 10 de 38 quedan bajo la meta de 80% del diseño</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4</a:t>
            </a:r>
          </a:p>
        </p:txBody>
      </p:sp>
      <p:sp>
        <p:nvSpPr>
          <p:cNvPr id="8" name="TextBox 7"/>
          <p:cNvSpPr txBox="1"/>
          <p:nvPr/>
        </p:nvSpPr>
        <p:spPr>
          <a:xfrm>
            <a:off x="411480" y="1170432"/>
            <a:ext cx="1828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a:t>
            </a:r>
          </a:p>
        </p:txBody>
      </p:sp>
      <p:sp>
        <p:nvSpPr>
          <p:cNvPr id="9" name="TextBox 8"/>
          <p:cNvSpPr txBox="1"/>
          <p:nvPr/>
        </p:nvSpPr>
        <p:spPr>
          <a:xfrm>
            <a:off x="630936" y="1170432"/>
            <a:ext cx="5486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10" name="TextBox 9"/>
          <p:cNvSpPr txBox="1"/>
          <p:nvPr/>
        </p:nvSpPr>
        <p:spPr>
          <a:xfrm>
            <a:off x="1216152" y="1170432"/>
            <a:ext cx="12344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Yield real (kWh/kWp/año)</a:t>
            </a:r>
          </a:p>
        </p:txBody>
      </p:sp>
      <p:sp>
        <p:nvSpPr>
          <p:cNvPr id="11" name="TextBox 10"/>
          <p:cNvSpPr txBox="1"/>
          <p:nvPr/>
        </p:nvSpPr>
        <p:spPr>
          <a:xfrm>
            <a:off x="2496312" y="1170432"/>
            <a:ext cx="45720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Real</a:t>
            </a:r>
          </a:p>
        </p:txBody>
      </p:sp>
      <p:sp>
        <p:nvSpPr>
          <p:cNvPr id="12" name="TextBox 11"/>
          <p:cNvSpPr txBox="1"/>
          <p:nvPr/>
        </p:nvSpPr>
        <p:spPr>
          <a:xfrm>
            <a:off x="2990088" y="1170432"/>
            <a:ext cx="45720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 diseño</a:t>
            </a:r>
          </a:p>
        </p:txBody>
      </p:sp>
      <p:sp>
        <p:nvSpPr>
          <p:cNvPr id="13" name="TextBox 12"/>
          <p:cNvSpPr txBox="1"/>
          <p:nvPr/>
        </p:nvSpPr>
        <p:spPr>
          <a:xfrm>
            <a:off x="3474720" y="1170432"/>
            <a:ext cx="54864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Sin recorte</a:t>
            </a:r>
          </a:p>
        </p:txBody>
      </p:sp>
      <p:sp>
        <p:nvSpPr>
          <p:cNvPr id="14" name="TextBox 13"/>
          <p:cNvSpPr txBox="1"/>
          <p:nvPr/>
        </p:nvSpPr>
        <p:spPr>
          <a:xfrm>
            <a:off x="4050791" y="1170432"/>
            <a:ext cx="475488"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Marca</a:t>
            </a:r>
          </a:p>
        </p:txBody>
      </p:sp>
      <p:sp>
        <p:nvSpPr>
          <p:cNvPr id="15" name="Rectangle 14"/>
          <p:cNvSpPr/>
          <p:nvPr/>
        </p:nvSpPr>
        <p:spPr>
          <a:xfrm>
            <a:off x="411480" y="1389888"/>
            <a:ext cx="4114800" cy="162763"/>
          </a:xfrm>
          <a:prstGeom prst="rect">
            <a:avLst/>
          </a:prstGeom>
          <a:solidFill>
            <a:srgbClr val="FFFFFF"/>
          </a:solidFill>
          <a:ln>
            <a:noFill/>
          </a:ln>
        </p:spPr>
        <p:txBody>
          <a:bodyPr rtlCol="0" anchor="ctr"/>
          <a:lstStyle/>
          <a:p>
            <a:pPr algn="ctr"/>
          </a:p>
        </p:txBody>
      </p:sp>
      <p:sp>
        <p:nvSpPr>
          <p:cNvPr id="16" name="TextBox 15"/>
          <p:cNvSpPr txBox="1"/>
          <p:nvPr/>
        </p:nvSpPr>
        <p:spPr>
          <a:xfrm>
            <a:off x="411480" y="1389888"/>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a:t>
            </a:r>
          </a:p>
        </p:txBody>
      </p:sp>
      <p:sp>
        <p:nvSpPr>
          <p:cNvPr id="17" name="TextBox 16"/>
          <p:cNvSpPr txBox="1"/>
          <p:nvPr/>
        </p:nvSpPr>
        <p:spPr>
          <a:xfrm>
            <a:off x="630936" y="1389888"/>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24</a:t>
            </a:r>
          </a:p>
        </p:txBody>
      </p:sp>
      <p:sp>
        <p:nvSpPr>
          <p:cNvPr id="18" name="Rectangle 17"/>
          <p:cNvSpPr/>
          <p:nvPr/>
        </p:nvSpPr>
        <p:spPr>
          <a:xfrm>
            <a:off x="1216152" y="1425549"/>
            <a:ext cx="1063667" cy="91440"/>
          </a:xfrm>
          <a:prstGeom prst="rect">
            <a:avLst/>
          </a:prstGeom>
          <a:solidFill>
            <a:srgbClr val="1E8449"/>
          </a:solidFill>
          <a:ln>
            <a:noFill/>
          </a:ln>
        </p:spPr>
        <p:txBody>
          <a:bodyPr rtlCol="0" anchor="ctr"/>
          <a:lstStyle/>
          <a:p>
            <a:pPr algn="ctr"/>
          </a:p>
        </p:txBody>
      </p:sp>
      <p:sp>
        <p:nvSpPr>
          <p:cNvPr id="19" name="Rectangle 18"/>
          <p:cNvSpPr/>
          <p:nvPr/>
        </p:nvSpPr>
        <p:spPr>
          <a:xfrm>
            <a:off x="2279819" y="1425549"/>
            <a:ext cx="5868" cy="91440"/>
          </a:xfrm>
          <a:prstGeom prst="rect">
            <a:avLst/>
          </a:prstGeom>
          <a:solidFill>
            <a:srgbClr val="FAD9A0"/>
          </a:solidFill>
          <a:ln>
            <a:noFill/>
          </a:ln>
        </p:spPr>
        <p:txBody>
          <a:bodyPr rtlCol="0" anchor="ctr"/>
          <a:lstStyle/>
          <a:p>
            <a:pPr algn="ctr"/>
          </a:p>
        </p:txBody>
      </p:sp>
      <p:sp>
        <p:nvSpPr>
          <p:cNvPr id="20" name="Rectangle 19"/>
          <p:cNvSpPr/>
          <p:nvPr/>
        </p:nvSpPr>
        <p:spPr>
          <a:xfrm>
            <a:off x="2230478" y="1403604"/>
            <a:ext cx="12801" cy="135331"/>
          </a:xfrm>
          <a:prstGeom prst="rect">
            <a:avLst/>
          </a:prstGeom>
          <a:solidFill>
            <a:srgbClr val="1B3A6B"/>
          </a:solidFill>
          <a:ln>
            <a:noFill/>
          </a:ln>
        </p:spPr>
        <p:txBody>
          <a:bodyPr rtlCol="0" anchor="ctr"/>
          <a:lstStyle/>
          <a:p>
            <a:pPr algn="ctr"/>
          </a:p>
        </p:txBody>
      </p:sp>
      <p:sp>
        <p:nvSpPr>
          <p:cNvPr id="21" name="TextBox 20"/>
          <p:cNvSpPr txBox="1"/>
          <p:nvPr/>
        </p:nvSpPr>
        <p:spPr>
          <a:xfrm>
            <a:off x="2496312" y="1389888"/>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1.379</a:t>
            </a:r>
          </a:p>
        </p:txBody>
      </p:sp>
      <p:sp>
        <p:nvSpPr>
          <p:cNvPr id="22" name="TextBox 21"/>
          <p:cNvSpPr txBox="1"/>
          <p:nvPr/>
        </p:nvSpPr>
        <p:spPr>
          <a:xfrm>
            <a:off x="2990088" y="1389888"/>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104,2%</a:t>
            </a:r>
          </a:p>
        </p:txBody>
      </p:sp>
      <p:sp>
        <p:nvSpPr>
          <p:cNvPr id="23" name="TextBox 22"/>
          <p:cNvSpPr txBox="1"/>
          <p:nvPr/>
        </p:nvSpPr>
        <p:spPr>
          <a:xfrm>
            <a:off x="3474720" y="1389888"/>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1.386</a:t>
            </a:r>
          </a:p>
        </p:txBody>
      </p:sp>
      <p:sp>
        <p:nvSpPr>
          <p:cNvPr id="24" name="TextBox 23"/>
          <p:cNvSpPr txBox="1"/>
          <p:nvPr/>
        </p:nvSpPr>
        <p:spPr>
          <a:xfrm>
            <a:off x="4050791" y="1389888"/>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5" name="TextBox 24"/>
          <p:cNvSpPr txBox="1"/>
          <p:nvPr/>
        </p:nvSpPr>
        <p:spPr>
          <a:xfrm>
            <a:off x="411480" y="1552651"/>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a:t>
            </a:r>
          </a:p>
        </p:txBody>
      </p:sp>
      <p:sp>
        <p:nvSpPr>
          <p:cNvPr id="26" name="TextBox 25"/>
          <p:cNvSpPr txBox="1"/>
          <p:nvPr/>
        </p:nvSpPr>
        <p:spPr>
          <a:xfrm>
            <a:off x="630936" y="1552651"/>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15p</a:t>
            </a:r>
          </a:p>
        </p:txBody>
      </p:sp>
      <p:sp>
        <p:nvSpPr>
          <p:cNvPr id="27" name="Rectangle 26"/>
          <p:cNvSpPr/>
          <p:nvPr/>
        </p:nvSpPr>
        <p:spPr>
          <a:xfrm>
            <a:off x="1216152" y="1588312"/>
            <a:ext cx="1046850" cy="91440"/>
          </a:xfrm>
          <a:prstGeom prst="rect">
            <a:avLst/>
          </a:prstGeom>
          <a:solidFill>
            <a:srgbClr val="1E8449"/>
          </a:solidFill>
          <a:ln>
            <a:noFill/>
          </a:ln>
        </p:spPr>
        <p:txBody>
          <a:bodyPr rtlCol="0" anchor="ctr"/>
          <a:lstStyle/>
          <a:p>
            <a:pPr algn="ctr"/>
          </a:p>
        </p:txBody>
      </p:sp>
      <p:sp>
        <p:nvSpPr>
          <p:cNvPr id="28" name="Rectangle 27"/>
          <p:cNvSpPr/>
          <p:nvPr/>
        </p:nvSpPr>
        <p:spPr>
          <a:xfrm>
            <a:off x="2230478" y="1566367"/>
            <a:ext cx="12801" cy="135331"/>
          </a:xfrm>
          <a:prstGeom prst="rect">
            <a:avLst/>
          </a:prstGeom>
          <a:solidFill>
            <a:srgbClr val="1B3A6B"/>
          </a:solidFill>
          <a:ln>
            <a:noFill/>
          </a:ln>
        </p:spPr>
        <p:txBody>
          <a:bodyPr rtlCol="0" anchor="ctr"/>
          <a:lstStyle/>
          <a:p>
            <a:pPr algn="ctr"/>
          </a:p>
        </p:txBody>
      </p:sp>
      <p:sp>
        <p:nvSpPr>
          <p:cNvPr id="29" name="TextBox 28"/>
          <p:cNvSpPr txBox="1"/>
          <p:nvPr/>
        </p:nvSpPr>
        <p:spPr>
          <a:xfrm>
            <a:off x="2496312" y="1552651"/>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1.357</a:t>
            </a:r>
          </a:p>
        </p:txBody>
      </p:sp>
      <p:sp>
        <p:nvSpPr>
          <p:cNvPr id="30" name="TextBox 29"/>
          <p:cNvSpPr txBox="1"/>
          <p:nvPr/>
        </p:nvSpPr>
        <p:spPr>
          <a:xfrm>
            <a:off x="2990088" y="1552651"/>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102,6%</a:t>
            </a:r>
          </a:p>
        </p:txBody>
      </p:sp>
      <p:sp>
        <p:nvSpPr>
          <p:cNvPr id="31" name="TextBox 30"/>
          <p:cNvSpPr txBox="1"/>
          <p:nvPr/>
        </p:nvSpPr>
        <p:spPr>
          <a:xfrm>
            <a:off x="3474720" y="1552651"/>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1.361</a:t>
            </a:r>
          </a:p>
        </p:txBody>
      </p:sp>
      <p:sp>
        <p:nvSpPr>
          <p:cNvPr id="32" name="TextBox 31"/>
          <p:cNvSpPr txBox="1"/>
          <p:nvPr/>
        </p:nvSpPr>
        <p:spPr>
          <a:xfrm>
            <a:off x="4050791" y="1552651"/>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3" name="Rectangle 32"/>
          <p:cNvSpPr/>
          <p:nvPr/>
        </p:nvSpPr>
        <p:spPr>
          <a:xfrm>
            <a:off x="411480" y="1715414"/>
            <a:ext cx="4114800" cy="162763"/>
          </a:xfrm>
          <a:prstGeom prst="rect">
            <a:avLst/>
          </a:prstGeom>
          <a:solidFill>
            <a:srgbClr val="FFFFFF"/>
          </a:solidFill>
          <a:ln>
            <a:noFill/>
          </a:ln>
        </p:spPr>
        <p:txBody>
          <a:bodyPr rtlCol="0" anchor="ctr"/>
          <a:lstStyle/>
          <a:p>
            <a:pPr algn="ctr"/>
          </a:p>
        </p:txBody>
      </p:sp>
      <p:sp>
        <p:nvSpPr>
          <p:cNvPr id="34" name="TextBox 33"/>
          <p:cNvSpPr txBox="1"/>
          <p:nvPr/>
        </p:nvSpPr>
        <p:spPr>
          <a:xfrm>
            <a:off x="411480" y="171541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a:t>
            </a:r>
          </a:p>
        </p:txBody>
      </p:sp>
      <p:sp>
        <p:nvSpPr>
          <p:cNvPr id="35" name="TextBox 34"/>
          <p:cNvSpPr txBox="1"/>
          <p:nvPr/>
        </p:nvSpPr>
        <p:spPr>
          <a:xfrm>
            <a:off x="630936" y="171541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93p</a:t>
            </a:r>
          </a:p>
        </p:txBody>
      </p:sp>
      <p:sp>
        <p:nvSpPr>
          <p:cNvPr id="36" name="Rectangle 35"/>
          <p:cNvSpPr/>
          <p:nvPr/>
        </p:nvSpPr>
        <p:spPr>
          <a:xfrm>
            <a:off x="1216152" y="1751075"/>
            <a:ext cx="1003925" cy="91440"/>
          </a:xfrm>
          <a:prstGeom prst="rect">
            <a:avLst/>
          </a:prstGeom>
          <a:solidFill>
            <a:srgbClr val="1E8449"/>
          </a:solidFill>
          <a:ln>
            <a:noFill/>
          </a:ln>
        </p:spPr>
        <p:txBody>
          <a:bodyPr rtlCol="0" anchor="ctr"/>
          <a:lstStyle/>
          <a:p>
            <a:pPr algn="ctr"/>
          </a:p>
        </p:txBody>
      </p:sp>
      <p:sp>
        <p:nvSpPr>
          <p:cNvPr id="37" name="Rectangle 36"/>
          <p:cNvSpPr/>
          <p:nvPr/>
        </p:nvSpPr>
        <p:spPr>
          <a:xfrm>
            <a:off x="2220077" y="1751075"/>
            <a:ext cx="71976" cy="91440"/>
          </a:xfrm>
          <a:prstGeom prst="rect">
            <a:avLst/>
          </a:prstGeom>
          <a:solidFill>
            <a:srgbClr val="FAD9A0"/>
          </a:solidFill>
          <a:ln>
            <a:noFill/>
          </a:ln>
        </p:spPr>
        <p:txBody>
          <a:bodyPr rtlCol="0" anchor="ctr"/>
          <a:lstStyle/>
          <a:p>
            <a:pPr algn="ctr"/>
          </a:p>
        </p:txBody>
      </p:sp>
      <p:sp>
        <p:nvSpPr>
          <p:cNvPr id="38" name="Rectangle 37"/>
          <p:cNvSpPr/>
          <p:nvPr/>
        </p:nvSpPr>
        <p:spPr>
          <a:xfrm>
            <a:off x="2230478" y="1729130"/>
            <a:ext cx="12801" cy="135331"/>
          </a:xfrm>
          <a:prstGeom prst="rect">
            <a:avLst/>
          </a:prstGeom>
          <a:solidFill>
            <a:srgbClr val="1B3A6B"/>
          </a:solidFill>
          <a:ln>
            <a:noFill/>
          </a:ln>
        </p:spPr>
        <p:txBody>
          <a:bodyPr rtlCol="0" anchor="ctr"/>
          <a:lstStyle/>
          <a:p>
            <a:pPr algn="ctr"/>
          </a:p>
        </p:txBody>
      </p:sp>
      <p:sp>
        <p:nvSpPr>
          <p:cNvPr id="39" name="TextBox 38"/>
          <p:cNvSpPr txBox="1"/>
          <p:nvPr/>
        </p:nvSpPr>
        <p:spPr>
          <a:xfrm>
            <a:off x="2496312" y="1715414"/>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1.301</a:t>
            </a:r>
          </a:p>
        </p:txBody>
      </p:sp>
      <p:sp>
        <p:nvSpPr>
          <p:cNvPr id="40" name="TextBox 39"/>
          <p:cNvSpPr txBox="1"/>
          <p:nvPr/>
        </p:nvSpPr>
        <p:spPr>
          <a:xfrm>
            <a:off x="2990088" y="1715414"/>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98,4%</a:t>
            </a:r>
          </a:p>
        </p:txBody>
      </p:sp>
      <p:sp>
        <p:nvSpPr>
          <p:cNvPr id="41" name="TextBox 40"/>
          <p:cNvSpPr txBox="1"/>
          <p:nvPr/>
        </p:nvSpPr>
        <p:spPr>
          <a:xfrm>
            <a:off x="3474720" y="1715414"/>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1.395</a:t>
            </a:r>
          </a:p>
        </p:txBody>
      </p:sp>
      <p:sp>
        <p:nvSpPr>
          <p:cNvPr id="42" name="TextBox 41"/>
          <p:cNvSpPr txBox="1"/>
          <p:nvPr/>
        </p:nvSpPr>
        <p:spPr>
          <a:xfrm>
            <a:off x="4050791" y="1715414"/>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43" name="TextBox 42"/>
          <p:cNvSpPr txBox="1"/>
          <p:nvPr/>
        </p:nvSpPr>
        <p:spPr>
          <a:xfrm>
            <a:off x="411480" y="187817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4</a:t>
            </a:r>
          </a:p>
        </p:txBody>
      </p:sp>
      <p:sp>
        <p:nvSpPr>
          <p:cNvPr id="44" name="TextBox 43"/>
          <p:cNvSpPr txBox="1"/>
          <p:nvPr/>
        </p:nvSpPr>
        <p:spPr>
          <a:xfrm>
            <a:off x="630936" y="187817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78T</a:t>
            </a:r>
          </a:p>
        </p:txBody>
      </p:sp>
      <p:sp>
        <p:nvSpPr>
          <p:cNvPr id="45" name="Rectangle 44"/>
          <p:cNvSpPr/>
          <p:nvPr/>
        </p:nvSpPr>
        <p:spPr>
          <a:xfrm>
            <a:off x="1216152" y="1913839"/>
            <a:ext cx="992782" cy="91440"/>
          </a:xfrm>
          <a:prstGeom prst="rect">
            <a:avLst/>
          </a:prstGeom>
          <a:solidFill>
            <a:srgbClr val="1E8449"/>
          </a:solidFill>
          <a:ln>
            <a:noFill/>
          </a:ln>
        </p:spPr>
        <p:txBody>
          <a:bodyPr rtlCol="0" anchor="ctr"/>
          <a:lstStyle/>
          <a:p>
            <a:pPr algn="ctr"/>
          </a:p>
        </p:txBody>
      </p:sp>
      <p:sp>
        <p:nvSpPr>
          <p:cNvPr id="46" name="Rectangle 45"/>
          <p:cNvSpPr/>
          <p:nvPr/>
        </p:nvSpPr>
        <p:spPr>
          <a:xfrm>
            <a:off x="2208934" y="1913839"/>
            <a:ext cx="161833" cy="91440"/>
          </a:xfrm>
          <a:prstGeom prst="rect">
            <a:avLst/>
          </a:prstGeom>
          <a:solidFill>
            <a:srgbClr val="FAD9A0"/>
          </a:solidFill>
          <a:ln>
            <a:noFill/>
          </a:ln>
        </p:spPr>
        <p:txBody>
          <a:bodyPr rtlCol="0" anchor="ctr"/>
          <a:lstStyle/>
          <a:p>
            <a:pPr algn="ctr"/>
          </a:p>
        </p:txBody>
      </p:sp>
      <p:sp>
        <p:nvSpPr>
          <p:cNvPr id="47" name="Rectangle 46"/>
          <p:cNvSpPr/>
          <p:nvPr/>
        </p:nvSpPr>
        <p:spPr>
          <a:xfrm>
            <a:off x="2230478" y="1891893"/>
            <a:ext cx="12801" cy="135331"/>
          </a:xfrm>
          <a:prstGeom prst="rect">
            <a:avLst/>
          </a:prstGeom>
          <a:solidFill>
            <a:srgbClr val="1B3A6B"/>
          </a:solidFill>
          <a:ln>
            <a:noFill/>
          </a:ln>
        </p:spPr>
        <p:txBody>
          <a:bodyPr rtlCol="0" anchor="ctr"/>
          <a:lstStyle/>
          <a:p>
            <a:pPr algn="ctr"/>
          </a:p>
        </p:txBody>
      </p:sp>
      <p:sp>
        <p:nvSpPr>
          <p:cNvPr id="48" name="TextBox 47"/>
          <p:cNvSpPr txBox="1"/>
          <p:nvPr/>
        </p:nvSpPr>
        <p:spPr>
          <a:xfrm>
            <a:off x="2496312" y="1878177"/>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1.287</a:t>
            </a:r>
          </a:p>
        </p:txBody>
      </p:sp>
      <p:sp>
        <p:nvSpPr>
          <p:cNvPr id="49" name="TextBox 48"/>
          <p:cNvSpPr txBox="1"/>
          <p:nvPr/>
        </p:nvSpPr>
        <p:spPr>
          <a:xfrm>
            <a:off x="2990088" y="1878177"/>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97,3%</a:t>
            </a:r>
          </a:p>
        </p:txBody>
      </p:sp>
      <p:sp>
        <p:nvSpPr>
          <p:cNvPr id="50" name="TextBox 49"/>
          <p:cNvSpPr txBox="1"/>
          <p:nvPr/>
        </p:nvSpPr>
        <p:spPr>
          <a:xfrm>
            <a:off x="3474720" y="1878177"/>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1.497</a:t>
            </a:r>
          </a:p>
        </p:txBody>
      </p:sp>
      <p:sp>
        <p:nvSpPr>
          <p:cNvPr id="51" name="TextBox 50"/>
          <p:cNvSpPr txBox="1"/>
          <p:nvPr/>
        </p:nvSpPr>
        <p:spPr>
          <a:xfrm>
            <a:off x="4050791" y="1878177"/>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52" name="Rectangle 51"/>
          <p:cNvSpPr/>
          <p:nvPr/>
        </p:nvSpPr>
        <p:spPr>
          <a:xfrm>
            <a:off x="411480" y="2040940"/>
            <a:ext cx="4114800" cy="162763"/>
          </a:xfrm>
          <a:prstGeom prst="rect">
            <a:avLst/>
          </a:prstGeom>
          <a:solidFill>
            <a:srgbClr val="FFFFFF"/>
          </a:solidFill>
          <a:ln>
            <a:noFill/>
          </a:ln>
        </p:spPr>
        <p:txBody>
          <a:bodyPr rtlCol="0" anchor="ctr"/>
          <a:lstStyle/>
          <a:p>
            <a:pPr algn="ctr"/>
          </a:p>
        </p:txBody>
      </p:sp>
      <p:sp>
        <p:nvSpPr>
          <p:cNvPr id="53" name="TextBox 52"/>
          <p:cNvSpPr txBox="1"/>
          <p:nvPr/>
        </p:nvSpPr>
        <p:spPr>
          <a:xfrm>
            <a:off x="411480" y="204094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5</a:t>
            </a:r>
          </a:p>
        </p:txBody>
      </p:sp>
      <p:sp>
        <p:nvSpPr>
          <p:cNvPr id="54" name="TextBox 53"/>
          <p:cNvSpPr txBox="1"/>
          <p:nvPr/>
        </p:nvSpPr>
        <p:spPr>
          <a:xfrm>
            <a:off x="630936" y="204094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18Ap</a:t>
            </a:r>
          </a:p>
        </p:txBody>
      </p:sp>
      <p:sp>
        <p:nvSpPr>
          <p:cNvPr id="55" name="Rectangle 54"/>
          <p:cNvSpPr/>
          <p:nvPr/>
        </p:nvSpPr>
        <p:spPr>
          <a:xfrm>
            <a:off x="1216152" y="2076602"/>
            <a:ext cx="963060" cy="91440"/>
          </a:xfrm>
          <a:prstGeom prst="rect">
            <a:avLst/>
          </a:prstGeom>
          <a:solidFill>
            <a:srgbClr val="1E8449"/>
          </a:solidFill>
          <a:ln>
            <a:noFill/>
          </a:ln>
        </p:spPr>
        <p:txBody>
          <a:bodyPr rtlCol="0" anchor="ctr"/>
          <a:lstStyle/>
          <a:p>
            <a:pPr algn="ctr"/>
          </a:p>
        </p:txBody>
      </p:sp>
      <p:sp>
        <p:nvSpPr>
          <p:cNvPr id="56" name="Rectangle 55"/>
          <p:cNvSpPr/>
          <p:nvPr/>
        </p:nvSpPr>
        <p:spPr>
          <a:xfrm>
            <a:off x="2179212" y="2076602"/>
            <a:ext cx="9856" cy="91440"/>
          </a:xfrm>
          <a:prstGeom prst="rect">
            <a:avLst/>
          </a:prstGeom>
          <a:solidFill>
            <a:srgbClr val="FAD9A0"/>
          </a:solidFill>
          <a:ln>
            <a:noFill/>
          </a:ln>
        </p:spPr>
        <p:txBody>
          <a:bodyPr rtlCol="0" anchor="ctr"/>
          <a:lstStyle/>
          <a:p>
            <a:pPr algn="ctr"/>
          </a:p>
        </p:txBody>
      </p:sp>
      <p:sp>
        <p:nvSpPr>
          <p:cNvPr id="57" name="Rectangle 56"/>
          <p:cNvSpPr/>
          <p:nvPr/>
        </p:nvSpPr>
        <p:spPr>
          <a:xfrm>
            <a:off x="2230478" y="2054656"/>
            <a:ext cx="12801" cy="135331"/>
          </a:xfrm>
          <a:prstGeom prst="rect">
            <a:avLst/>
          </a:prstGeom>
          <a:solidFill>
            <a:srgbClr val="1B3A6B"/>
          </a:solidFill>
          <a:ln>
            <a:noFill/>
          </a:ln>
        </p:spPr>
        <p:txBody>
          <a:bodyPr rtlCol="0" anchor="ctr"/>
          <a:lstStyle/>
          <a:p>
            <a:pPr algn="ctr"/>
          </a:p>
        </p:txBody>
      </p:sp>
      <p:sp>
        <p:nvSpPr>
          <p:cNvPr id="58" name="TextBox 57"/>
          <p:cNvSpPr txBox="1"/>
          <p:nvPr/>
        </p:nvSpPr>
        <p:spPr>
          <a:xfrm>
            <a:off x="2496312" y="204094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1.248</a:t>
            </a:r>
          </a:p>
        </p:txBody>
      </p:sp>
      <p:sp>
        <p:nvSpPr>
          <p:cNvPr id="59" name="TextBox 58"/>
          <p:cNvSpPr txBox="1"/>
          <p:nvPr/>
        </p:nvSpPr>
        <p:spPr>
          <a:xfrm>
            <a:off x="2990088" y="204094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94,4%</a:t>
            </a:r>
          </a:p>
        </p:txBody>
      </p:sp>
      <p:sp>
        <p:nvSpPr>
          <p:cNvPr id="60" name="TextBox 59"/>
          <p:cNvSpPr txBox="1"/>
          <p:nvPr/>
        </p:nvSpPr>
        <p:spPr>
          <a:xfrm>
            <a:off x="3474720" y="204094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1.261</a:t>
            </a:r>
          </a:p>
        </p:txBody>
      </p:sp>
      <p:sp>
        <p:nvSpPr>
          <p:cNvPr id="61" name="TextBox 60"/>
          <p:cNvSpPr txBox="1"/>
          <p:nvPr/>
        </p:nvSpPr>
        <p:spPr>
          <a:xfrm>
            <a:off x="4050791" y="204094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62" name="TextBox 61"/>
          <p:cNvSpPr txBox="1"/>
          <p:nvPr/>
        </p:nvSpPr>
        <p:spPr>
          <a:xfrm>
            <a:off x="411480" y="220370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6</a:t>
            </a:r>
          </a:p>
        </p:txBody>
      </p:sp>
      <p:sp>
        <p:nvSpPr>
          <p:cNvPr id="63" name="TextBox 62"/>
          <p:cNvSpPr txBox="1"/>
          <p:nvPr/>
        </p:nvSpPr>
        <p:spPr>
          <a:xfrm>
            <a:off x="630936" y="220370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23p</a:t>
            </a:r>
          </a:p>
        </p:txBody>
      </p:sp>
      <p:sp>
        <p:nvSpPr>
          <p:cNvPr id="64" name="Rectangle 63"/>
          <p:cNvSpPr/>
          <p:nvPr/>
        </p:nvSpPr>
        <p:spPr>
          <a:xfrm>
            <a:off x="1216152" y="2239365"/>
            <a:ext cx="953622" cy="91440"/>
          </a:xfrm>
          <a:prstGeom prst="rect">
            <a:avLst/>
          </a:prstGeom>
          <a:solidFill>
            <a:srgbClr val="1E8449"/>
          </a:solidFill>
          <a:ln>
            <a:noFill/>
          </a:ln>
        </p:spPr>
        <p:txBody>
          <a:bodyPr rtlCol="0" anchor="ctr"/>
          <a:lstStyle/>
          <a:p>
            <a:pPr algn="ctr"/>
          </a:p>
        </p:txBody>
      </p:sp>
      <p:sp>
        <p:nvSpPr>
          <p:cNvPr id="65" name="Rectangle 64"/>
          <p:cNvSpPr/>
          <p:nvPr/>
        </p:nvSpPr>
        <p:spPr>
          <a:xfrm>
            <a:off x="2169774" y="2239365"/>
            <a:ext cx="45679" cy="91440"/>
          </a:xfrm>
          <a:prstGeom prst="rect">
            <a:avLst/>
          </a:prstGeom>
          <a:solidFill>
            <a:srgbClr val="FAD9A0"/>
          </a:solidFill>
          <a:ln>
            <a:noFill/>
          </a:ln>
        </p:spPr>
        <p:txBody>
          <a:bodyPr rtlCol="0" anchor="ctr"/>
          <a:lstStyle/>
          <a:p>
            <a:pPr algn="ctr"/>
          </a:p>
        </p:txBody>
      </p:sp>
      <p:sp>
        <p:nvSpPr>
          <p:cNvPr id="66" name="Rectangle 65"/>
          <p:cNvSpPr/>
          <p:nvPr/>
        </p:nvSpPr>
        <p:spPr>
          <a:xfrm>
            <a:off x="2230478" y="2217420"/>
            <a:ext cx="12801" cy="135331"/>
          </a:xfrm>
          <a:prstGeom prst="rect">
            <a:avLst/>
          </a:prstGeom>
          <a:solidFill>
            <a:srgbClr val="1B3A6B"/>
          </a:solidFill>
          <a:ln>
            <a:noFill/>
          </a:ln>
        </p:spPr>
        <p:txBody>
          <a:bodyPr rtlCol="0" anchor="ctr"/>
          <a:lstStyle/>
          <a:p>
            <a:pPr algn="ctr"/>
          </a:p>
        </p:txBody>
      </p:sp>
      <p:sp>
        <p:nvSpPr>
          <p:cNvPr id="67" name="TextBox 66"/>
          <p:cNvSpPr txBox="1"/>
          <p:nvPr/>
        </p:nvSpPr>
        <p:spPr>
          <a:xfrm>
            <a:off x="2496312" y="2203704"/>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1.236</a:t>
            </a:r>
          </a:p>
        </p:txBody>
      </p:sp>
      <p:sp>
        <p:nvSpPr>
          <p:cNvPr id="68" name="TextBox 67"/>
          <p:cNvSpPr txBox="1"/>
          <p:nvPr/>
        </p:nvSpPr>
        <p:spPr>
          <a:xfrm>
            <a:off x="2990088" y="2203704"/>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93,4%</a:t>
            </a:r>
          </a:p>
        </p:txBody>
      </p:sp>
      <p:sp>
        <p:nvSpPr>
          <p:cNvPr id="69" name="TextBox 68"/>
          <p:cNvSpPr txBox="1"/>
          <p:nvPr/>
        </p:nvSpPr>
        <p:spPr>
          <a:xfrm>
            <a:off x="3474720" y="2203704"/>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1.295</a:t>
            </a:r>
          </a:p>
        </p:txBody>
      </p:sp>
      <p:sp>
        <p:nvSpPr>
          <p:cNvPr id="70" name="TextBox 69"/>
          <p:cNvSpPr txBox="1"/>
          <p:nvPr/>
        </p:nvSpPr>
        <p:spPr>
          <a:xfrm>
            <a:off x="4050791" y="2203704"/>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71" name="Rectangle 70"/>
          <p:cNvSpPr/>
          <p:nvPr/>
        </p:nvSpPr>
        <p:spPr>
          <a:xfrm>
            <a:off x="411480" y="2366467"/>
            <a:ext cx="4114800" cy="162763"/>
          </a:xfrm>
          <a:prstGeom prst="rect">
            <a:avLst/>
          </a:prstGeom>
          <a:solidFill>
            <a:srgbClr val="FFFFFF"/>
          </a:solidFill>
          <a:ln>
            <a:noFill/>
          </a:ln>
        </p:spPr>
        <p:txBody>
          <a:bodyPr rtlCol="0" anchor="ctr"/>
          <a:lstStyle/>
          <a:p>
            <a:pPr algn="ctr"/>
          </a:p>
        </p:txBody>
      </p:sp>
      <p:sp>
        <p:nvSpPr>
          <p:cNvPr id="72" name="TextBox 71"/>
          <p:cNvSpPr txBox="1"/>
          <p:nvPr/>
        </p:nvSpPr>
        <p:spPr>
          <a:xfrm>
            <a:off x="411480" y="236646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7</a:t>
            </a:r>
          </a:p>
        </p:txBody>
      </p:sp>
      <p:sp>
        <p:nvSpPr>
          <p:cNvPr id="73" name="TextBox 72"/>
          <p:cNvSpPr txBox="1"/>
          <p:nvPr/>
        </p:nvSpPr>
        <p:spPr>
          <a:xfrm>
            <a:off x="630936" y="236646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a:t>
            </a:r>
          </a:p>
        </p:txBody>
      </p:sp>
      <p:sp>
        <p:nvSpPr>
          <p:cNvPr id="74" name="Rectangle 73"/>
          <p:cNvSpPr/>
          <p:nvPr/>
        </p:nvSpPr>
        <p:spPr>
          <a:xfrm>
            <a:off x="1216152" y="2402128"/>
            <a:ext cx="947042" cy="91440"/>
          </a:xfrm>
          <a:prstGeom prst="rect">
            <a:avLst/>
          </a:prstGeom>
          <a:solidFill>
            <a:srgbClr val="1E8449"/>
          </a:solidFill>
          <a:ln>
            <a:noFill/>
          </a:ln>
        </p:spPr>
        <p:txBody>
          <a:bodyPr rtlCol="0" anchor="ctr"/>
          <a:lstStyle/>
          <a:p>
            <a:pPr algn="ctr"/>
          </a:p>
        </p:txBody>
      </p:sp>
      <p:sp>
        <p:nvSpPr>
          <p:cNvPr id="75" name="Rectangle 74"/>
          <p:cNvSpPr/>
          <p:nvPr/>
        </p:nvSpPr>
        <p:spPr>
          <a:xfrm>
            <a:off x="2163194" y="2402128"/>
            <a:ext cx="185959" cy="91440"/>
          </a:xfrm>
          <a:prstGeom prst="rect">
            <a:avLst/>
          </a:prstGeom>
          <a:solidFill>
            <a:srgbClr val="FAD9A0"/>
          </a:solidFill>
          <a:ln>
            <a:noFill/>
          </a:ln>
        </p:spPr>
        <p:txBody>
          <a:bodyPr rtlCol="0" anchor="ctr"/>
          <a:lstStyle/>
          <a:p>
            <a:pPr algn="ctr"/>
          </a:p>
        </p:txBody>
      </p:sp>
      <p:sp>
        <p:nvSpPr>
          <p:cNvPr id="76" name="Rectangle 75"/>
          <p:cNvSpPr/>
          <p:nvPr/>
        </p:nvSpPr>
        <p:spPr>
          <a:xfrm>
            <a:off x="2126322" y="2380183"/>
            <a:ext cx="12801" cy="135331"/>
          </a:xfrm>
          <a:prstGeom prst="rect">
            <a:avLst/>
          </a:prstGeom>
          <a:solidFill>
            <a:srgbClr val="1B3A6B"/>
          </a:solidFill>
          <a:ln>
            <a:noFill/>
          </a:ln>
        </p:spPr>
        <p:txBody>
          <a:bodyPr rtlCol="0" anchor="ctr"/>
          <a:lstStyle/>
          <a:p>
            <a:pPr algn="ctr"/>
          </a:p>
        </p:txBody>
      </p:sp>
      <p:sp>
        <p:nvSpPr>
          <p:cNvPr id="77" name="TextBox 76"/>
          <p:cNvSpPr txBox="1"/>
          <p:nvPr/>
        </p:nvSpPr>
        <p:spPr>
          <a:xfrm>
            <a:off x="2496312" y="2366467"/>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1.227</a:t>
            </a:r>
          </a:p>
        </p:txBody>
      </p:sp>
      <p:sp>
        <p:nvSpPr>
          <p:cNvPr id="78" name="TextBox 77"/>
          <p:cNvSpPr txBox="1"/>
          <p:nvPr/>
        </p:nvSpPr>
        <p:spPr>
          <a:xfrm>
            <a:off x="2990088" y="2366467"/>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103,3%</a:t>
            </a:r>
          </a:p>
        </p:txBody>
      </p:sp>
      <p:sp>
        <p:nvSpPr>
          <p:cNvPr id="79" name="TextBox 78"/>
          <p:cNvSpPr txBox="1"/>
          <p:nvPr/>
        </p:nvSpPr>
        <p:spPr>
          <a:xfrm>
            <a:off x="3474720" y="2366467"/>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1.469</a:t>
            </a:r>
          </a:p>
        </p:txBody>
      </p:sp>
      <p:sp>
        <p:nvSpPr>
          <p:cNvPr id="80" name="TextBox 79"/>
          <p:cNvSpPr txBox="1"/>
          <p:nvPr/>
        </p:nvSpPr>
        <p:spPr>
          <a:xfrm>
            <a:off x="4050791" y="2366467"/>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81" name="TextBox 80"/>
          <p:cNvSpPr txBox="1"/>
          <p:nvPr/>
        </p:nvSpPr>
        <p:spPr>
          <a:xfrm>
            <a:off x="411480" y="252923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8</a:t>
            </a:r>
          </a:p>
        </p:txBody>
      </p:sp>
      <p:sp>
        <p:nvSpPr>
          <p:cNvPr id="82" name="TextBox 81"/>
          <p:cNvSpPr txBox="1"/>
          <p:nvPr/>
        </p:nvSpPr>
        <p:spPr>
          <a:xfrm>
            <a:off x="630936" y="252923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102p</a:t>
            </a:r>
          </a:p>
        </p:txBody>
      </p:sp>
      <p:sp>
        <p:nvSpPr>
          <p:cNvPr id="83" name="Rectangle 82"/>
          <p:cNvSpPr/>
          <p:nvPr/>
        </p:nvSpPr>
        <p:spPr>
          <a:xfrm>
            <a:off x="1216152" y="2564892"/>
            <a:ext cx="929639" cy="91440"/>
          </a:xfrm>
          <a:prstGeom prst="rect">
            <a:avLst/>
          </a:prstGeom>
          <a:solidFill>
            <a:srgbClr val="1E8449"/>
          </a:solidFill>
          <a:ln>
            <a:noFill/>
          </a:ln>
        </p:spPr>
        <p:txBody>
          <a:bodyPr rtlCol="0" anchor="ctr"/>
          <a:lstStyle/>
          <a:p>
            <a:pPr algn="ctr"/>
          </a:p>
        </p:txBody>
      </p:sp>
      <p:sp>
        <p:nvSpPr>
          <p:cNvPr id="84" name="Rectangle 83"/>
          <p:cNvSpPr/>
          <p:nvPr/>
        </p:nvSpPr>
        <p:spPr>
          <a:xfrm>
            <a:off x="2145791" y="2564892"/>
            <a:ext cx="21854" cy="91440"/>
          </a:xfrm>
          <a:prstGeom prst="rect">
            <a:avLst/>
          </a:prstGeom>
          <a:solidFill>
            <a:srgbClr val="FAD9A0"/>
          </a:solidFill>
          <a:ln>
            <a:noFill/>
          </a:ln>
        </p:spPr>
        <p:txBody>
          <a:bodyPr rtlCol="0" anchor="ctr"/>
          <a:lstStyle/>
          <a:p>
            <a:pPr algn="ctr"/>
          </a:p>
        </p:txBody>
      </p:sp>
      <p:sp>
        <p:nvSpPr>
          <p:cNvPr id="85" name="Rectangle 84"/>
          <p:cNvSpPr/>
          <p:nvPr/>
        </p:nvSpPr>
        <p:spPr>
          <a:xfrm>
            <a:off x="2230478" y="2542946"/>
            <a:ext cx="12801" cy="135331"/>
          </a:xfrm>
          <a:prstGeom prst="rect">
            <a:avLst/>
          </a:prstGeom>
          <a:solidFill>
            <a:srgbClr val="1B3A6B"/>
          </a:solidFill>
          <a:ln>
            <a:noFill/>
          </a:ln>
        </p:spPr>
        <p:txBody>
          <a:bodyPr rtlCol="0" anchor="ctr"/>
          <a:lstStyle/>
          <a:p>
            <a:pPr algn="ctr"/>
          </a:p>
        </p:txBody>
      </p:sp>
      <p:sp>
        <p:nvSpPr>
          <p:cNvPr id="86" name="TextBox 85"/>
          <p:cNvSpPr txBox="1"/>
          <p:nvPr/>
        </p:nvSpPr>
        <p:spPr>
          <a:xfrm>
            <a:off x="2496312" y="252923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1.205</a:t>
            </a:r>
          </a:p>
        </p:txBody>
      </p:sp>
      <p:sp>
        <p:nvSpPr>
          <p:cNvPr id="87" name="TextBox 86"/>
          <p:cNvSpPr txBox="1"/>
          <p:nvPr/>
        </p:nvSpPr>
        <p:spPr>
          <a:xfrm>
            <a:off x="2990088" y="252923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91,1%</a:t>
            </a:r>
          </a:p>
        </p:txBody>
      </p:sp>
      <p:sp>
        <p:nvSpPr>
          <p:cNvPr id="88" name="TextBox 87"/>
          <p:cNvSpPr txBox="1"/>
          <p:nvPr/>
        </p:nvSpPr>
        <p:spPr>
          <a:xfrm>
            <a:off x="3474720" y="252923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1.233</a:t>
            </a:r>
          </a:p>
        </p:txBody>
      </p:sp>
      <p:sp>
        <p:nvSpPr>
          <p:cNvPr id="89" name="TextBox 88"/>
          <p:cNvSpPr txBox="1"/>
          <p:nvPr/>
        </p:nvSpPr>
        <p:spPr>
          <a:xfrm>
            <a:off x="4050791" y="252923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90" name="Rectangle 89"/>
          <p:cNvSpPr/>
          <p:nvPr/>
        </p:nvSpPr>
        <p:spPr>
          <a:xfrm>
            <a:off x="411480" y="2691993"/>
            <a:ext cx="4114800" cy="162763"/>
          </a:xfrm>
          <a:prstGeom prst="rect">
            <a:avLst/>
          </a:prstGeom>
          <a:solidFill>
            <a:srgbClr val="FFFFFF"/>
          </a:solidFill>
          <a:ln>
            <a:noFill/>
          </a:ln>
        </p:spPr>
        <p:txBody>
          <a:bodyPr rtlCol="0" anchor="ctr"/>
          <a:lstStyle/>
          <a:p>
            <a:pPr algn="ctr"/>
          </a:p>
        </p:txBody>
      </p:sp>
      <p:sp>
        <p:nvSpPr>
          <p:cNvPr id="91" name="TextBox 90"/>
          <p:cNvSpPr txBox="1"/>
          <p:nvPr/>
        </p:nvSpPr>
        <p:spPr>
          <a:xfrm>
            <a:off x="411480" y="269199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9</a:t>
            </a:r>
          </a:p>
        </p:txBody>
      </p:sp>
      <p:sp>
        <p:nvSpPr>
          <p:cNvPr id="92" name="TextBox 91"/>
          <p:cNvSpPr txBox="1"/>
          <p:nvPr/>
        </p:nvSpPr>
        <p:spPr>
          <a:xfrm>
            <a:off x="630936" y="269199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a:t>
            </a:r>
          </a:p>
        </p:txBody>
      </p:sp>
      <p:sp>
        <p:nvSpPr>
          <p:cNvPr id="93" name="Rectangle 92"/>
          <p:cNvSpPr/>
          <p:nvPr/>
        </p:nvSpPr>
        <p:spPr>
          <a:xfrm>
            <a:off x="1216152" y="2727655"/>
            <a:ext cx="919157" cy="91440"/>
          </a:xfrm>
          <a:prstGeom prst="rect">
            <a:avLst/>
          </a:prstGeom>
          <a:solidFill>
            <a:srgbClr val="1E8449"/>
          </a:solidFill>
          <a:ln>
            <a:noFill/>
          </a:ln>
        </p:spPr>
        <p:txBody>
          <a:bodyPr rtlCol="0" anchor="ctr"/>
          <a:lstStyle/>
          <a:p>
            <a:pPr algn="ctr"/>
          </a:p>
        </p:txBody>
      </p:sp>
      <p:sp>
        <p:nvSpPr>
          <p:cNvPr id="94" name="Rectangle 93"/>
          <p:cNvSpPr/>
          <p:nvPr/>
        </p:nvSpPr>
        <p:spPr>
          <a:xfrm>
            <a:off x="2135309" y="2727655"/>
            <a:ext cx="73096" cy="91440"/>
          </a:xfrm>
          <a:prstGeom prst="rect">
            <a:avLst/>
          </a:prstGeom>
          <a:solidFill>
            <a:srgbClr val="FAD9A0"/>
          </a:solidFill>
          <a:ln>
            <a:noFill/>
          </a:ln>
        </p:spPr>
        <p:txBody>
          <a:bodyPr rtlCol="0" anchor="ctr"/>
          <a:lstStyle/>
          <a:p>
            <a:pPr algn="ctr"/>
          </a:p>
        </p:txBody>
      </p:sp>
      <p:sp>
        <p:nvSpPr>
          <p:cNvPr id="95" name="Rectangle 94"/>
          <p:cNvSpPr/>
          <p:nvPr/>
        </p:nvSpPr>
        <p:spPr>
          <a:xfrm>
            <a:off x="2126322" y="2705709"/>
            <a:ext cx="12801" cy="135331"/>
          </a:xfrm>
          <a:prstGeom prst="rect">
            <a:avLst/>
          </a:prstGeom>
          <a:solidFill>
            <a:srgbClr val="1B3A6B"/>
          </a:solidFill>
          <a:ln>
            <a:noFill/>
          </a:ln>
        </p:spPr>
        <p:txBody>
          <a:bodyPr rtlCol="0" anchor="ctr"/>
          <a:lstStyle/>
          <a:p>
            <a:pPr algn="ctr"/>
          </a:p>
        </p:txBody>
      </p:sp>
      <p:sp>
        <p:nvSpPr>
          <p:cNvPr id="96" name="TextBox 95"/>
          <p:cNvSpPr txBox="1"/>
          <p:nvPr/>
        </p:nvSpPr>
        <p:spPr>
          <a:xfrm>
            <a:off x="2496312" y="2691993"/>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1.191</a:t>
            </a:r>
          </a:p>
        </p:txBody>
      </p:sp>
      <p:sp>
        <p:nvSpPr>
          <p:cNvPr id="97" name="TextBox 96"/>
          <p:cNvSpPr txBox="1"/>
          <p:nvPr/>
        </p:nvSpPr>
        <p:spPr>
          <a:xfrm>
            <a:off x="2990088" y="2691993"/>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100,3%</a:t>
            </a:r>
          </a:p>
        </p:txBody>
      </p:sp>
      <p:sp>
        <p:nvSpPr>
          <p:cNvPr id="98" name="TextBox 97"/>
          <p:cNvSpPr txBox="1"/>
          <p:nvPr/>
        </p:nvSpPr>
        <p:spPr>
          <a:xfrm>
            <a:off x="3474720" y="2691993"/>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1.286</a:t>
            </a:r>
          </a:p>
        </p:txBody>
      </p:sp>
      <p:sp>
        <p:nvSpPr>
          <p:cNvPr id="99" name="TextBox 98"/>
          <p:cNvSpPr txBox="1"/>
          <p:nvPr/>
        </p:nvSpPr>
        <p:spPr>
          <a:xfrm>
            <a:off x="4050791" y="2691993"/>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00" name="TextBox 99"/>
          <p:cNvSpPr txBox="1"/>
          <p:nvPr/>
        </p:nvSpPr>
        <p:spPr>
          <a:xfrm>
            <a:off x="411480" y="285475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10</a:t>
            </a:r>
          </a:p>
        </p:txBody>
      </p:sp>
      <p:sp>
        <p:nvSpPr>
          <p:cNvPr id="101" name="TextBox 100"/>
          <p:cNvSpPr txBox="1"/>
          <p:nvPr/>
        </p:nvSpPr>
        <p:spPr>
          <a:xfrm>
            <a:off x="630936" y="285475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30</a:t>
            </a:r>
          </a:p>
        </p:txBody>
      </p:sp>
      <p:sp>
        <p:nvSpPr>
          <p:cNvPr id="102" name="Rectangle 101"/>
          <p:cNvSpPr/>
          <p:nvPr/>
        </p:nvSpPr>
        <p:spPr>
          <a:xfrm>
            <a:off x="1216152" y="2890418"/>
            <a:ext cx="917785" cy="91440"/>
          </a:xfrm>
          <a:prstGeom prst="rect">
            <a:avLst/>
          </a:prstGeom>
          <a:solidFill>
            <a:srgbClr val="1E8449"/>
          </a:solidFill>
          <a:ln>
            <a:noFill/>
          </a:ln>
        </p:spPr>
        <p:txBody>
          <a:bodyPr rtlCol="0" anchor="ctr"/>
          <a:lstStyle/>
          <a:p>
            <a:pPr algn="ctr"/>
          </a:p>
        </p:txBody>
      </p:sp>
      <p:sp>
        <p:nvSpPr>
          <p:cNvPr id="103" name="Rectangle 102"/>
          <p:cNvSpPr/>
          <p:nvPr/>
        </p:nvSpPr>
        <p:spPr>
          <a:xfrm>
            <a:off x="2133937" y="2890418"/>
            <a:ext cx="65381" cy="91440"/>
          </a:xfrm>
          <a:prstGeom prst="rect">
            <a:avLst/>
          </a:prstGeom>
          <a:solidFill>
            <a:srgbClr val="FAD9A0"/>
          </a:solidFill>
          <a:ln>
            <a:noFill/>
          </a:ln>
        </p:spPr>
        <p:txBody>
          <a:bodyPr rtlCol="0" anchor="ctr"/>
          <a:lstStyle/>
          <a:p>
            <a:pPr algn="ctr"/>
          </a:p>
        </p:txBody>
      </p:sp>
      <p:sp>
        <p:nvSpPr>
          <p:cNvPr id="104" name="Rectangle 103"/>
          <p:cNvSpPr/>
          <p:nvPr/>
        </p:nvSpPr>
        <p:spPr>
          <a:xfrm>
            <a:off x="2126322" y="2868472"/>
            <a:ext cx="12801" cy="135331"/>
          </a:xfrm>
          <a:prstGeom prst="rect">
            <a:avLst/>
          </a:prstGeom>
          <a:solidFill>
            <a:srgbClr val="1B3A6B"/>
          </a:solidFill>
          <a:ln>
            <a:noFill/>
          </a:ln>
        </p:spPr>
        <p:txBody>
          <a:bodyPr rtlCol="0" anchor="ctr"/>
          <a:lstStyle/>
          <a:p>
            <a:pPr algn="ctr"/>
          </a:p>
        </p:txBody>
      </p:sp>
      <p:sp>
        <p:nvSpPr>
          <p:cNvPr id="105" name="TextBox 104"/>
          <p:cNvSpPr txBox="1"/>
          <p:nvPr/>
        </p:nvSpPr>
        <p:spPr>
          <a:xfrm>
            <a:off x="2496312" y="2854756"/>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1.190</a:t>
            </a:r>
          </a:p>
        </p:txBody>
      </p:sp>
      <p:sp>
        <p:nvSpPr>
          <p:cNvPr id="106" name="TextBox 105"/>
          <p:cNvSpPr txBox="1"/>
          <p:nvPr/>
        </p:nvSpPr>
        <p:spPr>
          <a:xfrm>
            <a:off x="2990088" y="2854756"/>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100,1%</a:t>
            </a:r>
          </a:p>
        </p:txBody>
      </p:sp>
      <p:sp>
        <p:nvSpPr>
          <p:cNvPr id="107" name="TextBox 106"/>
          <p:cNvSpPr txBox="1"/>
          <p:nvPr/>
        </p:nvSpPr>
        <p:spPr>
          <a:xfrm>
            <a:off x="3474720" y="2854756"/>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1.274</a:t>
            </a:r>
          </a:p>
        </p:txBody>
      </p:sp>
      <p:sp>
        <p:nvSpPr>
          <p:cNvPr id="108" name="TextBox 107"/>
          <p:cNvSpPr txBox="1"/>
          <p:nvPr/>
        </p:nvSpPr>
        <p:spPr>
          <a:xfrm>
            <a:off x="4050791" y="2854756"/>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09" name="Rectangle 108"/>
          <p:cNvSpPr/>
          <p:nvPr/>
        </p:nvSpPr>
        <p:spPr>
          <a:xfrm>
            <a:off x="411480" y="3017520"/>
            <a:ext cx="4114800" cy="162763"/>
          </a:xfrm>
          <a:prstGeom prst="rect">
            <a:avLst/>
          </a:prstGeom>
          <a:solidFill>
            <a:srgbClr val="FFFFFF"/>
          </a:solidFill>
          <a:ln>
            <a:noFill/>
          </a:ln>
        </p:spPr>
        <p:txBody>
          <a:bodyPr rtlCol="0" anchor="ctr"/>
          <a:lstStyle/>
          <a:p>
            <a:pPr algn="ctr"/>
          </a:p>
        </p:txBody>
      </p:sp>
      <p:sp>
        <p:nvSpPr>
          <p:cNvPr id="110" name="TextBox 109"/>
          <p:cNvSpPr txBox="1"/>
          <p:nvPr/>
        </p:nvSpPr>
        <p:spPr>
          <a:xfrm>
            <a:off x="411480" y="301752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11</a:t>
            </a:r>
          </a:p>
        </p:txBody>
      </p:sp>
      <p:sp>
        <p:nvSpPr>
          <p:cNvPr id="111" name="TextBox 110"/>
          <p:cNvSpPr txBox="1"/>
          <p:nvPr/>
        </p:nvSpPr>
        <p:spPr>
          <a:xfrm>
            <a:off x="630936" y="301752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35</a:t>
            </a:r>
          </a:p>
        </p:txBody>
      </p:sp>
      <p:sp>
        <p:nvSpPr>
          <p:cNvPr id="112" name="Rectangle 111"/>
          <p:cNvSpPr/>
          <p:nvPr/>
        </p:nvSpPr>
        <p:spPr>
          <a:xfrm>
            <a:off x="1216152" y="3053181"/>
            <a:ext cx="910046" cy="91440"/>
          </a:xfrm>
          <a:prstGeom prst="rect">
            <a:avLst/>
          </a:prstGeom>
          <a:solidFill>
            <a:srgbClr val="1E8449"/>
          </a:solidFill>
          <a:ln>
            <a:noFill/>
          </a:ln>
        </p:spPr>
        <p:txBody>
          <a:bodyPr rtlCol="0" anchor="ctr"/>
          <a:lstStyle/>
          <a:p>
            <a:pPr algn="ctr"/>
          </a:p>
        </p:txBody>
      </p:sp>
      <p:sp>
        <p:nvSpPr>
          <p:cNvPr id="113" name="Rectangle 112"/>
          <p:cNvSpPr/>
          <p:nvPr/>
        </p:nvSpPr>
        <p:spPr>
          <a:xfrm>
            <a:off x="2126198" y="3053181"/>
            <a:ext cx="97699" cy="91440"/>
          </a:xfrm>
          <a:prstGeom prst="rect">
            <a:avLst/>
          </a:prstGeom>
          <a:solidFill>
            <a:srgbClr val="FAD9A0"/>
          </a:solidFill>
          <a:ln>
            <a:noFill/>
          </a:ln>
        </p:spPr>
        <p:txBody>
          <a:bodyPr rtlCol="0" anchor="ctr"/>
          <a:lstStyle/>
          <a:p>
            <a:pPr algn="ctr"/>
          </a:p>
        </p:txBody>
      </p:sp>
      <p:sp>
        <p:nvSpPr>
          <p:cNvPr id="114" name="Rectangle 113"/>
          <p:cNvSpPr/>
          <p:nvPr/>
        </p:nvSpPr>
        <p:spPr>
          <a:xfrm>
            <a:off x="2126322" y="3031236"/>
            <a:ext cx="12801" cy="135331"/>
          </a:xfrm>
          <a:prstGeom prst="rect">
            <a:avLst/>
          </a:prstGeom>
          <a:solidFill>
            <a:srgbClr val="1B3A6B"/>
          </a:solidFill>
          <a:ln>
            <a:noFill/>
          </a:ln>
        </p:spPr>
        <p:txBody>
          <a:bodyPr rtlCol="0" anchor="ctr"/>
          <a:lstStyle/>
          <a:p>
            <a:pPr algn="ctr"/>
          </a:p>
        </p:txBody>
      </p:sp>
      <p:sp>
        <p:nvSpPr>
          <p:cNvPr id="115" name="TextBox 114"/>
          <p:cNvSpPr txBox="1"/>
          <p:nvPr/>
        </p:nvSpPr>
        <p:spPr>
          <a:xfrm>
            <a:off x="2496312" y="301752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1.180</a:t>
            </a:r>
          </a:p>
        </p:txBody>
      </p:sp>
      <p:sp>
        <p:nvSpPr>
          <p:cNvPr id="116" name="TextBox 115"/>
          <p:cNvSpPr txBox="1"/>
          <p:nvPr/>
        </p:nvSpPr>
        <p:spPr>
          <a:xfrm>
            <a:off x="2990088" y="301752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99,3%</a:t>
            </a:r>
          </a:p>
        </p:txBody>
      </p:sp>
      <p:sp>
        <p:nvSpPr>
          <p:cNvPr id="117" name="TextBox 116"/>
          <p:cNvSpPr txBox="1"/>
          <p:nvPr/>
        </p:nvSpPr>
        <p:spPr>
          <a:xfrm>
            <a:off x="3474720" y="301752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1.306</a:t>
            </a:r>
          </a:p>
        </p:txBody>
      </p:sp>
      <p:sp>
        <p:nvSpPr>
          <p:cNvPr id="118" name="TextBox 117"/>
          <p:cNvSpPr txBox="1"/>
          <p:nvPr/>
        </p:nvSpPr>
        <p:spPr>
          <a:xfrm>
            <a:off x="4050791" y="301752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19" name="TextBox 118"/>
          <p:cNvSpPr txBox="1"/>
          <p:nvPr/>
        </p:nvSpPr>
        <p:spPr>
          <a:xfrm>
            <a:off x="411480" y="318028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12</a:t>
            </a:r>
          </a:p>
        </p:txBody>
      </p:sp>
      <p:sp>
        <p:nvSpPr>
          <p:cNvPr id="120" name="TextBox 119"/>
          <p:cNvSpPr txBox="1"/>
          <p:nvPr/>
        </p:nvSpPr>
        <p:spPr>
          <a:xfrm>
            <a:off x="630936" y="318028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435p</a:t>
            </a:r>
          </a:p>
        </p:txBody>
      </p:sp>
      <p:sp>
        <p:nvSpPr>
          <p:cNvPr id="121" name="Rectangle 120"/>
          <p:cNvSpPr/>
          <p:nvPr/>
        </p:nvSpPr>
        <p:spPr>
          <a:xfrm>
            <a:off x="1216152" y="3215944"/>
            <a:ext cx="908532" cy="91440"/>
          </a:xfrm>
          <a:prstGeom prst="rect">
            <a:avLst/>
          </a:prstGeom>
          <a:solidFill>
            <a:srgbClr val="2B5BA3"/>
          </a:solidFill>
          <a:ln>
            <a:noFill/>
          </a:ln>
        </p:spPr>
        <p:txBody>
          <a:bodyPr rtlCol="0" anchor="ctr"/>
          <a:lstStyle/>
          <a:p>
            <a:pPr algn="ctr"/>
          </a:p>
        </p:txBody>
      </p:sp>
      <p:sp>
        <p:nvSpPr>
          <p:cNvPr id="122" name="Rectangle 121"/>
          <p:cNvSpPr/>
          <p:nvPr/>
        </p:nvSpPr>
        <p:spPr>
          <a:xfrm>
            <a:off x="2124684" y="3215944"/>
            <a:ext cx="96030" cy="91440"/>
          </a:xfrm>
          <a:prstGeom prst="rect">
            <a:avLst/>
          </a:prstGeom>
          <a:solidFill>
            <a:srgbClr val="FAD9A0"/>
          </a:solidFill>
          <a:ln>
            <a:noFill/>
          </a:ln>
        </p:spPr>
        <p:txBody>
          <a:bodyPr rtlCol="0" anchor="ctr"/>
          <a:lstStyle/>
          <a:p>
            <a:pPr algn="ctr"/>
          </a:p>
        </p:txBody>
      </p:sp>
      <p:sp>
        <p:nvSpPr>
          <p:cNvPr id="123" name="Rectangle 122"/>
          <p:cNvSpPr/>
          <p:nvPr/>
        </p:nvSpPr>
        <p:spPr>
          <a:xfrm>
            <a:off x="2230478" y="3193999"/>
            <a:ext cx="12801" cy="135331"/>
          </a:xfrm>
          <a:prstGeom prst="rect">
            <a:avLst/>
          </a:prstGeom>
          <a:solidFill>
            <a:srgbClr val="1B3A6B"/>
          </a:solidFill>
          <a:ln>
            <a:noFill/>
          </a:ln>
        </p:spPr>
        <p:txBody>
          <a:bodyPr rtlCol="0" anchor="ctr"/>
          <a:lstStyle/>
          <a:p>
            <a:pPr algn="ctr"/>
          </a:p>
        </p:txBody>
      </p:sp>
      <p:sp>
        <p:nvSpPr>
          <p:cNvPr id="124" name="TextBox 123"/>
          <p:cNvSpPr txBox="1"/>
          <p:nvPr/>
        </p:nvSpPr>
        <p:spPr>
          <a:xfrm>
            <a:off x="2496312" y="3180283"/>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1.178</a:t>
            </a:r>
          </a:p>
        </p:txBody>
      </p:sp>
      <p:sp>
        <p:nvSpPr>
          <p:cNvPr id="125" name="TextBox 124"/>
          <p:cNvSpPr txBox="1"/>
          <p:nvPr/>
        </p:nvSpPr>
        <p:spPr>
          <a:xfrm>
            <a:off x="2990088" y="3180283"/>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89,0%</a:t>
            </a:r>
          </a:p>
        </p:txBody>
      </p:sp>
      <p:sp>
        <p:nvSpPr>
          <p:cNvPr id="126" name="TextBox 125"/>
          <p:cNvSpPr txBox="1"/>
          <p:nvPr/>
        </p:nvSpPr>
        <p:spPr>
          <a:xfrm>
            <a:off x="3474720" y="3180283"/>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1.302</a:t>
            </a:r>
          </a:p>
        </p:txBody>
      </p:sp>
      <p:sp>
        <p:nvSpPr>
          <p:cNvPr id="127" name="TextBox 126"/>
          <p:cNvSpPr txBox="1"/>
          <p:nvPr/>
        </p:nvSpPr>
        <p:spPr>
          <a:xfrm>
            <a:off x="4050791" y="3180283"/>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28" name="Rectangle 127"/>
          <p:cNvSpPr/>
          <p:nvPr/>
        </p:nvSpPr>
        <p:spPr>
          <a:xfrm>
            <a:off x="411480" y="3343046"/>
            <a:ext cx="4114800" cy="162763"/>
          </a:xfrm>
          <a:prstGeom prst="rect">
            <a:avLst/>
          </a:prstGeom>
          <a:solidFill>
            <a:srgbClr val="FFFFFF"/>
          </a:solidFill>
          <a:ln>
            <a:noFill/>
          </a:ln>
        </p:spPr>
        <p:txBody>
          <a:bodyPr rtlCol="0" anchor="ctr"/>
          <a:lstStyle/>
          <a:p>
            <a:pPr algn="ctr"/>
          </a:p>
        </p:txBody>
      </p:sp>
      <p:sp>
        <p:nvSpPr>
          <p:cNvPr id="129" name="TextBox 128"/>
          <p:cNvSpPr txBox="1"/>
          <p:nvPr/>
        </p:nvSpPr>
        <p:spPr>
          <a:xfrm>
            <a:off x="411480" y="334304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13</a:t>
            </a:r>
          </a:p>
        </p:txBody>
      </p:sp>
      <p:sp>
        <p:nvSpPr>
          <p:cNvPr id="130" name="TextBox 129"/>
          <p:cNvSpPr txBox="1"/>
          <p:nvPr/>
        </p:nvSpPr>
        <p:spPr>
          <a:xfrm>
            <a:off x="630936" y="334304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18</a:t>
            </a:r>
          </a:p>
        </p:txBody>
      </p:sp>
      <p:sp>
        <p:nvSpPr>
          <p:cNvPr id="131" name="Rectangle 130"/>
          <p:cNvSpPr/>
          <p:nvPr/>
        </p:nvSpPr>
        <p:spPr>
          <a:xfrm>
            <a:off x="1216152" y="3378708"/>
            <a:ext cx="894271" cy="91440"/>
          </a:xfrm>
          <a:prstGeom prst="rect">
            <a:avLst/>
          </a:prstGeom>
          <a:solidFill>
            <a:srgbClr val="1E8449"/>
          </a:solidFill>
          <a:ln>
            <a:noFill/>
          </a:ln>
        </p:spPr>
        <p:txBody>
          <a:bodyPr rtlCol="0" anchor="ctr"/>
          <a:lstStyle/>
          <a:p>
            <a:pPr algn="ctr"/>
          </a:p>
        </p:txBody>
      </p:sp>
      <p:sp>
        <p:nvSpPr>
          <p:cNvPr id="132" name="Rectangle 131"/>
          <p:cNvSpPr/>
          <p:nvPr/>
        </p:nvSpPr>
        <p:spPr>
          <a:xfrm>
            <a:off x="2110423" y="3378708"/>
            <a:ext cx="99912" cy="91440"/>
          </a:xfrm>
          <a:prstGeom prst="rect">
            <a:avLst/>
          </a:prstGeom>
          <a:solidFill>
            <a:srgbClr val="FAD9A0"/>
          </a:solidFill>
          <a:ln>
            <a:noFill/>
          </a:ln>
        </p:spPr>
        <p:txBody>
          <a:bodyPr rtlCol="0" anchor="ctr"/>
          <a:lstStyle/>
          <a:p>
            <a:pPr algn="ctr"/>
          </a:p>
        </p:txBody>
      </p:sp>
      <p:sp>
        <p:nvSpPr>
          <p:cNvPr id="133" name="Rectangle 132"/>
          <p:cNvSpPr/>
          <p:nvPr/>
        </p:nvSpPr>
        <p:spPr>
          <a:xfrm>
            <a:off x="2126322" y="3356762"/>
            <a:ext cx="12801" cy="135331"/>
          </a:xfrm>
          <a:prstGeom prst="rect">
            <a:avLst/>
          </a:prstGeom>
          <a:solidFill>
            <a:srgbClr val="1B3A6B"/>
          </a:solidFill>
          <a:ln>
            <a:noFill/>
          </a:ln>
        </p:spPr>
        <p:txBody>
          <a:bodyPr rtlCol="0" anchor="ctr"/>
          <a:lstStyle/>
          <a:p>
            <a:pPr algn="ctr"/>
          </a:p>
        </p:txBody>
      </p:sp>
      <p:sp>
        <p:nvSpPr>
          <p:cNvPr id="134" name="TextBox 133"/>
          <p:cNvSpPr txBox="1"/>
          <p:nvPr/>
        </p:nvSpPr>
        <p:spPr>
          <a:xfrm>
            <a:off x="2496312" y="3343046"/>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1.159</a:t>
            </a:r>
          </a:p>
        </p:txBody>
      </p:sp>
      <p:sp>
        <p:nvSpPr>
          <p:cNvPr id="135" name="TextBox 134"/>
          <p:cNvSpPr txBox="1"/>
          <p:nvPr/>
        </p:nvSpPr>
        <p:spPr>
          <a:xfrm>
            <a:off x="2990088" y="3343046"/>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97,6%</a:t>
            </a:r>
          </a:p>
        </p:txBody>
      </p:sp>
      <p:sp>
        <p:nvSpPr>
          <p:cNvPr id="136" name="TextBox 135"/>
          <p:cNvSpPr txBox="1"/>
          <p:nvPr/>
        </p:nvSpPr>
        <p:spPr>
          <a:xfrm>
            <a:off x="3474720" y="3343046"/>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1.289</a:t>
            </a:r>
          </a:p>
        </p:txBody>
      </p:sp>
      <p:sp>
        <p:nvSpPr>
          <p:cNvPr id="137" name="TextBox 136"/>
          <p:cNvSpPr txBox="1"/>
          <p:nvPr/>
        </p:nvSpPr>
        <p:spPr>
          <a:xfrm>
            <a:off x="4050791" y="3343046"/>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38" name="TextBox 137"/>
          <p:cNvSpPr txBox="1"/>
          <p:nvPr/>
        </p:nvSpPr>
        <p:spPr>
          <a:xfrm>
            <a:off x="411480" y="350580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14</a:t>
            </a:r>
          </a:p>
        </p:txBody>
      </p:sp>
      <p:sp>
        <p:nvSpPr>
          <p:cNvPr id="139" name="TextBox 138"/>
          <p:cNvSpPr txBox="1"/>
          <p:nvPr/>
        </p:nvSpPr>
        <p:spPr>
          <a:xfrm>
            <a:off x="630936" y="350580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57</a:t>
            </a:r>
          </a:p>
        </p:txBody>
      </p:sp>
      <p:sp>
        <p:nvSpPr>
          <p:cNvPr id="140" name="Rectangle 139"/>
          <p:cNvSpPr/>
          <p:nvPr/>
        </p:nvSpPr>
        <p:spPr>
          <a:xfrm>
            <a:off x="1216152" y="3541471"/>
            <a:ext cx="893509" cy="91440"/>
          </a:xfrm>
          <a:prstGeom prst="rect">
            <a:avLst/>
          </a:prstGeom>
          <a:solidFill>
            <a:srgbClr val="1E8449"/>
          </a:solidFill>
          <a:ln>
            <a:noFill/>
          </a:ln>
        </p:spPr>
        <p:txBody>
          <a:bodyPr rtlCol="0" anchor="ctr"/>
          <a:lstStyle/>
          <a:p>
            <a:pPr algn="ctr"/>
          </a:p>
        </p:txBody>
      </p:sp>
      <p:sp>
        <p:nvSpPr>
          <p:cNvPr id="141" name="Rectangle 140"/>
          <p:cNvSpPr/>
          <p:nvPr/>
        </p:nvSpPr>
        <p:spPr>
          <a:xfrm>
            <a:off x="2109661" y="3541471"/>
            <a:ext cx="78479" cy="91440"/>
          </a:xfrm>
          <a:prstGeom prst="rect">
            <a:avLst/>
          </a:prstGeom>
          <a:solidFill>
            <a:srgbClr val="FAD9A0"/>
          </a:solidFill>
          <a:ln>
            <a:noFill/>
          </a:ln>
        </p:spPr>
        <p:txBody>
          <a:bodyPr rtlCol="0" anchor="ctr"/>
          <a:lstStyle/>
          <a:p>
            <a:pPr algn="ctr"/>
          </a:p>
        </p:txBody>
      </p:sp>
      <p:sp>
        <p:nvSpPr>
          <p:cNvPr id="142" name="Rectangle 141"/>
          <p:cNvSpPr/>
          <p:nvPr/>
        </p:nvSpPr>
        <p:spPr>
          <a:xfrm>
            <a:off x="2126322" y="3519525"/>
            <a:ext cx="12801" cy="135331"/>
          </a:xfrm>
          <a:prstGeom prst="rect">
            <a:avLst/>
          </a:prstGeom>
          <a:solidFill>
            <a:srgbClr val="1B3A6B"/>
          </a:solidFill>
          <a:ln>
            <a:noFill/>
          </a:ln>
        </p:spPr>
        <p:txBody>
          <a:bodyPr rtlCol="0" anchor="ctr"/>
          <a:lstStyle/>
          <a:p>
            <a:pPr algn="ctr"/>
          </a:p>
        </p:txBody>
      </p:sp>
      <p:sp>
        <p:nvSpPr>
          <p:cNvPr id="143" name="TextBox 142"/>
          <p:cNvSpPr txBox="1"/>
          <p:nvPr/>
        </p:nvSpPr>
        <p:spPr>
          <a:xfrm>
            <a:off x="2496312" y="3505809"/>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1.158</a:t>
            </a:r>
          </a:p>
        </p:txBody>
      </p:sp>
      <p:sp>
        <p:nvSpPr>
          <p:cNvPr id="144" name="TextBox 143"/>
          <p:cNvSpPr txBox="1"/>
          <p:nvPr/>
        </p:nvSpPr>
        <p:spPr>
          <a:xfrm>
            <a:off x="2990088" y="3505809"/>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97,5%</a:t>
            </a:r>
          </a:p>
        </p:txBody>
      </p:sp>
      <p:sp>
        <p:nvSpPr>
          <p:cNvPr id="145" name="TextBox 144"/>
          <p:cNvSpPr txBox="1"/>
          <p:nvPr/>
        </p:nvSpPr>
        <p:spPr>
          <a:xfrm>
            <a:off x="3474720" y="3505809"/>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1.260</a:t>
            </a:r>
          </a:p>
        </p:txBody>
      </p:sp>
      <p:sp>
        <p:nvSpPr>
          <p:cNvPr id="146" name="TextBox 145"/>
          <p:cNvSpPr txBox="1"/>
          <p:nvPr/>
        </p:nvSpPr>
        <p:spPr>
          <a:xfrm>
            <a:off x="4050791" y="3505809"/>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47" name="Rectangle 146"/>
          <p:cNvSpPr/>
          <p:nvPr/>
        </p:nvSpPr>
        <p:spPr>
          <a:xfrm>
            <a:off x="411480" y="3668572"/>
            <a:ext cx="4114800" cy="162763"/>
          </a:xfrm>
          <a:prstGeom prst="rect">
            <a:avLst/>
          </a:prstGeom>
          <a:solidFill>
            <a:srgbClr val="FFFFFF"/>
          </a:solidFill>
          <a:ln>
            <a:noFill/>
          </a:ln>
        </p:spPr>
        <p:txBody>
          <a:bodyPr rtlCol="0" anchor="ctr"/>
          <a:lstStyle/>
          <a:p>
            <a:pPr algn="ctr"/>
          </a:p>
        </p:txBody>
      </p:sp>
      <p:sp>
        <p:nvSpPr>
          <p:cNvPr id="148" name="TextBox 147"/>
          <p:cNvSpPr txBox="1"/>
          <p:nvPr/>
        </p:nvSpPr>
        <p:spPr>
          <a:xfrm>
            <a:off x="411480" y="366857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15</a:t>
            </a:r>
          </a:p>
        </p:txBody>
      </p:sp>
      <p:sp>
        <p:nvSpPr>
          <p:cNvPr id="149" name="TextBox 148"/>
          <p:cNvSpPr txBox="1"/>
          <p:nvPr/>
        </p:nvSpPr>
        <p:spPr>
          <a:xfrm>
            <a:off x="630936" y="366857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56</a:t>
            </a:r>
          </a:p>
        </p:txBody>
      </p:sp>
      <p:sp>
        <p:nvSpPr>
          <p:cNvPr id="150" name="Rectangle 149"/>
          <p:cNvSpPr/>
          <p:nvPr/>
        </p:nvSpPr>
        <p:spPr>
          <a:xfrm>
            <a:off x="1216152" y="3704234"/>
            <a:ext cx="890864" cy="91440"/>
          </a:xfrm>
          <a:prstGeom prst="rect">
            <a:avLst/>
          </a:prstGeom>
          <a:solidFill>
            <a:srgbClr val="1E8449"/>
          </a:solidFill>
          <a:ln>
            <a:noFill/>
          </a:ln>
        </p:spPr>
        <p:txBody>
          <a:bodyPr rtlCol="0" anchor="ctr"/>
          <a:lstStyle/>
          <a:p>
            <a:pPr algn="ctr"/>
          </a:p>
        </p:txBody>
      </p:sp>
      <p:sp>
        <p:nvSpPr>
          <p:cNvPr id="151" name="Rectangle 150"/>
          <p:cNvSpPr/>
          <p:nvPr/>
        </p:nvSpPr>
        <p:spPr>
          <a:xfrm>
            <a:off x="2107016" y="3704234"/>
            <a:ext cx="57020" cy="91440"/>
          </a:xfrm>
          <a:prstGeom prst="rect">
            <a:avLst/>
          </a:prstGeom>
          <a:solidFill>
            <a:srgbClr val="FAD9A0"/>
          </a:solidFill>
          <a:ln>
            <a:noFill/>
          </a:ln>
        </p:spPr>
        <p:txBody>
          <a:bodyPr rtlCol="0" anchor="ctr"/>
          <a:lstStyle/>
          <a:p>
            <a:pPr algn="ctr"/>
          </a:p>
        </p:txBody>
      </p:sp>
      <p:sp>
        <p:nvSpPr>
          <p:cNvPr id="152" name="Rectangle 151"/>
          <p:cNvSpPr/>
          <p:nvPr/>
        </p:nvSpPr>
        <p:spPr>
          <a:xfrm>
            <a:off x="2126322" y="3682288"/>
            <a:ext cx="12801" cy="135331"/>
          </a:xfrm>
          <a:prstGeom prst="rect">
            <a:avLst/>
          </a:prstGeom>
          <a:solidFill>
            <a:srgbClr val="1B3A6B"/>
          </a:solidFill>
          <a:ln>
            <a:noFill/>
          </a:ln>
        </p:spPr>
        <p:txBody>
          <a:bodyPr rtlCol="0" anchor="ctr"/>
          <a:lstStyle/>
          <a:p>
            <a:pPr algn="ctr"/>
          </a:p>
        </p:txBody>
      </p:sp>
      <p:sp>
        <p:nvSpPr>
          <p:cNvPr id="153" name="TextBox 152"/>
          <p:cNvSpPr txBox="1"/>
          <p:nvPr/>
        </p:nvSpPr>
        <p:spPr>
          <a:xfrm>
            <a:off x="2496312" y="3668572"/>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1.155</a:t>
            </a:r>
          </a:p>
        </p:txBody>
      </p:sp>
      <p:sp>
        <p:nvSpPr>
          <p:cNvPr id="154" name="TextBox 153"/>
          <p:cNvSpPr txBox="1"/>
          <p:nvPr/>
        </p:nvSpPr>
        <p:spPr>
          <a:xfrm>
            <a:off x="2990088" y="3668572"/>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97,2%</a:t>
            </a:r>
          </a:p>
        </p:txBody>
      </p:sp>
      <p:sp>
        <p:nvSpPr>
          <p:cNvPr id="155" name="TextBox 154"/>
          <p:cNvSpPr txBox="1"/>
          <p:nvPr/>
        </p:nvSpPr>
        <p:spPr>
          <a:xfrm>
            <a:off x="3474720" y="3668572"/>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1.229</a:t>
            </a:r>
          </a:p>
        </p:txBody>
      </p:sp>
      <p:sp>
        <p:nvSpPr>
          <p:cNvPr id="156" name="TextBox 155"/>
          <p:cNvSpPr txBox="1"/>
          <p:nvPr/>
        </p:nvSpPr>
        <p:spPr>
          <a:xfrm>
            <a:off x="4050791" y="3668572"/>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57" name="TextBox 156"/>
          <p:cNvSpPr txBox="1"/>
          <p:nvPr/>
        </p:nvSpPr>
        <p:spPr>
          <a:xfrm>
            <a:off x="411480" y="383133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16</a:t>
            </a:r>
          </a:p>
        </p:txBody>
      </p:sp>
      <p:sp>
        <p:nvSpPr>
          <p:cNvPr id="158" name="TextBox 157"/>
          <p:cNvSpPr txBox="1"/>
          <p:nvPr/>
        </p:nvSpPr>
        <p:spPr>
          <a:xfrm>
            <a:off x="630936" y="383133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11</a:t>
            </a:r>
          </a:p>
        </p:txBody>
      </p:sp>
      <p:sp>
        <p:nvSpPr>
          <p:cNvPr id="159" name="Rectangle 158"/>
          <p:cNvSpPr/>
          <p:nvPr/>
        </p:nvSpPr>
        <p:spPr>
          <a:xfrm>
            <a:off x="1216152" y="3866997"/>
            <a:ext cx="884323" cy="91440"/>
          </a:xfrm>
          <a:prstGeom prst="rect">
            <a:avLst/>
          </a:prstGeom>
          <a:solidFill>
            <a:srgbClr val="1E8449"/>
          </a:solidFill>
          <a:ln>
            <a:noFill/>
          </a:ln>
        </p:spPr>
        <p:txBody>
          <a:bodyPr rtlCol="0" anchor="ctr"/>
          <a:lstStyle/>
          <a:p>
            <a:pPr algn="ctr"/>
          </a:p>
        </p:txBody>
      </p:sp>
      <p:sp>
        <p:nvSpPr>
          <p:cNvPr id="160" name="Rectangle 159"/>
          <p:cNvSpPr/>
          <p:nvPr/>
        </p:nvSpPr>
        <p:spPr>
          <a:xfrm>
            <a:off x="2100475" y="3866997"/>
            <a:ext cx="95421" cy="91440"/>
          </a:xfrm>
          <a:prstGeom prst="rect">
            <a:avLst/>
          </a:prstGeom>
          <a:solidFill>
            <a:srgbClr val="FAD9A0"/>
          </a:solidFill>
          <a:ln>
            <a:noFill/>
          </a:ln>
        </p:spPr>
        <p:txBody>
          <a:bodyPr rtlCol="0" anchor="ctr"/>
          <a:lstStyle/>
          <a:p>
            <a:pPr algn="ctr"/>
          </a:p>
        </p:txBody>
      </p:sp>
      <p:sp>
        <p:nvSpPr>
          <p:cNvPr id="161" name="Rectangle 160"/>
          <p:cNvSpPr/>
          <p:nvPr/>
        </p:nvSpPr>
        <p:spPr>
          <a:xfrm>
            <a:off x="2126322" y="3845051"/>
            <a:ext cx="12801" cy="135331"/>
          </a:xfrm>
          <a:prstGeom prst="rect">
            <a:avLst/>
          </a:prstGeom>
          <a:solidFill>
            <a:srgbClr val="1B3A6B"/>
          </a:solidFill>
          <a:ln>
            <a:noFill/>
          </a:ln>
        </p:spPr>
        <p:txBody>
          <a:bodyPr rtlCol="0" anchor="ctr"/>
          <a:lstStyle/>
          <a:p>
            <a:pPr algn="ctr"/>
          </a:p>
        </p:txBody>
      </p:sp>
      <p:sp>
        <p:nvSpPr>
          <p:cNvPr id="162" name="TextBox 161"/>
          <p:cNvSpPr txBox="1"/>
          <p:nvPr/>
        </p:nvSpPr>
        <p:spPr>
          <a:xfrm>
            <a:off x="2496312" y="3831335"/>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1.146</a:t>
            </a:r>
          </a:p>
        </p:txBody>
      </p:sp>
      <p:sp>
        <p:nvSpPr>
          <p:cNvPr id="163" name="TextBox 162"/>
          <p:cNvSpPr txBox="1"/>
          <p:nvPr/>
        </p:nvSpPr>
        <p:spPr>
          <a:xfrm>
            <a:off x="2990088" y="3831335"/>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96,5%</a:t>
            </a:r>
          </a:p>
        </p:txBody>
      </p:sp>
      <p:sp>
        <p:nvSpPr>
          <p:cNvPr id="164" name="TextBox 163"/>
          <p:cNvSpPr txBox="1"/>
          <p:nvPr/>
        </p:nvSpPr>
        <p:spPr>
          <a:xfrm>
            <a:off x="3474720" y="3831335"/>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1.270</a:t>
            </a:r>
          </a:p>
        </p:txBody>
      </p:sp>
      <p:sp>
        <p:nvSpPr>
          <p:cNvPr id="165" name="TextBox 164"/>
          <p:cNvSpPr txBox="1"/>
          <p:nvPr/>
        </p:nvSpPr>
        <p:spPr>
          <a:xfrm>
            <a:off x="4050791" y="3831335"/>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66" name="Rectangle 165"/>
          <p:cNvSpPr/>
          <p:nvPr/>
        </p:nvSpPr>
        <p:spPr>
          <a:xfrm>
            <a:off x="411480" y="3994099"/>
            <a:ext cx="4114800" cy="162763"/>
          </a:xfrm>
          <a:prstGeom prst="rect">
            <a:avLst/>
          </a:prstGeom>
          <a:solidFill>
            <a:srgbClr val="FFFFFF"/>
          </a:solidFill>
          <a:ln>
            <a:noFill/>
          </a:ln>
        </p:spPr>
        <p:txBody>
          <a:bodyPr rtlCol="0" anchor="ctr"/>
          <a:lstStyle/>
          <a:p>
            <a:pPr algn="ctr"/>
          </a:p>
        </p:txBody>
      </p:sp>
      <p:sp>
        <p:nvSpPr>
          <p:cNvPr id="167" name="TextBox 166"/>
          <p:cNvSpPr txBox="1"/>
          <p:nvPr/>
        </p:nvSpPr>
        <p:spPr>
          <a:xfrm>
            <a:off x="411480" y="399409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17</a:t>
            </a:r>
          </a:p>
        </p:txBody>
      </p:sp>
      <p:sp>
        <p:nvSpPr>
          <p:cNvPr id="168" name="TextBox 167"/>
          <p:cNvSpPr txBox="1"/>
          <p:nvPr/>
        </p:nvSpPr>
        <p:spPr>
          <a:xfrm>
            <a:off x="630936" y="399409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23</a:t>
            </a:r>
          </a:p>
        </p:txBody>
      </p:sp>
      <p:sp>
        <p:nvSpPr>
          <p:cNvPr id="169" name="Rectangle 168"/>
          <p:cNvSpPr/>
          <p:nvPr/>
        </p:nvSpPr>
        <p:spPr>
          <a:xfrm>
            <a:off x="1216152" y="4029760"/>
            <a:ext cx="867615" cy="91440"/>
          </a:xfrm>
          <a:prstGeom prst="rect">
            <a:avLst/>
          </a:prstGeom>
          <a:solidFill>
            <a:srgbClr val="1E8449"/>
          </a:solidFill>
          <a:ln>
            <a:noFill/>
          </a:ln>
        </p:spPr>
        <p:txBody>
          <a:bodyPr rtlCol="0" anchor="ctr"/>
          <a:lstStyle/>
          <a:p>
            <a:pPr algn="ctr"/>
          </a:p>
        </p:txBody>
      </p:sp>
      <p:sp>
        <p:nvSpPr>
          <p:cNvPr id="170" name="Rectangle 169"/>
          <p:cNvSpPr/>
          <p:nvPr/>
        </p:nvSpPr>
        <p:spPr>
          <a:xfrm>
            <a:off x="2083767" y="4029760"/>
            <a:ext cx="98462" cy="91440"/>
          </a:xfrm>
          <a:prstGeom prst="rect">
            <a:avLst/>
          </a:prstGeom>
          <a:solidFill>
            <a:srgbClr val="FAD9A0"/>
          </a:solidFill>
          <a:ln>
            <a:noFill/>
          </a:ln>
        </p:spPr>
        <p:txBody>
          <a:bodyPr rtlCol="0" anchor="ctr"/>
          <a:lstStyle/>
          <a:p>
            <a:pPr algn="ctr"/>
          </a:p>
        </p:txBody>
      </p:sp>
      <p:sp>
        <p:nvSpPr>
          <p:cNvPr id="171" name="Rectangle 170"/>
          <p:cNvSpPr/>
          <p:nvPr/>
        </p:nvSpPr>
        <p:spPr>
          <a:xfrm>
            <a:off x="2126322" y="4007815"/>
            <a:ext cx="12801" cy="135331"/>
          </a:xfrm>
          <a:prstGeom prst="rect">
            <a:avLst/>
          </a:prstGeom>
          <a:solidFill>
            <a:srgbClr val="1B3A6B"/>
          </a:solidFill>
          <a:ln>
            <a:noFill/>
          </a:ln>
        </p:spPr>
        <p:txBody>
          <a:bodyPr rtlCol="0" anchor="ctr"/>
          <a:lstStyle/>
          <a:p>
            <a:pPr algn="ctr"/>
          </a:p>
        </p:txBody>
      </p:sp>
      <p:sp>
        <p:nvSpPr>
          <p:cNvPr id="172" name="TextBox 171"/>
          <p:cNvSpPr txBox="1"/>
          <p:nvPr/>
        </p:nvSpPr>
        <p:spPr>
          <a:xfrm>
            <a:off x="2496312" y="3994099"/>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1.125</a:t>
            </a:r>
          </a:p>
        </p:txBody>
      </p:sp>
      <p:sp>
        <p:nvSpPr>
          <p:cNvPr id="173" name="TextBox 172"/>
          <p:cNvSpPr txBox="1"/>
          <p:nvPr/>
        </p:nvSpPr>
        <p:spPr>
          <a:xfrm>
            <a:off x="2990088" y="3994099"/>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94,7%</a:t>
            </a:r>
          </a:p>
        </p:txBody>
      </p:sp>
      <p:sp>
        <p:nvSpPr>
          <p:cNvPr id="174" name="TextBox 173"/>
          <p:cNvSpPr txBox="1"/>
          <p:nvPr/>
        </p:nvSpPr>
        <p:spPr>
          <a:xfrm>
            <a:off x="3474720" y="3994099"/>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1.252</a:t>
            </a:r>
          </a:p>
        </p:txBody>
      </p:sp>
      <p:sp>
        <p:nvSpPr>
          <p:cNvPr id="175" name="TextBox 174"/>
          <p:cNvSpPr txBox="1"/>
          <p:nvPr/>
        </p:nvSpPr>
        <p:spPr>
          <a:xfrm>
            <a:off x="4050791" y="3994099"/>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76" name="TextBox 175"/>
          <p:cNvSpPr txBox="1"/>
          <p:nvPr/>
        </p:nvSpPr>
        <p:spPr>
          <a:xfrm>
            <a:off x="411480" y="415686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18</a:t>
            </a:r>
          </a:p>
        </p:txBody>
      </p:sp>
      <p:sp>
        <p:nvSpPr>
          <p:cNvPr id="177" name="TextBox 176"/>
          <p:cNvSpPr txBox="1"/>
          <p:nvPr/>
        </p:nvSpPr>
        <p:spPr>
          <a:xfrm>
            <a:off x="630936" y="415686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382p</a:t>
            </a:r>
          </a:p>
        </p:txBody>
      </p:sp>
      <p:sp>
        <p:nvSpPr>
          <p:cNvPr id="178" name="Rectangle 177"/>
          <p:cNvSpPr/>
          <p:nvPr/>
        </p:nvSpPr>
        <p:spPr>
          <a:xfrm>
            <a:off x="1216152" y="4192523"/>
            <a:ext cx="858664" cy="91440"/>
          </a:xfrm>
          <a:prstGeom prst="rect">
            <a:avLst/>
          </a:prstGeom>
          <a:solidFill>
            <a:srgbClr val="2B5BA3"/>
          </a:solidFill>
          <a:ln>
            <a:noFill/>
          </a:ln>
        </p:spPr>
        <p:txBody>
          <a:bodyPr rtlCol="0" anchor="ctr"/>
          <a:lstStyle/>
          <a:p>
            <a:pPr algn="ctr"/>
          </a:p>
        </p:txBody>
      </p:sp>
      <p:sp>
        <p:nvSpPr>
          <p:cNvPr id="179" name="Rectangle 178"/>
          <p:cNvSpPr/>
          <p:nvPr/>
        </p:nvSpPr>
        <p:spPr>
          <a:xfrm>
            <a:off x="2074816" y="4192523"/>
            <a:ext cx="363749" cy="91440"/>
          </a:xfrm>
          <a:prstGeom prst="rect">
            <a:avLst/>
          </a:prstGeom>
          <a:solidFill>
            <a:srgbClr val="FAD9A0"/>
          </a:solidFill>
          <a:ln>
            <a:noFill/>
          </a:ln>
        </p:spPr>
        <p:txBody>
          <a:bodyPr rtlCol="0" anchor="ctr"/>
          <a:lstStyle/>
          <a:p>
            <a:pPr algn="ctr"/>
          </a:p>
        </p:txBody>
      </p:sp>
      <p:sp>
        <p:nvSpPr>
          <p:cNvPr id="180" name="Rectangle 179"/>
          <p:cNvSpPr/>
          <p:nvPr/>
        </p:nvSpPr>
        <p:spPr>
          <a:xfrm>
            <a:off x="2230478" y="4170578"/>
            <a:ext cx="12801" cy="135331"/>
          </a:xfrm>
          <a:prstGeom prst="rect">
            <a:avLst/>
          </a:prstGeom>
          <a:solidFill>
            <a:srgbClr val="1B3A6B"/>
          </a:solidFill>
          <a:ln>
            <a:noFill/>
          </a:ln>
        </p:spPr>
        <p:txBody>
          <a:bodyPr rtlCol="0" anchor="ctr"/>
          <a:lstStyle/>
          <a:p>
            <a:pPr algn="ctr"/>
          </a:p>
        </p:txBody>
      </p:sp>
      <p:sp>
        <p:nvSpPr>
          <p:cNvPr id="181" name="TextBox 180"/>
          <p:cNvSpPr txBox="1"/>
          <p:nvPr/>
        </p:nvSpPr>
        <p:spPr>
          <a:xfrm>
            <a:off x="2496312" y="4156862"/>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1.113</a:t>
            </a:r>
          </a:p>
        </p:txBody>
      </p:sp>
      <p:sp>
        <p:nvSpPr>
          <p:cNvPr id="182" name="TextBox 181"/>
          <p:cNvSpPr txBox="1"/>
          <p:nvPr/>
        </p:nvSpPr>
        <p:spPr>
          <a:xfrm>
            <a:off x="2990088" y="4156862"/>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84,1%</a:t>
            </a:r>
          </a:p>
        </p:txBody>
      </p:sp>
      <p:sp>
        <p:nvSpPr>
          <p:cNvPr id="183" name="TextBox 182"/>
          <p:cNvSpPr txBox="1"/>
          <p:nvPr/>
        </p:nvSpPr>
        <p:spPr>
          <a:xfrm>
            <a:off x="3474720" y="4156862"/>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1.584</a:t>
            </a:r>
          </a:p>
        </p:txBody>
      </p:sp>
      <p:sp>
        <p:nvSpPr>
          <p:cNvPr id="184" name="TextBox 183"/>
          <p:cNvSpPr txBox="1"/>
          <p:nvPr/>
        </p:nvSpPr>
        <p:spPr>
          <a:xfrm>
            <a:off x="4050791" y="4156862"/>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185" name="Rectangle 184"/>
          <p:cNvSpPr/>
          <p:nvPr/>
        </p:nvSpPr>
        <p:spPr>
          <a:xfrm>
            <a:off x="411480" y="4319625"/>
            <a:ext cx="4114800" cy="162763"/>
          </a:xfrm>
          <a:prstGeom prst="rect">
            <a:avLst/>
          </a:prstGeom>
          <a:solidFill>
            <a:srgbClr val="FFFFFF"/>
          </a:solidFill>
          <a:ln>
            <a:noFill/>
          </a:ln>
        </p:spPr>
        <p:txBody>
          <a:bodyPr rtlCol="0" anchor="ctr"/>
          <a:lstStyle/>
          <a:p>
            <a:pPr algn="ctr"/>
          </a:p>
        </p:txBody>
      </p:sp>
      <p:sp>
        <p:nvSpPr>
          <p:cNvPr id="186" name="TextBox 185"/>
          <p:cNvSpPr txBox="1"/>
          <p:nvPr/>
        </p:nvSpPr>
        <p:spPr>
          <a:xfrm>
            <a:off x="411480" y="431962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19</a:t>
            </a:r>
          </a:p>
        </p:txBody>
      </p:sp>
      <p:sp>
        <p:nvSpPr>
          <p:cNvPr id="187" name="TextBox 186"/>
          <p:cNvSpPr txBox="1"/>
          <p:nvPr/>
        </p:nvSpPr>
        <p:spPr>
          <a:xfrm>
            <a:off x="630936" y="431962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73</a:t>
            </a:r>
          </a:p>
        </p:txBody>
      </p:sp>
      <p:sp>
        <p:nvSpPr>
          <p:cNvPr id="188" name="Rectangle 187"/>
          <p:cNvSpPr/>
          <p:nvPr/>
        </p:nvSpPr>
        <p:spPr>
          <a:xfrm>
            <a:off x="1216152" y="4355287"/>
            <a:ext cx="858095" cy="91440"/>
          </a:xfrm>
          <a:prstGeom prst="rect">
            <a:avLst/>
          </a:prstGeom>
          <a:solidFill>
            <a:srgbClr val="1E8449"/>
          </a:solidFill>
          <a:ln>
            <a:noFill/>
          </a:ln>
        </p:spPr>
        <p:txBody>
          <a:bodyPr rtlCol="0" anchor="ctr"/>
          <a:lstStyle/>
          <a:p>
            <a:pPr algn="ctr"/>
          </a:p>
        </p:txBody>
      </p:sp>
      <p:sp>
        <p:nvSpPr>
          <p:cNvPr id="189" name="Rectangle 188"/>
          <p:cNvSpPr/>
          <p:nvPr/>
        </p:nvSpPr>
        <p:spPr>
          <a:xfrm>
            <a:off x="2074247" y="4355287"/>
            <a:ext cx="238355" cy="91440"/>
          </a:xfrm>
          <a:prstGeom prst="rect">
            <a:avLst/>
          </a:prstGeom>
          <a:solidFill>
            <a:srgbClr val="FAD9A0"/>
          </a:solidFill>
          <a:ln>
            <a:noFill/>
          </a:ln>
        </p:spPr>
        <p:txBody>
          <a:bodyPr rtlCol="0" anchor="ctr"/>
          <a:lstStyle/>
          <a:p>
            <a:pPr algn="ctr"/>
          </a:p>
        </p:txBody>
      </p:sp>
      <p:sp>
        <p:nvSpPr>
          <p:cNvPr id="190" name="Rectangle 189"/>
          <p:cNvSpPr/>
          <p:nvPr/>
        </p:nvSpPr>
        <p:spPr>
          <a:xfrm>
            <a:off x="2126322" y="4333341"/>
            <a:ext cx="12801" cy="135331"/>
          </a:xfrm>
          <a:prstGeom prst="rect">
            <a:avLst/>
          </a:prstGeom>
          <a:solidFill>
            <a:srgbClr val="1B3A6B"/>
          </a:solidFill>
          <a:ln>
            <a:noFill/>
          </a:ln>
        </p:spPr>
        <p:txBody>
          <a:bodyPr rtlCol="0" anchor="ctr"/>
          <a:lstStyle/>
          <a:p>
            <a:pPr algn="ctr"/>
          </a:p>
        </p:txBody>
      </p:sp>
      <p:sp>
        <p:nvSpPr>
          <p:cNvPr id="191" name="TextBox 190"/>
          <p:cNvSpPr txBox="1"/>
          <p:nvPr/>
        </p:nvSpPr>
        <p:spPr>
          <a:xfrm>
            <a:off x="2496312" y="4319625"/>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1.112</a:t>
            </a:r>
          </a:p>
        </p:txBody>
      </p:sp>
      <p:sp>
        <p:nvSpPr>
          <p:cNvPr id="192" name="TextBox 191"/>
          <p:cNvSpPr txBox="1"/>
          <p:nvPr/>
        </p:nvSpPr>
        <p:spPr>
          <a:xfrm>
            <a:off x="2990088" y="4319625"/>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93,6%</a:t>
            </a:r>
          </a:p>
        </p:txBody>
      </p:sp>
      <p:sp>
        <p:nvSpPr>
          <p:cNvPr id="193" name="TextBox 192"/>
          <p:cNvSpPr txBox="1"/>
          <p:nvPr/>
        </p:nvSpPr>
        <p:spPr>
          <a:xfrm>
            <a:off x="3474720" y="4319625"/>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1.421</a:t>
            </a:r>
          </a:p>
        </p:txBody>
      </p:sp>
      <p:sp>
        <p:nvSpPr>
          <p:cNvPr id="194" name="TextBox 193"/>
          <p:cNvSpPr txBox="1"/>
          <p:nvPr/>
        </p:nvSpPr>
        <p:spPr>
          <a:xfrm>
            <a:off x="4050791" y="4319625"/>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95" name="TextBox 194"/>
          <p:cNvSpPr txBox="1"/>
          <p:nvPr/>
        </p:nvSpPr>
        <p:spPr>
          <a:xfrm>
            <a:off x="4636008" y="1170432"/>
            <a:ext cx="1828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a:t>
            </a:r>
          </a:p>
        </p:txBody>
      </p:sp>
      <p:sp>
        <p:nvSpPr>
          <p:cNvPr id="196" name="TextBox 195"/>
          <p:cNvSpPr txBox="1"/>
          <p:nvPr/>
        </p:nvSpPr>
        <p:spPr>
          <a:xfrm>
            <a:off x="4855464" y="1170432"/>
            <a:ext cx="5486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197" name="TextBox 196"/>
          <p:cNvSpPr txBox="1"/>
          <p:nvPr/>
        </p:nvSpPr>
        <p:spPr>
          <a:xfrm>
            <a:off x="5440680" y="1170432"/>
            <a:ext cx="12344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Yield real (kWh/kWp/año)</a:t>
            </a:r>
          </a:p>
        </p:txBody>
      </p:sp>
      <p:sp>
        <p:nvSpPr>
          <p:cNvPr id="198" name="TextBox 197"/>
          <p:cNvSpPr txBox="1"/>
          <p:nvPr/>
        </p:nvSpPr>
        <p:spPr>
          <a:xfrm>
            <a:off x="6720840" y="1170432"/>
            <a:ext cx="45720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Real</a:t>
            </a:r>
          </a:p>
        </p:txBody>
      </p:sp>
      <p:sp>
        <p:nvSpPr>
          <p:cNvPr id="199" name="TextBox 198"/>
          <p:cNvSpPr txBox="1"/>
          <p:nvPr/>
        </p:nvSpPr>
        <p:spPr>
          <a:xfrm>
            <a:off x="7214616" y="1170432"/>
            <a:ext cx="45720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 diseño</a:t>
            </a:r>
          </a:p>
        </p:txBody>
      </p:sp>
      <p:sp>
        <p:nvSpPr>
          <p:cNvPr id="200" name="TextBox 199"/>
          <p:cNvSpPr txBox="1"/>
          <p:nvPr/>
        </p:nvSpPr>
        <p:spPr>
          <a:xfrm>
            <a:off x="7699248" y="1170432"/>
            <a:ext cx="54864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Sin recorte</a:t>
            </a:r>
          </a:p>
        </p:txBody>
      </p:sp>
      <p:sp>
        <p:nvSpPr>
          <p:cNvPr id="201" name="TextBox 200"/>
          <p:cNvSpPr txBox="1"/>
          <p:nvPr/>
        </p:nvSpPr>
        <p:spPr>
          <a:xfrm>
            <a:off x="8275320" y="1170432"/>
            <a:ext cx="475488"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Marca</a:t>
            </a:r>
          </a:p>
        </p:txBody>
      </p:sp>
      <p:sp>
        <p:nvSpPr>
          <p:cNvPr id="202" name="Rectangle 201"/>
          <p:cNvSpPr/>
          <p:nvPr/>
        </p:nvSpPr>
        <p:spPr>
          <a:xfrm>
            <a:off x="4636008" y="1389888"/>
            <a:ext cx="4114800" cy="162763"/>
          </a:xfrm>
          <a:prstGeom prst="rect">
            <a:avLst/>
          </a:prstGeom>
          <a:solidFill>
            <a:srgbClr val="FFFFFF"/>
          </a:solidFill>
          <a:ln>
            <a:noFill/>
          </a:ln>
        </p:spPr>
        <p:txBody>
          <a:bodyPr rtlCol="0" anchor="ctr"/>
          <a:lstStyle/>
          <a:p>
            <a:pPr algn="ctr"/>
          </a:p>
        </p:txBody>
      </p:sp>
      <p:sp>
        <p:nvSpPr>
          <p:cNvPr id="203" name="TextBox 202"/>
          <p:cNvSpPr txBox="1"/>
          <p:nvPr/>
        </p:nvSpPr>
        <p:spPr>
          <a:xfrm>
            <a:off x="4636008" y="1389888"/>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20</a:t>
            </a:r>
          </a:p>
        </p:txBody>
      </p:sp>
      <p:sp>
        <p:nvSpPr>
          <p:cNvPr id="204" name="TextBox 203"/>
          <p:cNvSpPr txBox="1"/>
          <p:nvPr/>
        </p:nvSpPr>
        <p:spPr>
          <a:xfrm>
            <a:off x="4855464" y="1389888"/>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77</a:t>
            </a:r>
          </a:p>
        </p:txBody>
      </p:sp>
      <p:sp>
        <p:nvSpPr>
          <p:cNvPr id="205" name="Rectangle 204"/>
          <p:cNvSpPr/>
          <p:nvPr/>
        </p:nvSpPr>
        <p:spPr>
          <a:xfrm>
            <a:off x="5440680" y="1425549"/>
            <a:ext cx="854103" cy="91440"/>
          </a:xfrm>
          <a:prstGeom prst="rect">
            <a:avLst/>
          </a:prstGeom>
          <a:solidFill>
            <a:srgbClr val="1E8449"/>
          </a:solidFill>
          <a:ln>
            <a:noFill/>
          </a:ln>
        </p:spPr>
        <p:txBody>
          <a:bodyPr rtlCol="0" anchor="ctr"/>
          <a:lstStyle/>
          <a:p>
            <a:pPr algn="ctr"/>
          </a:p>
        </p:txBody>
      </p:sp>
      <p:sp>
        <p:nvSpPr>
          <p:cNvPr id="206" name="Rectangle 205"/>
          <p:cNvSpPr/>
          <p:nvPr/>
        </p:nvSpPr>
        <p:spPr>
          <a:xfrm>
            <a:off x="6294783" y="1425549"/>
            <a:ext cx="91871" cy="91440"/>
          </a:xfrm>
          <a:prstGeom prst="rect">
            <a:avLst/>
          </a:prstGeom>
          <a:solidFill>
            <a:srgbClr val="FAD9A0"/>
          </a:solidFill>
          <a:ln>
            <a:noFill/>
          </a:ln>
        </p:spPr>
        <p:txBody>
          <a:bodyPr rtlCol="0" anchor="ctr"/>
          <a:lstStyle/>
          <a:p>
            <a:pPr algn="ctr"/>
          </a:p>
        </p:txBody>
      </p:sp>
      <p:sp>
        <p:nvSpPr>
          <p:cNvPr id="207" name="Rectangle 206"/>
          <p:cNvSpPr/>
          <p:nvPr/>
        </p:nvSpPr>
        <p:spPr>
          <a:xfrm>
            <a:off x="6350850" y="1403604"/>
            <a:ext cx="12801" cy="135331"/>
          </a:xfrm>
          <a:prstGeom prst="rect">
            <a:avLst/>
          </a:prstGeom>
          <a:solidFill>
            <a:srgbClr val="1B3A6B"/>
          </a:solidFill>
          <a:ln>
            <a:noFill/>
          </a:ln>
        </p:spPr>
        <p:txBody>
          <a:bodyPr rtlCol="0" anchor="ctr"/>
          <a:lstStyle/>
          <a:p>
            <a:pPr algn="ctr"/>
          </a:p>
        </p:txBody>
      </p:sp>
      <p:sp>
        <p:nvSpPr>
          <p:cNvPr id="208" name="TextBox 207"/>
          <p:cNvSpPr txBox="1"/>
          <p:nvPr/>
        </p:nvSpPr>
        <p:spPr>
          <a:xfrm>
            <a:off x="6720840" y="1389888"/>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1.107</a:t>
            </a:r>
          </a:p>
        </p:txBody>
      </p:sp>
      <p:sp>
        <p:nvSpPr>
          <p:cNvPr id="209" name="TextBox 208"/>
          <p:cNvSpPr txBox="1"/>
          <p:nvPr/>
        </p:nvSpPr>
        <p:spPr>
          <a:xfrm>
            <a:off x="7214616" y="1389888"/>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93,2%</a:t>
            </a:r>
          </a:p>
        </p:txBody>
      </p:sp>
      <p:sp>
        <p:nvSpPr>
          <p:cNvPr id="210" name="TextBox 209"/>
          <p:cNvSpPr txBox="1"/>
          <p:nvPr/>
        </p:nvSpPr>
        <p:spPr>
          <a:xfrm>
            <a:off x="7699248" y="1389888"/>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1.226</a:t>
            </a:r>
          </a:p>
        </p:txBody>
      </p:sp>
      <p:sp>
        <p:nvSpPr>
          <p:cNvPr id="211" name="TextBox 210"/>
          <p:cNvSpPr txBox="1"/>
          <p:nvPr/>
        </p:nvSpPr>
        <p:spPr>
          <a:xfrm>
            <a:off x="8275320" y="1389888"/>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12" name="TextBox 211"/>
          <p:cNvSpPr txBox="1"/>
          <p:nvPr/>
        </p:nvSpPr>
        <p:spPr>
          <a:xfrm>
            <a:off x="4636008" y="1552651"/>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21</a:t>
            </a:r>
          </a:p>
        </p:txBody>
      </p:sp>
      <p:sp>
        <p:nvSpPr>
          <p:cNvPr id="213" name="TextBox 212"/>
          <p:cNvSpPr txBox="1"/>
          <p:nvPr/>
        </p:nvSpPr>
        <p:spPr>
          <a:xfrm>
            <a:off x="4855464" y="1552651"/>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10p</a:t>
            </a:r>
          </a:p>
        </p:txBody>
      </p:sp>
      <p:sp>
        <p:nvSpPr>
          <p:cNvPr id="214" name="Rectangle 213"/>
          <p:cNvSpPr/>
          <p:nvPr/>
        </p:nvSpPr>
        <p:spPr>
          <a:xfrm>
            <a:off x="5440680" y="1588312"/>
            <a:ext cx="821002" cy="91440"/>
          </a:xfrm>
          <a:prstGeom prst="rect">
            <a:avLst/>
          </a:prstGeom>
          <a:solidFill>
            <a:srgbClr val="2B5BA3"/>
          </a:solidFill>
          <a:ln>
            <a:noFill/>
          </a:ln>
        </p:spPr>
        <p:txBody>
          <a:bodyPr rtlCol="0" anchor="ctr"/>
          <a:lstStyle/>
          <a:p>
            <a:pPr algn="ctr"/>
          </a:p>
        </p:txBody>
      </p:sp>
      <p:sp>
        <p:nvSpPr>
          <p:cNvPr id="215" name="Rectangle 214"/>
          <p:cNvSpPr/>
          <p:nvPr/>
        </p:nvSpPr>
        <p:spPr>
          <a:xfrm>
            <a:off x="6261682" y="1588312"/>
            <a:ext cx="159154" cy="91440"/>
          </a:xfrm>
          <a:prstGeom prst="rect">
            <a:avLst/>
          </a:prstGeom>
          <a:solidFill>
            <a:srgbClr val="FAD9A0"/>
          </a:solidFill>
          <a:ln>
            <a:noFill/>
          </a:ln>
        </p:spPr>
        <p:txBody>
          <a:bodyPr rtlCol="0" anchor="ctr"/>
          <a:lstStyle/>
          <a:p>
            <a:pPr algn="ctr"/>
          </a:p>
        </p:txBody>
      </p:sp>
      <p:sp>
        <p:nvSpPr>
          <p:cNvPr id="216" name="Rectangle 215"/>
          <p:cNvSpPr/>
          <p:nvPr/>
        </p:nvSpPr>
        <p:spPr>
          <a:xfrm>
            <a:off x="6455006" y="1566367"/>
            <a:ext cx="12801" cy="135331"/>
          </a:xfrm>
          <a:prstGeom prst="rect">
            <a:avLst/>
          </a:prstGeom>
          <a:solidFill>
            <a:srgbClr val="1B3A6B"/>
          </a:solidFill>
          <a:ln>
            <a:noFill/>
          </a:ln>
        </p:spPr>
        <p:txBody>
          <a:bodyPr rtlCol="0" anchor="ctr"/>
          <a:lstStyle/>
          <a:p>
            <a:pPr algn="ctr"/>
          </a:p>
        </p:txBody>
      </p:sp>
      <p:sp>
        <p:nvSpPr>
          <p:cNvPr id="217" name="TextBox 216"/>
          <p:cNvSpPr txBox="1"/>
          <p:nvPr/>
        </p:nvSpPr>
        <p:spPr>
          <a:xfrm>
            <a:off x="6720840" y="1552651"/>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1.064</a:t>
            </a:r>
          </a:p>
        </p:txBody>
      </p:sp>
      <p:sp>
        <p:nvSpPr>
          <p:cNvPr id="218" name="TextBox 217"/>
          <p:cNvSpPr txBox="1"/>
          <p:nvPr/>
        </p:nvSpPr>
        <p:spPr>
          <a:xfrm>
            <a:off x="7214616" y="1552651"/>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80,4%</a:t>
            </a:r>
          </a:p>
        </p:txBody>
      </p:sp>
      <p:sp>
        <p:nvSpPr>
          <p:cNvPr id="219" name="TextBox 218"/>
          <p:cNvSpPr txBox="1"/>
          <p:nvPr/>
        </p:nvSpPr>
        <p:spPr>
          <a:xfrm>
            <a:off x="7699248" y="1552651"/>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1.270</a:t>
            </a:r>
          </a:p>
        </p:txBody>
      </p:sp>
      <p:sp>
        <p:nvSpPr>
          <p:cNvPr id="220" name="TextBox 219"/>
          <p:cNvSpPr txBox="1"/>
          <p:nvPr/>
        </p:nvSpPr>
        <p:spPr>
          <a:xfrm>
            <a:off x="8275320" y="1552651"/>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21" name="Rectangle 220"/>
          <p:cNvSpPr/>
          <p:nvPr/>
        </p:nvSpPr>
        <p:spPr>
          <a:xfrm>
            <a:off x="4636008" y="1715414"/>
            <a:ext cx="4114800" cy="162763"/>
          </a:xfrm>
          <a:prstGeom prst="rect">
            <a:avLst/>
          </a:prstGeom>
          <a:solidFill>
            <a:srgbClr val="FFFFFF"/>
          </a:solidFill>
          <a:ln>
            <a:noFill/>
          </a:ln>
        </p:spPr>
        <p:txBody>
          <a:bodyPr rtlCol="0" anchor="ctr"/>
          <a:lstStyle/>
          <a:p>
            <a:pPr algn="ctr"/>
          </a:p>
        </p:txBody>
      </p:sp>
      <p:sp>
        <p:nvSpPr>
          <p:cNvPr id="222" name="TextBox 221"/>
          <p:cNvSpPr txBox="1"/>
          <p:nvPr/>
        </p:nvSpPr>
        <p:spPr>
          <a:xfrm>
            <a:off x="4636008" y="171541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22</a:t>
            </a:r>
          </a:p>
        </p:txBody>
      </p:sp>
      <p:sp>
        <p:nvSpPr>
          <p:cNvPr id="223" name="TextBox 222"/>
          <p:cNvSpPr txBox="1"/>
          <p:nvPr/>
        </p:nvSpPr>
        <p:spPr>
          <a:xfrm>
            <a:off x="4855464" y="171541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287</a:t>
            </a:r>
          </a:p>
        </p:txBody>
      </p:sp>
      <p:sp>
        <p:nvSpPr>
          <p:cNvPr id="224" name="Rectangle 223"/>
          <p:cNvSpPr/>
          <p:nvPr/>
        </p:nvSpPr>
        <p:spPr>
          <a:xfrm>
            <a:off x="5440680" y="1751075"/>
            <a:ext cx="808067" cy="91440"/>
          </a:xfrm>
          <a:prstGeom prst="rect">
            <a:avLst/>
          </a:prstGeom>
          <a:solidFill>
            <a:srgbClr val="CA6F1E"/>
          </a:solidFill>
          <a:ln>
            <a:noFill/>
          </a:ln>
        </p:spPr>
        <p:txBody>
          <a:bodyPr rtlCol="0" anchor="ctr"/>
          <a:lstStyle/>
          <a:p>
            <a:pPr algn="ctr"/>
          </a:p>
        </p:txBody>
      </p:sp>
      <p:sp>
        <p:nvSpPr>
          <p:cNvPr id="225" name="Rectangle 224"/>
          <p:cNvSpPr/>
          <p:nvPr/>
        </p:nvSpPr>
        <p:spPr>
          <a:xfrm>
            <a:off x="6248747" y="1751075"/>
            <a:ext cx="128450" cy="91440"/>
          </a:xfrm>
          <a:prstGeom prst="rect">
            <a:avLst/>
          </a:prstGeom>
          <a:solidFill>
            <a:srgbClr val="FAD9A0"/>
          </a:solidFill>
          <a:ln>
            <a:noFill/>
          </a:ln>
        </p:spPr>
        <p:txBody>
          <a:bodyPr rtlCol="0" anchor="ctr"/>
          <a:lstStyle/>
          <a:p>
            <a:pPr algn="ctr"/>
          </a:p>
        </p:txBody>
      </p:sp>
      <p:sp>
        <p:nvSpPr>
          <p:cNvPr id="226" name="Rectangle 225"/>
          <p:cNvSpPr/>
          <p:nvPr/>
        </p:nvSpPr>
        <p:spPr>
          <a:xfrm>
            <a:off x="6455006" y="1729130"/>
            <a:ext cx="12801" cy="135331"/>
          </a:xfrm>
          <a:prstGeom prst="rect">
            <a:avLst/>
          </a:prstGeom>
          <a:solidFill>
            <a:srgbClr val="1B3A6B"/>
          </a:solidFill>
          <a:ln>
            <a:noFill/>
          </a:ln>
        </p:spPr>
        <p:txBody>
          <a:bodyPr rtlCol="0" anchor="ctr"/>
          <a:lstStyle/>
          <a:p>
            <a:pPr algn="ctr"/>
          </a:p>
        </p:txBody>
      </p:sp>
      <p:sp>
        <p:nvSpPr>
          <p:cNvPr id="227" name="TextBox 226"/>
          <p:cNvSpPr txBox="1"/>
          <p:nvPr/>
        </p:nvSpPr>
        <p:spPr>
          <a:xfrm>
            <a:off x="6720840" y="1715414"/>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1.047</a:t>
            </a:r>
          </a:p>
        </p:txBody>
      </p:sp>
      <p:sp>
        <p:nvSpPr>
          <p:cNvPr id="228" name="TextBox 227"/>
          <p:cNvSpPr txBox="1"/>
          <p:nvPr/>
        </p:nvSpPr>
        <p:spPr>
          <a:xfrm>
            <a:off x="7214616" y="1715414"/>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79,2%</a:t>
            </a:r>
          </a:p>
        </p:txBody>
      </p:sp>
      <p:sp>
        <p:nvSpPr>
          <p:cNvPr id="229" name="TextBox 228"/>
          <p:cNvSpPr txBox="1"/>
          <p:nvPr/>
        </p:nvSpPr>
        <p:spPr>
          <a:xfrm>
            <a:off x="7699248" y="1715414"/>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1.214</a:t>
            </a:r>
          </a:p>
        </p:txBody>
      </p:sp>
      <p:sp>
        <p:nvSpPr>
          <p:cNvPr id="230" name="TextBox 229"/>
          <p:cNvSpPr txBox="1"/>
          <p:nvPr/>
        </p:nvSpPr>
        <p:spPr>
          <a:xfrm>
            <a:off x="8275320" y="1715414"/>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31" name="TextBox 230"/>
          <p:cNvSpPr txBox="1"/>
          <p:nvPr/>
        </p:nvSpPr>
        <p:spPr>
          <a:xfrm>
            <a:off x="4636008" y="187817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23</a:t>
            </a:r>
          </a:p>
        </p:txBody>
      </p:sp>
      <p:sp>
        <p:nvSpPr>
          <p:cNvPr id="232" name="TextBox 231"/>
          <p:cNvSpPr txBox="1"/>
          <p:nvPr/>
        </p:nvSpPr>
        <p:spPr>
          <a:xfrm>
            <a:off x="4855464" y="187817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63</a:t>
            </a:r>
          </a:p>
        </p:txBody>
      </p:sp>
      <p:sp>
        <p:nvSpPr>
          <p:cNvPr id="233" name="Rectangle 232"/>
          <p:cNvSpPr/>
          <p:nvPr/>
        </p:nvSpPr>
        <p:spPr>
          <a:xfrm>
            <a:off x="5440680" y="1913839"/>
            <a:ext cx="793323" cy="91440"/>
          </a:xfrm>
          <a:prstGeom prst="rect">
            <a:avLst/>
          </a:prstGeom>
          <a:solidFill>
            <a:srgbClr val="2B5BA3"/>
          </a:solidFill>
          <a:ln>
            <a:noFill/>
          </a:ln>
        </p:spPr>
        <p:txBody>
          <a:bodyPr rtlCol="0" anchor="ctr"/>
          <a:lstStyle/>
          <a:p>
            <a:pPr algn="ctr"/>
          </a:p>
        </p:txBody>
      </p:sp>
      <p:sp>
        <p:nvSpPr>
          <p:cNvPr id="234" name="Rectangle 233"/>
          <p:cNvSpPr/>
          <p:nvPr/>
        </p:nvSpPr>
        <p:spPr>
          <a:xfrm>
            <a:off x="6234003" y="1913839"/>
            <a:ext cx="66676" cy="91440"/>
          </a:xfrm>
          <a:prstGeom prst="rect">
            <a:avLst/>
          </a:prstGeom>
          <a:solidFill>
            <a:srgbClr val="FAD9A0"/>
          </a:solidFill>
          <a:ln>
            <a:noFill/>
          </a:ln>
        </p:spPr>
        <p:txBody>
          <a:bodyPr rtlCol="0" anchor="ctr"/>
          <a:lstStyle/>
          <a:p>
            <a:pPr algn="ctr"/>
          </a:p>
        </p:txBody>
      </p:sp>
      <p:sp>
        <p:nvSpPr>
          <p:cNvPr id="235" name="Rectangle 234"/>
          <p:cNvSpPr/>
          <p:nvPr/>
        </p:nvSpPr>
        <p:spPr>
          <a:xfrm>
            <a:off x="6350850" y="1891893"/>
            <a:ext cx="12801" cy="135331"/>
          </a:xfrm>
          <a:prstGeom prst="rect">
            <a:avLst/>
          </a:prstGeom>
          <a:solidFill>
            <a:srgbClr val="1B3A6B"/>
          </a:solidFill>
          <a:ln>
            <a:noFill/>
          </a:ln>
        </p:spPr>
        <p:txBody>
          <a:bodyPr rtlCol="0" anchor="ctr"/>
          <a:lstStyle/>
          <a:p>
            <a:pPr algn="ctr"/>
          </a:p>
        </p:txBody>
      </p:sp>
      <p:sp>
        <p:nvSpPr>
          <p:cNvPr id="236" name="TextBox 235"/>
          <p:cNvSpPr txBox="1"/>
          <p:nvPr/>
        </p:nvSpPr>
        <p:spPr>
          <a:xfrm>
            <a:off x="6720840" y="1878177"/>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1.028</a:t>
            </a:r>
          </a:p>
        </p:txBody>
      </p:sp>
      <p:sp>
        <p:nvSpPr>
          <p:cNvPr id="237" name="TextBox 236"/>
          <p:cNvSpPr txBox="1"/>
          <p:nvPr/>
        </p:nvSpPr>
        <p:spPr>
          <a:xfrm>
            <a:off x="7214616" y="1878177"/>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86,6%</a:t>
            </a:r>
          </a:p>
        </p:txBody>
      </p:sp>
      <p:sp>
        <p:nvSpPr>
          <p:cNvPr id="238" name="TextBox 237"/>
          <p:cNvSpPr txBox="1"/>
          <p:nvPr/>
        </p:nvSpPr>
        <p:spPr>
          <a:xfrm>
            <a:off x="7699248" y="1878177"/>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1.115</a:t>
            </a:r>
          </a:p>
        </p:txBody>
      </p:sp>
      <p:sp>
        <p:nvSpPr>
          <p:cNvPr id="239" name="TextBox 238"/>
          <p:cNvSpPr txBox="1"/>
          <p:nvPr/>
        </p:nvSpPr>
        <p:spPr>
          <a:xfrm>
            <a:off x="8275320" y="1878177"/>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40" name="Rectangle 239"/>
          <p:cNvSpPr/>
          <p:nvPr/>
        </p:nvSpPr>
        <p:spPr>
          <a:xfrm>
            <a:off x="4636008" y="2040940"/>
            <a:ext cx="4114800" cy="162763"/>
          </a:xfrm>
          <a:prstGeom prst="rect">
            <a:avLst/>
          </a:prstGeom>
          <a:solidFill>
            <a:srgbClr val="FFFFFF"/>
          </a:solidFill>
          <a:ln>
            <a:noFill/>
          </a:ln>
        </p:spPr>
        <p:txBody>
          <a:bodyPr rtlCol="0" anchor="ctr"/>
          <a:lstStyle/>
          <a:p>
            <a:pPr algn="ctr"/>
          </a:p>
        </p:txBody>
      </p:sp>
      <p:sp>
        <p:nvSpPr>
          <p:cNvPr id="241" name="TextBox 240"/>
          <p:cNvSpPr txBox="1"/>
          <p:nvPr/>
        </p:nvSpPr>
        <p:spPr>
          <a:xfrm>
            <a:off x="4636008" y="204094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24</a:t>
            </a:r>
          </a:p>
        </p:txBody>
      </p:sp>
      <p:sp>
        <p:nvSpPr>
          <p:cNvPr id="242" name="TextBox 241"/>
          <p:cNvSpPr txBox="1"/>
          <p:nvPr/>
        </p:nvSpPr>
        <p:spPr>
          <a:xfrm>
            <a:off x="4855464" y="204094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48</a:t>
            </a:r>
          </a:p>
        </p:txBody>
      </p:sp>
      <p:sp>
        <p:nvSpPr>
          <p:cNvPr id="243" name="Rectangle 242"/>
          <p:cNvSpPr/>
          <p:nvPr/>
        </p:nvSpPr>
        <p:spPr>
          <a:xfrm>
            <a:off x="5440680" y="2076602"/>
            <a:ext cx="783323" cy="91440"/>
          </a:xfrm>
          <a:prstGeom prst="rect">
            <a:avLst/>
          </a:prstGeom>
          <a:solidFill>
            <a:srgbClr val="2B5BA3"/>
          </a:solidFill>
          <a:ln>
            <a:noFill/>
          </a:ln>
        </p:spPr>
        <p:txBody>
          <a:bodyPr rtlCol="0" anchor="ctr"/>
          <a:lstStyle/>
          <a:p>
            <a:pPr algn="ctr"/>
          </a:p>
        </p:txBody>
      </p:sp>
      <p:sp>
        <p:nvSpPr>
          <p:cNvPr id="244" name="Rectangle 243"/>
          <p:cNvSpPr/>
          <p:nvPr/>
        </p:nvSpPr>
        <p:spPr>
          <a:xfrm>
            <a:off x="6224003" y="2076602"/>
            <a:ext cx="86931" cy="91440"/>
          </a:xfrm>
          <a:prstGeom prst="rect">
            <a:avLst/>
          </a:prstGeom>
          <a:solidFill>
            <a:srgbClr val="FAD9A0"/>
          </a:solidFill>
          <a:ln>
            <a:noFill/>
          </a:ln>
        </p:spPr>
        <p:txBody>
          <a:bodyPr rtlCol="0" anchor="ctr"/>
          <a:lstStyle/>
          <a:p>
            <a:pPr algn="ctr"/>
          </a:p>
        </p:txBody>
      </p:sp>
      <p:sp>
        <p:nvSpPr>
          <p:cNvPr id="245" name="Rectangle 244"/>
          <p:cNvSpPr/>
          <p:nvPr/>
        </p:nvSpPr>
        <p:spPr>
          <a:xfrm>
            <a:off x="6350850" y="2054656"/>
            <a:ext cx="12801" cy="135331"/>
          </a:xfrm>
          <a:prstGeom prst="rect">
            <a:avLst/>
          </a:prstGeom>
          <a:solidFill>
            <a:srgbClr val="1B3A6B"/>
          </a:solidFill>
          <a:ln>
            <a:noFill/>
          </a:ln>
        </p:spPr>
        <p:txBody>
          <a:bodyPr rtlCol="0" anchor="ctr"/>
          <a:lstStyle/>
          <a:p>
            <a:pPr algn="ctr"/>
          </a:p>
        </p:txBody>
      </p:sp>
      <p:sp>
        <p:nvSpPr>
          <p:cNvPr id="246" name="TextBox 245"/>
          <p:cNvSpPr txBox="1"/>
          <p:nvPr/>
        </p:nvSpPr>
        <p:spPr>
          <a:xfrm>
            <a:off x="6720840" y="2040940"/>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1.015</a:t>
            </a:r>
          </a:p>
        </p:txBody>
      </p:sp>
      <p:sp>
        <p:nvSpPr>
          <p:cNvPr id="247" name="TextBox 246"/>
          <p:cNvSpPr txBox="1"/>
          <p:nvPr/>
        </p:nvSpPr>
        <p:spPr>
          <a:xfrm>
            <a:off x="7214616" y="2040940"/>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85,5%</a:t>
            </a:r>
          </a:p>
        </p:txBody>
      </p:sp>
      <p:sp>
        <p:nvSpPr>
          <p:cNvPr id="248" name="TextBox 247"/>
          <p:cNvSpPr txBox="1"/>
          <p:nvPr/>
        </p:nvSpPr>
        <p:spPr>
          <a:xfrm>
            <a:off x="7699248" y="204094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1.128</a:t>
            </a:r>
          </a:p>
        </p:txBody>
      </p:sp>
      <p:sp>
        <p:nvSpPr>
          <p:cNvPr id="249" name="TextBox 248"/>
          <p:cNvSpPr txBox="1"/>
          <p:nvPr/>
        </p:nvSpPr>
        <p:spPr>
          <a:xfrm>
            <a:off x="8275320" y="204094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50" name="TextBox 249"/>
          <p:cNvSpPr txBox="1"/>
          <p:nvPr/>
        </p:nvSpPr>
        <p:spPr>
          <a:xfrm>
            <a:off x="4636008" y="220370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25</a:t>
            </a:r>
          </a:p>
        </p:txBody>
      </p:sp>
      <p:sp>
        <p:nvSpPr>
          <p:cNvPr id="251" name="TextBox 250"/>
          <p:cNvSpPr txBox="1"/>
          <p:nvPr/>
        </p:nvSpPr>
        <p:spPr>
          <a:xfrm>
            <a:off x="4855464" y="220370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29</a:t>
            </a:r>
          </a:p>
        </p:txBody>
      </p:sp>
      <p:sp>
        <p:nvSpPr>
          <p:cNvPr id="252" name="Rectangle 251"/>
          <p:cNvSpPr/>
          <p:nvPr/>
        </p:nvSpPr>
        <p:spPr>
          <a:xfrm>
            <a:off x="5440680" y="2239365"/>
            <a:ext cx="779886" cy="91440"/>
          </a:xfrm>
          <a:prstGeom prst="rect">
            <a:avLst/>
          </a:prstGeom>
          <a:solidFill>
            <a:srgbClr val="2B5BA3"/>
          </a:solidFill>
          <a:ln>
            <a:noFill/>
          </a:ln>
        </p:spPr>
        <p:txBody>
          <a:bodyPr rtlCol="0" anchor="ctr"/>
          <a:lstStyle/>
          <a:p>
            <a:pPr algn="ctr"/>
          </a:p>
        </p:txBody>
      </p:sp>
      <p:sp>
        <p:nvSpPr>
          <p:cNvPr id="253" name="Rectangle 252"/>
          <p:cNvSpPr/>
          <p:nvPr/>
        </p:nvSpPr>
        <p:spPr>
          <a:xfrm>
            <a:off x="6220566" y="2239365"/>
            <a:ext cx="151166" cy="91440"/>
          </a:xfrm>
          <a:prstGeom prst="rect">
            <a:avLst/>
          </a:prstGeom>
          <a:solidFill>
            <a:srgbClr val="FAD9A0"/>
          </a:solidFill>
          <a:ln>
            <a:noFill/>
          </a:ln>
        </p:spPr>
        <p:txBody>
          <a:bodyPr rtlCol="0" anchor="ctr"/>
          <a:lstStyle/>
          <a:p>
            <a:pPr algn="ctr"/>
          </a:p>
        </p:txBody>
      </p:sp>
      <p:sp>
        <p:nvSpPr>
          <p:cNvPr id="254" name="Rectangle 253"/>
          <p:cNvSpPr/>
          <p:nvPr/>
        </p:nvSpPr>
        <p:spPr>
          <a:xfrm>
            <a:off x="6350850" y="2217420"/>
            <a:ext cx="12801" cy="135331"/>
          </a:xfrm>
          <a:prstGeom prst="rect">
            <a:avLst/>
          </a:prstGeom>
          <a:solidFill>
            <a:srgbClr val="1B3A6B"/>
          </a:solidFill>
          <a:ln>
            <a:noFill/>
          </a:ln>
        </p:spPr>
        <p:txBody>
          <a:bodyPr rtlCol="0" anchor="ctr"/>
          <a:lstStyle/>
          <a:p>
            <a:pPr algn="ctr"/>
          </a:p>
        </p:txBody>
      </p:sp>
      <p:sp>
        <p:nvSpPr>
          <p:cNvPr id="255" name="TextBox 254"/>
          <p:cNvSpPr txBox="1"/>
          <p:nvPr/>
        </p:nvSpPr>
        <p:spPr>
          <a:xfrm>
            <a:off x="6720840" y="2203704"/>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1.011</a:t>
            </a:r>
          </a:p>
        </p:txBody>
      </p:sp>
      <p:sp>
        <p:nvSpPr>
          <p:cNvPr id="256" name="TextBox 255"/>
          <p:cNvSpPr txBox="1"/>
          <p:nvPr/>
        </p:nvSpPr>
        <p:spPr>
          <a:xfrm>
            <a:off x="7214616" y="2203704"/>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85,1%</a:t>
            </a:r>
          </a:p>
        </p:txBody>
      </p:sp>
      <p:sp>
        <p:nvSpPr>
          <p:cNvPr id="257" name="TextBox 256"/>
          <p:cNvSpPr txBox="1"/>
          <p:nvPr/>
        </p:nvSpPr>
        <p:spPr>
          <a:xfrm>
            <a:off x="7699248" y="2203704"/>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1.207</a:t>
            </a:r>
          </a:p>
        </p:txBody>
      </p:sp>
      <p:sp>
        <p:nvSpPr>
          <p:cNvPr id="258" name="TextBox 257"/>
          <p:cNvSpPr txBox="1"/>
          <p:nvPr/>
        </p:nvSpPr>
        <p:spPr>
          <a:xfrm>
            <a:off x="8275320" y="2203704"/>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59" name="Rectangle 258"/>
          <p:cNvSpPr/>
          <p:nvPr/>
        </p:nvSpPr>
        <p:spPr>
          <a:xfrm>
            <a:off x="4636008" y="2366467"/>
            <a:ext cx="4114800" cy="162763"/>
          </a:xfrm>
          <a:prstGeom prst="rect">
            <a:avLst/>
          </a:prstGeom>
          <a:solidFill>
            <a:srgbClr val="FFFFFF"/>
          </a:solidFill>
          <a:ln>
            <a:noFill/>
          </a:ln>
        </p:spPr>
        <p:txBody>
          <a:bodyPr rtlCol="0" anchor="ctr"/>
          <a:lstStyle/>
          <a:p>
            <a:pPr algn="ctr"/>
          </a:p>
        </p:txBody>
      </p:sp>
      <p:sp>
        <p:nvSpPr>
          <p:cNvPr id="260" name="TextBox 259"/>
          <p:cNvSpPr txBox="1"/>
          <p:nvPr/>
        </p:nvSpPr>
        <p:spPr>
          <a:xfrm>
            <a:off x="4636008" y="236646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26</a:t>
            </a:r>
          </a:p>
        </p:txBody>
      </p:sp>
      <p:sp>
        <p:nvSpPr>
          <p:cNvPr id="261" name="TextBox 260"/>
          <p:cNvSpPr txBox="1"/>
          <p:nvPr/>
        </p:nvSpPr>
        <p:spPr>
          <a:xfrm>
            <a:off x="4855464" y="236646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70</a:t>
            </a:r>
          </a:p>
        </p:txBody>
      </p:sp>
      <p:sp>
        <p:nvSpPr>
          <p:cNvPr id="262" name="Rectangle 261"/>
          <p:cNvSpPr/>
          <p:nvPr/>
        </p:nvSpPr>
        <p:spPr>
          <a:xfrm>
            <a:off x="5440680" y="2402128"/>
            <a:ext cx="774354" cy="91440"/>
          </a:xfrm>
          <a:prstGeom prst="rect">
            <a:avLst/>
          </a:prstGeom>
          <a:solidFill>
            <a:srgbClr val="2B5BA3"/>
          </a:solidFill>
          <a:ln>
            <a:noFill/>
          </a:ln>
        </p:spPr>
        <p:txBody>
          <a:bodyPr rtlCol="0" anchor="ctr"/>
          <a:lstStyle/>
          <a:p>
            <a:pPr algn="ctr"/>
          </a:p>
        </p:txBody>
      </p:sp>
      <p:sp>
        <p:nvSpPr>
          <p:cNvPr id="263" name="Rectangle 262"/>
          <p:cNvSpPr/>
          <p:nvPr/>
        </p:nvSpPr>
        <p:spPr>
          <a:xfrm>
            <a:off x="6215034" y="2402128"/>
            <a:ext cx="360100" cy="91440"/>
          </a:xfrm>
          <a:prstGeom prst="rect">
            <a:avLst/>
          </a:prstGeom>
          <a:solidFill>
            <a:srgbClr val="FAD9A0"/>
          </a:solidFill>
          <a:ln>
            <a:noFill/>
          </a:ln>
        </p:spPr>
        <p:txBody>
          <a:bodyPr rtlCol="0" anchor="ctr"/>
          <a:lstStyle/>
          <a:p>
            <a:pPr algn="ctr"/>
          </a:p>
        </p:txBody>
      </p:sp>
      <p:sp>
        <p:nvSpPr>
          <p:cNvPr id="264" name="Rectangle 263"/>
          <p:cNvSpPr/>
          <p:nvPr/>
        </p:nvSpPr>
        <p:spPr>
          <a:xfrm>
            <a:off x="6350850" y="2380183"/>
            <a:ext cx="12801" cy="135331"/>
          </a:xfrm>
          <a:prstGeom prst="rect">
            <a:avLst/>
          </a:prstGeom>
          <a:solidFill>
            <a:srgbClr val="1B3A6B"/>
          </a:solidFill>
          <a:ln>
            <a:noFill/>
          </a:ln>
        </p:spPr>
        <p:txBody>
          <a:bodyPr rtlCol="0" anchor="ctr"/>
          <a:lstStyle/>
          <a:p>
            <a:pPr algn="ctr"/>
          </a:p>
        </p:txBody>
      </p:sp>
      <p:sp>
        <p:nvSpPr>
          <p:cNvPr id="265" name="TextBox 264"/>
          <p:cNvSpPr txBox="1"/>
          <p:nvPr/>
        </p:nvSpPr>
        <p:spPr>
          <a:xfrm>
            <a:off x="6720840" y="2366467"/>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1.004</a:t>
            </a:r>
          </a:p>
        </p:txBody>
      </p:sp>
      <p:sp>
        <p:nvSpPr>
          <p:cNvPr id="266" name="TextBox 265"/>
          <p:cNvSpPr txBox="1"/>
          <p:nvPr/>
        </p:nvSpPr>
        <p:spPr>
          <a:xfrm>
            <a:off x="7214616" y="2366467"/>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84,5%</a:t>
            </a:r>
          </a:p>
        </p:txBody>
      </p:sp>
      <p:sp>
        <p:nvSpPr>
          <p:cNvPr id="267" name="TextBox 266"/>
          <p:cNvSpPr txBox="1"/>
          <p:nvPr/>
        </p:nvSpPr>
        <p:spPr>
          <a:xfrm>
            <a:off x="7699248" y="2366467"/>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1.470</a:t>
            </a:r>
          </a:p>
        </p:txBody>
      </p:sp>
      <p:sp>
        <p:nvSpPr>
          <p:cNvPr id="268" name="TextBox 267"/>
          <p:cNvSpPr txBox="1"/>
          <p:nvPr/>
        </p:nvSpPr>
        <p:spPr>
          <a:xfrm>
            <a:off x="8275320" y="2366467"/>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69" name="TextBox 268"/>
          <p:cNvSpPr txBox="1"/>
          <p:nvPr/>
        </p:nvSpPr>
        <p:spPr>
          <a:xfrm>
            <a:off x="4636008" y="252923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27</a:t>
            </a:r>
          </a:p>
        </p:txBody>
      </p:sp>
      <p:sp>
        <p:nvSpPr>
          <p:cNvPr id="270" name="TextBox 269"/>
          <p:cNvSpPr txBox="1"/>
          <p:nvPr/>
        </p:nvSpPr>
        <p:spPr>
          <a:xfrm>
            <a:off x="4855464" y="252923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155</a:t>
            </a:r>
          </a:p>
        </p:txBody>
      </p:sp>
      <p:sp>
        <p:nvSpPr>
          <p:cNvPr id="271" name="Rectangle 270"/>
          <p:cNvSpPr/>
          <p:nvPr/>
        </p:nvSpPr>
        <p:spPr>
          <a:xfrm>
            <a:off x="5440680" y="2564892"/>
            <a:ext cx="761066" cy="91440"/>
          </a:xfrm>
          <a:prstGeom prst="rect">
            <a:avLst/>
          </a:prstGeom>
          <a:solidFill>
            <a:srgbClr val="CA6F1E"/>
          </a:solidFill>
          <a:ln>
            <a:noFill/>
          </a:ln>
        </p:spPr>
        <p:txBody>
          <a:bodyPr rtlCol="0" anchor="ctr"/>
          <a:lstStyle/>
          <a:p>
            <a:pPr algn="ctr"/>
          </a:p>
        </p:txBody>
      </p:sp>
      <p:sp>
        <p:nvSpPr>
          <p:cNvPr id="272" name="Rectangle 271"/>
          <p:cNvSpPr/>
          <p:nvPr/>
        </p:nvSpPr>
        <p:spPr>
          <a:xfrm>
            <a:off x="6201746" y="2564892"/>
            <a:ext cx="220002" cy="91440"/>
          </a:xfrm>
          <a:prstGeom prst="rect">
            <a:avLst/>
          </a:prstGeom>
          <a:solidFill>
            <a:srgbClr val="FAD9A0"/>
          </a:solidFill>
          <a:ln>
            <a:noFill/>
          </a:ln>
        </p:spPr>
        <p:txBody>
          <a:bodyPr rtlCol="0" anchor="ctr"/>
          <a:lstStyle/>
          <a:p>
            <a:pPr algn="ctr"/>
          </a:p>
        </p:txBody>
      </p:sp>
      <p:sp>
        <p:nvSpPr>
          <p:cNvPr id="273" name="Rectangle 272"/>
          <p:cNvSpPr/>
          <p:nvPr/>
        </p:nvSpPr>
        <p:spPr>
          <a:xfrm>
            <a:off x="6455006" y="2542946"/>
            <a:ext cx="12801" cy="135331"/>
          </a:xfrm>
          <a:prstGeom prst="rect">
            <a:avLst/>
          </a:prstGeom>
          <a:solidFill>
            <a:srgbClr val="1B3A6B"/>
          </a:solidFill>
          <a:ln>
            <a:noFill/>
          </a:ln>
        </p:spPr>
        <p:txBody>
          <a:bodyPr rtlCol="0" anchor="ctr"/>
          <a:lstStyle/>
          <a:p>
            <a:pPr algn="ctr"/>
          </a:p>
        </p:txBody>
      </p:sp>
      <p:sp>
        <p:nvSpPr>
          <p:cNvPr id="274" name="TextBox 273"/>
          <p:cNvSpPr txBox="1"/>
          <p:nvPr/>
        </p:nvSpPr>
        <p:spPr>
          <a:xfrm>
            <a:off x="6720840" y="2529230"/>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986</a:t>
            </a:r>
          </a:p>
        </p:txBody>
      </p:sp>
      <p:sp>
        <p:nvSpPr>
          <p:cNvPr id="275" name="TextBox 274"/>
          <p:cNvSpPr txBox="1"/>
          <p:nvPr/>
        </p:nvSpPr>
        <p:spPr>
          <a:xfrm>
            <a:off x="7214616" y="2529230"/>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74,6%</a:t>
            </a:r>
          </a:p>
        </p:txBody>
      </p:sp>
      <p:sp>
        <p:nvSpPr>
          <p:cNvPr id="276" name="TextBox 275"/>
          <p:cNvSpPr txBox="1"/>
          <p:nvPr/>
        </p:nvSpPr>
        <p:spPr>
          <a:xfrm>
            <a:off x="7699248" y="252923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1.272</a:t>
            </a:r>
          </a:p>
        </p:txBody>
      </p:sp>
      <p:sp>
        <p:nvSpPr>
          <p:cNvPr id="277" name="TextBox 276"/>
          <p:cNvSpPr txBox="1"/>
          <p:nvPr/>
        </p:nvSpPr>
        <p:spPr>
          <a:xfrm>
            <a:off x="8275320" y="252923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78" name="Rectangle 277"/>
          <p:cNvSpPr/>
          <p:nvPr/>
        </p:nvSpPr>
        <p:spPr>
          <a:xfrm>
            <a:off x="4636008" y="2691993"/>
            <a:ext cx="4114800" cy="162763"/>
          </a:xfrm>
          <a:prstGeom prst="rect">
            <a:avLst/>
          </a:prstGeom>
          <a:solidFill>
            <a:srgbClr val="FFFFFF"/>
          </a:solidFill>
          <a:ln>
            <a:noFill/>
          </a:ln>
        </p:spPr>
        <p:txBody>
          <a:bodyPr rtlCol="0" anchor="ctr"/>
          <a:lstStyle/>
          <a:p>
            <a:pPr algn="ctr"/>
          </a:p>
        </p:txBody>
      </p:sp>
      <p:sp>
        <p:nvSpPr>
          <p:cNvPr id="279" name="TextBox 278"/>
          <p:cNvSpPr txBox="1"/>
          <p:nvPr/>
        </p:nvSpPr>
        <p:spPr>
          <a:xfrm>
            <a:off x="4636008" y="269199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28</a:t>
            </a:r>
          </a:p>
        </p:txBody>
      </p:sp>
      <p:sp>
        <p:nvSpPr>
          <p:cNvPr id="280" name="TextBox 279"/>
          <p:cNvSpPr txBox="1"/>
          <p:nvPr/>
        </p:nvSpPr>
        <p:spPr>
          <a:xfrm>
            <a:off x="4855464" y="269199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a:t>
            </a:r>
          </a:p>
        </p:txBody>
      </p:sp>
      <p:sp>
        <p:nvSpPr>
          <p:cNvPr id="281" name="Rectangle 280"/>
          <p:cNvSpPr/>
          <p:nvPr/>
        </p:nvSpPr>
        <p:spPr>
          <a:xfrm>
            <a:off x="5440680" y="2727655"/>
            <a:ext cx="752871" cy="91440"/>
          </a:xfrm>
          <a:prstGeom prst="rect">
            <a:avLst/>
          </a:prstGeom>
          <a:solidFill>
            <a:srgbClr val="2B5BA3"/>
          </a:solidFill>
          <a:ln>
            <a:noFill/>
          </a:ln>
        </p:spPr>
        <p:txBody>
          <a:bodyPr rtlCol="0" anchor="ctr"/>
          <a:lstStyle/>
          <a:p>
            <a:pPr algn="ctr"/>
          </a:p>
        </p:txBody>
      </p:sp>
      <p:sp>
        <p:nvSpPr>
          <p:cNvPr id="282" name="Rectangle 281"/>
          <p:cNvSpPr/>
          <p:nvPr/>
        </p:nvSpPr>
        <p:spPr>
          <a:xfrm>
            <a:off x="6193551" y="2727655"/>
            <a:ext cx="376955" cy="91440"/>
          </a:xfrm>
          <a:prstGeom prst="rect">
            <a:avLst/>
          </a:prstGeom>
          <a:solidFill>
            <a:srgbClr val="FAD9A0"/>
          </a:solidFill>
          <a:ln>
            <a:noFill/>
          </a:ln>
        </p:spPr>
        <p:txBody>
          <a:bodyPr rtlCol="0" anchor="ctr"/>
          <a:lstStyle/>
          <a:p>
            <a:pPr algn="ctr"/>
          </a:p>
        </p:txBody>
      </p:sp>
      <p:sp>
        <p:nvSpPr>
          <p:cNvPr id="283" name="Rectangle 282"/>
          <p:cNvSpPr/>
          <p:nvPr/>
        </p:nvSpPr>
        <p:spPr>
          <a:xfrm>
            <a:off x="6350850" y="2705709"/>
            <a:ext cx="12801" cy="135331"/>
          </a:xfrm>
          <a:prstGeom prst="rect">
            <a:avLst/>
          </a:prstGeom>
          <a:solidFill>
            <a:srgbClr val="1B3A6B"/>
          </a:solidFill>
          <a:ln>
            <a:noFill/>
          </a:ln>
        </p:spPr>
        <p:txBody>
          <a:bodyPr rtlCol="0" anchor="ctr"/>
          <a:lstStyle/>
          <a:p>
            <a:pPr algn="ctr"/>
          </a:p>
        </p:txBody>
      </p:sp>
      <p:sp>
        <p:nvSpPr>
          <p:cNvPr id="284" name="TextBox 283"/>
          <p:cNvSpPr txBox="1"/>
          <p:nvPr/>
        </p:nvSpPr>
        <p:spPr>
          <a:xfrm>
            <a:off x="6720840" y="2691993"/>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976</a:t>
            </a:r>
          </a:p>
        </p:txBody>
      </p:sp>
      <p:sp>
        <p:nvSpPr>
          <p:cNvPr id="285" name="TextBox 284"/>
          <p:cNvSpPr txBox="1"/>
          <p:nvPr/>
        </p:nvSpPr>
        <p:spPr>
          <a:xfrm>
            <a:off x="7214616" y="2691993"/>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82,1%</a:t>
            </a:r>
          </a:p>
        </p:txBody>
      </p:sp>
      <p:sp>
        <p:nvSpPr>
          <p:cNvPr id="286" name="TextBox 285"/>
          <p:cNvSpPr txBox="1"/>
          <p:nvPr/>
        </p:nvSpPr>
        <p:spPr>
          <a:xfrm>
            <a:off x="7699248" y="2691993"/>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1.464</a:t>
            </a:r>
          </a:p>
        </p:txBody>
      </p:sp>
      <p:sp>
        <p:nvSpPr>
          <p:cNvPr id="287" name="TextBox 286"/>
          <p:cNvSpPr txBox="1"/>
          <p:nvPr/>
        </p:nvSpPr>
        <p:spPr>
          <a:xfrm>
            <a:off x="8275320" y="2691993"/>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88" name="TextBox 287"/>
          <p:cNvSpPr txBox="1"/>
          <p:nvPr/>
        </p:nvSpPr>
        <p:spPr>
          <a:xfrm>
            <a:off x="4636008" y="285475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29</a:t>
            </a:r>
          </a:p>
        </p:txBody>
      </p:sp>
      <p:sp>
        <p:nvSpPr>
          <p:cNvPr id="289" name="TextBox 288"/>
          <p:cNvSpPr txBox="1"/>
          <p:nvPr/>
        </p:nvSpPr>
        <p:spPr>
          <a:xfrm>
            <a:off x="4855464" y="285475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99</a:t>
            </a:r>
          </a:p>
        </p:txBody>
      </p:sp>
      <p:sp>
        <p:nvSpPr>
          <p:cNvPr id="290" name="Rectangle 289"/>
          <p:cNvSpPr/>
          <p:nvPr/>
        </p:nvSpPr>
        <p:spPr>
          <a:xfrm>
            <a:off x="5440680" y="2890418"/>
            <a:ext cx="752344" cy="91440"/>
          </a:xfrm>
          <a:prstGeom prst="rect">
            <a:avLst/>
          </a:prstGeom>
          <a:solidFill>
            <a:srgbClr val="2B5BA3"/>
          </a:solidFill>
          <a:ln>
            <a:noFill/>
          </a:ln>
        </p:spPr>
        <p:txBody>
          <a:bodyPr rtlCol="0" anchor="ctr"/>
          <a:lstStyle/>
          <a:p>
            <a:pPr algn="ctr"/>
          </a:p>
        </p:txBody>
      </p:sp>
      <p:sp>
        <p:nvSpPr>
          <p:cNvPr id="291" name="Rectangle 290"/>
          <p:cNvSpPr/>
          <p:nvPr/>
        </p:nvSpPr>
        <p:spPr>
          <a:xfrm>
            <a:off x="6193024" y="2890418"/>
            <a:ext cx="287996" cy="91440"/>
          </a:xfrm>
          <a:prstGeom prst="rect">
            <a:avLst/>
          </a:prstGeom>
          <a:solidFill>
            <a:srgbClr val="FAD9A0"/>
          </a:solidFill>
          <a:ln>
            <a:noFill/>
          </a:ln>
        </p:spPr>
        <p:txBody>
          <a:bodyPr rtlCol="0" anchor="ctr"/>
          <a:lstStyle/>
          <a:p>
            <a:pPr algn="ctr"/>
          </a:p>
        </p:txBody>
      </p:sp>
      <p:sp>
        <p:nvSpPr>
          <p:cNvPr id="292" name="Rectangle 291"/>
          <p:cNvSpPr/>
          <p:nvPr/>
        </p:nvSpPr>
        <p:spPr>
          <a:xfrm>
            <a:off x="6350850" y="2868472"/>
            <a:ext cx="12801" cy="135331"/>
          </a:xfrm>
          <a:prstGeom prst="rect">
            <a:avLst/>
          </a:prstGeom>
          <a:solidFill>
            <a:srgbClr val="1B3A6B"/>
          </a:solidFill>
          <a:ln>
            <a:noFill/>
          </a:ln>
        </p:spPr>
        <p:txBody>
          <a:bodyPr rtlCol="0" anchor="ctr"/>
          <a:lstStyle/>
          <a:p>
            <a:pPr algn="ctr"/>
          </a:p>
        </p:txBody>
      </p:sp>
      <p:sp>
        <p:nvSpPr>
          <p:cNvPr id="293" name="TextBox 292"/>
          <p:cNvSpPr txBox="1"/>
          <p:nvPr/>
        </p:nvSpPr>
        <p:spPr>
          <a:xfrm>
            <a:off x="6720840" y="2854756"/>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975</a:t>
            </a:r>
          </a:p>
        </p:txBody>
      </p:sp>
      <p:sp>
        <p:nvSpPr>
          <p:cNvPr id="294" name="TextBox 293"/>
          <p:cNvSpPr txBox="1"/>
          <p:nvPr/>
        </p:nvSpPr>
        <p:spPr>
          <a:xfrm>
            <a:off x="7214616" y="2854756"/>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82,1%</a:t>
            </a:r>
          </a:p>
        </p:txBody>
      </p:sp>
      <p:sp>
        <p:nvSpPr>
          <p:cNvPr id="295" name="TextBox 294"/>
          <p:cNvSpPr txBox="1"/>
          <p:nvPr/>
        </p:nvSpPr>
        <p:spPr>
          <a:xfrm>
            <a:off x="7699248" y="2854756"/>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1.348</a:t>
            </a:r>
          </a:p>
        </p:txBody>
      </p:sp>
      <p:sp>
        <p:nvSpPr>
          <p:cNvPr id="296" name="TextBox 295"/>
          <p:cNvSpPr txBox="1"/>
          <p:nvPr/>
        </p:nvSpPr>
        <p:spPr>
          <a:xfrm>
            <a:off x="8275320" y="2854756"/>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97" name="Rectangle 296"/>
          <p:cNvSpPr/>
          <p:nvPr/>
        </p:nvSpPr>
        <p:spPr>
          <a:xfrm>
            <a:off x="4636008" y="3017520"/>
            <a:ext cx="4114800" cy="162763"/>
          </a:xfrm>
          <a:prstGeom prst="rect">
            <a:avLst/>
          </a:prstGeom>
          <a:solidFill>
            <a:srgbClr val="FFFFFF"/>
          </a:solidFill>
          <a:ln>
            <a:noFill/>
          </a:ln>
        </p:spPr>
        <p:txBody>
          <a:bodyPr rtlCol="0" anchor="ctr"/>
          <a:lstStyle/>
          <a:p>
            <a:pPr algn="ctr"/>
          </a:p>
        </p:txBody>
      </p:sp>
      <p:sp>
        <p:nvSpPr>
          <p:cNvPr id="298" name="TextBox 297"/>
          <p:cNvSpPr txBox="1"/>
          <p:nvPr/>
        </p:nvSpPr>
        <p:spPr>
          <a:xfrm>
            <a:off x="4636008" y="301752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30</a:t>
            </a:r>
          </a:p>
        </p:txBody>
      </p:sp>
      <p:sp>
        <p:nvSpPr>
          <p:cNvPr id="299" name="TextBox 298"/>
          <p:cNvSpPr txBox="1"/>
          <p:nvPr/>
        </p:nvSpPr>
        <p:spPr>
          <a:xfrm>
            <a:off x="4855464" y="301752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42</a:t>
            </a:r>
          </a:p>
        </p:txBody>
      </p:sp>
      <p:sp>
        <p:nvSpPr>
          <p:cNvPr id="300" name="Rectangle 299"/>
          <p:cNvSpPr/>
          <p:nvPr/>
        </p:nvSpPr>
        <p:spPr>
          <a:xfrm>
            <a:off x="5440680" y="3053181"/>
            <a:ext cx="742731" cy="91440"/>
          </a:xfrm>
          <a:prstGeom prst="rect">
            <a:avLst/>
          </a:prstGeom>
          <a:solidFill>
            <a:srgbClr val="2B5BA3"/>
          </a:solidFill>
          <a:ln>
            <a:noFill/>
          </a:ln>
        </p:spPr>
        <p:txBody>
          <a:bodyPr rtlCol="0" anchor="ctr"/>
          <a:lstStyle/>
          <a:p>
            <a:pPr algn="ctr"/>
          </a:p>
        </p:txBody>
      </p:sp>
      <p:sp>
        <p:nvSpPr>
          <p:cNvPr id="301" name="Rectangle 300"/>
          <p:cNvSpPr/>
          <p:nvPr/>
        </p:nvSpPr>
        <p:spPr>
          <a:xfrm>
            <a:off x="6183411" y="3053181"/>
            <a:ext cx="64856" cy="91440"/>
          </a:xfrm>
          <a:prstGeom prst="rect">
            <a:avLst/>
          </a:prstGeom>
          <a:solidFill>
            <a:srgbClr val="FAD9A0"/>
          </a:solidFill>
          <a:ln>
            <a:noFill/>
          </a:ln>
        </p:spPr>
        <p:txBody>
          <a:bodyPr rtlCol="0" anchor="ctr"/>
          <a:lstStyle/>
          <a:p>
            <a:pPr algn="ctr"/>
          </a:p>
        </p:txBody>
      </p:sp>
      <p:sp>
        <p:nvSpPr>
          <p:cNvPr id="302" name="Rectangle 301"/>
          <p:cNvSpPr/>
          <p:nvPr/>
        </p:nvSpPr>
        <p:spPr>
          <a:xfrm>
            <a:off x="6350850" y="3031236"/>
            <a:ext cx="12801" cy="135331"/>
          </a:xfrm>
          <a:prstGeom prst="rect">
            <a:avLst/>
          </a:prstGeom>
          <a:solidFill>
            <a:srgbClr val="1B3A6B"/>
          </a:solidFill>
          <a:ln>
            <a:noFill/>
          </a:ln>
        </p:spPr>
        <p:txBody>
          <a:bodyPr rtlCol="0" anchor="ctr"/>
          <a:lstStyle/>
          <a:p>
            <a:pPr algn="ctr"/>
          </a:p>
        </p:txBody>
      </p:sp>
      <p:sp>
        <p:nvSpPr>
          <p:cNvPr id="303" name="TextBox 302"/>
          <p:cNvSpPr txBox="1"/>
          <p:nvPr/>
        </p:nvSpPr>
        <p:spPr>
          <a:xfrm>
            <a:off x="6720840" y="3017520"/>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963</a:t>
            </a:r>
          </a:p>
        </p:txBody>
      </p:sp>
      <p:sp>
        <p:nvSpPr>
          <p:cNvPr id="304" name="TextBox 303"/>
          <p:cNvSpPr txBox="1"/>
          <p:nvPr/>
        </p:nvSpPr>
        <p:spPr>
          <a:xfrm>
            <a:off x="7214616" y="3017520"/>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81,0%</a:t>
            </a:r>
          </a:p>
        </p:txBody>
      </p:sp>
      <p:sp>
        <p:nvSpPr>
          <p:cNvPr id="305" name="TextBox 304"/>
          <p:cNvSpPr txBox="1"/>
          <p:nvPr/>
        </p:nvSpPr>
        <p:spPr>
          <a:xfrm>
            <a:off x="7699248" y="301752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1.047</a:t>
            </a:r>
          </a:p>
        </p:txBody>
      </p:sp>
      <p:sp>
        <p:nvSpPr>
          <p:cNvPr id="306" name="TextBox 305"/>
          <p:cNvSpPr txBox="1"/>
          <p:nvPr/>
        </p:nvSpPr>
        <p:spPr>
          <a:xfrm>
            <a:off x="8275320" y="301752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07" name="TextBox 306"/>
          <p:cNvSpPr txBox="1"/>
          <p:nvPr/>
        </p:nvSpPr>
        <p:spPr>
          <a:xfrm>
            <a:off x="4636008" y="318028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31</a:t>
            </a:r>
          </a:p>
        </p:txBody>
      </p:sp>
      <p:sp>
        <p:nvSpPr>
          <p:cNvPr id="308" name="TextBox 307"/>
          <p:cNvSpPr txBox="1"/>
          <p:nvPr/>
        </p:nvSpPr>
        <p:spPr>
          <a:xfrm>
            <a:off x="4855464" y="318028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108</a:t>
            </a:r>
          </a:p>
        </p:txBody>
      </p:sp>
      <p:sp>
        <p:nvSpPr>
          <p:cNvPr id="309" name="Rectangle 308"/>
          <p:cNvSpPr/>
          <p:nvPr/>
        </p:nvSpPr>
        <p:spPr>
          <a:xfrm>
            <a:off x="5440680" y="3215944"/>
            <a:ext cx="732037" cy="91440"/>
          </a:xfrm>
          <a:prstGeom prst="rect">
            <a:avLst/>
          </a:prstGeom>
          <a:solidFill>
            <a:srgbClr val="CA6F1E"/>
          </a:solidFill>
          <a:ln>
            <a:noFill/>
          </a:ln>
        </p:spPr>
        <p:txBody>
          <a:bodyPr rtlCol="0" anchor="ctr"/>
          <a:lstStyle/>
          <a:p>
            <a:pPr algn="ctr"/>
          </a:p>
        </p:txBody>
      </p:sp>
      <p:sp>
        <p:nvSpPr>
          <p:cNvPr id="310" name="Rectangle 309"/>
          <p:cNvSpPr/>
          <p:nvPr/>
        </p:nvSpPr>
        <p:spPr>
          <a:xfrm>
            <a:off x="6172717" y="3215944"/>
            <a:ext cx="147036" cy="91440"/>
          </a:xfrm>
          <a:prstGeom prst="rect">
            <a:avLst/>
          </a:prstGeom>
          <a:solidFill>
            <a:srgbClr val="FAD9A0"/>
          </a:solidFill>
          <a:ln>
            <a:noFill/>
          </a:ln>
        </p:spPr>
        <p:txBody>
          <a:bodyPr rtlCol="0" anchor="ctr"/>
          <a:lstStyle/>
          <a:p>
            <a:pPr algn="ctr"/>
          </a:p>
        </p:txBody>
      </p:sp>
      <p:sp>
        <p:nvSpPr>
          <p:cNvPr id="311" name="Rectangle 310"/>
          <p:cNvSpPr/>
          <p:nvPr/>
        </p:nvSpPr>
        <p:spPr>
          <a:xfrm>
            <a:off x="6350850" y="3193999"/>
            <a:ext cx="12801" cy="135331"/>
          </a:xfrm>
          <a:prstGeom prst="rect">
            <a:avLst/>
          </a:prstGeom>
          <a:solidFill>
            <a:srgbClr val="1B3A6B"/>
          </a:solidFill>
          <a:ln>
            <a:noFill/>
          </a:ln>
        </p:spPr>
        <p:txBody>
          <a:bodyPr rtlCol="0" anchor="ctr"/>
          <a:lstStyle/>
          <a:p>
            <a:pPr algn="ctr"/>
          </a:p>
        </p:txBody>
      </p:sp>
      <p:sp>
        <p:nvSpPr>
          <p:cNvPr id="312" name="TextBox 311"/>
          <p:cNvSpPr txBox="1"/>
          <p:nvPr/>
        </p:nvSpPr>
        <p:spPr>
          <a:xfrm>
            <a:off x="6720840" y="3180283"/>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949</a:t>
            </a:r>
          </a:p>
        </p:txBody>
      </p:sp>
      <p:sp>
        <p:nvSpPr>
          <p:cNvPr id="313" name="TextBox 312"/>
          <p:cNvSpPr txBox="1"/>
          <p:nvPr/>
        </p:nvSpPr>
        <p:spPr>
          <a:xfrm>
            <a:off x="7214616" y="3180283"/>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79,9%</a:t>
            </a:r>
          </a:p>
        </p:txBody>
      </p:sp>
      <p:sp>
        <p:nvSpPr>
          <p:cNvPr id="314" name="TextBox 313"/>
          <p:cNvSpPr txBox="1"/>
          <p:nvPr/>
        </p:nvSpPr>
        <p:spPr>
          <a:xfrm>
            <a:off x="7699248" y="3180283"/>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1.139</a:t>
            </a:r>
          </a:p>
        </p:txBody>
      </p:sp>
      <p:sp>
        <p:nvSpPr>
          <p:cNvPr id="315" name="TextBox 314"/>
          <p:cNvSpPr txBox="1"/>
          <p:nvPr/>
        </p:nvSpPr>
        <p:spPr>
          <a:xfrm>
            <a:off x="8275320" y="3180283"/>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16" name="Rectangle 315"/>
          <p:cNvSpPr/>
          <p:nvPr/>
        </p:nvSpPr>
        <p:spPr>
          <a:xfrm>
            <a:off x="4636008" y="3343046"/>
            <a:ext cx="4114800" cy="162763"/>
          </a:xfrm>
          <a:prstGeom prst="rect">
            <a:avLst/>
          </a:prstGeom>
          <a:solidFill>
            <a:srgbClr val="FFFFFF"/>
          </a:solidFill>
          <a:ln>
            <a:noFill/>
          </a:ln>
        </p:spPr>
        <p:txBody>
          <a:bodyPr rtlCol="0" anchor="ctr"/>
          <a:lstStyle/>
          <a:p>
            <a:pPr algn="ctr"/>
          </a:p>
        </p:txBody>
      </p:sp>
      <p:sp>
        <p:nvSpPr>
          <p:cNvPr id="317" name="TextBox 316"/>
          <p:cNvSpPr txBox="1"/>
          <p:nvPr/>
        </p:nvSpPr>
        <p:spPr>
          <a:xfrm>
            <a:off x="4636008" y="334304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32</a:t>
            </a:r>
          </a:p>
        </p:txBody>
      </p:sp>
      <p:sp>
        <p:nvSpPr>
          <p:cNvPr id="318" name="TextBox 317"/>
          <p:cNvSpPr txBox="1"/>
          <p:nvPr/>
        </p:nvSpPr>
        <p:spPr>
          <a:xfrm>
            <a:off x="4855464" y="334304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12</a:t>
            </a:r>
          </a:p>
        </p:txBody>
      </p:sp>
      <p:sp>
        <p:nvSpPr>
          <p:cNvPr id="319" name="Rectangle 318"/>
          <p:cNvSpPr/>
          <p:nvPr/>
        </p:nvSpPr>
        <p:spPr>
          <a:xfrm>
            <a:off x="5440680" y="3378708"/>
            <a:ext cx="721703" cy="91440"/>
          </a:xfrm>
          <a:prstGeom prst="rect">
            <a:avLst/>
          </a:prstGeom>
          <a:solidFill>
            <a:srgbClr val="CA6F1E"/>
          </a:solidFill>
          <a:ln>
            <a:noFill/>
          </a:ln>
        </p:spPr>
        <p:txBody>
          <a:bodyPr rtlCol="0" anchor="ctr"/>
          <a:lstStyle/>
          <a:p>
            <a:pPr algn="ctr"/>
          </a:p>
        </p:txBody>
      </p:sp>
      <p:sp>
        <p:nvSpPr>
          <p:cNvPr id="320" name="Rectangle 319"/>
          <p:cNvSpPr/>
          <p:nvPr/>
        </p:nvSpPr>
        <p:spPr>
          <a:xfrm>
            <a:off x="6162383" y="3378708"/>
            <a:ext cx="96720" cy="91440"/>
          </a:xfrm>
          <a:prstGeom prst="rect">
            <a:avLst/>
          </a:prstGeom>
          <a:solidFill>
            <a:srgbClr val="FAD9A0"/>
          </a:solidFill>
          <a:ln>
            <a:noFill/>
          </a:ln>
        </p:spPr>
        <p:txBody>
          <a:bodyPr rtlCol="0" anchor="ctr"/>
          <a:lstStyle/>
          <a:p>
            <a:pPr algn="ctr"/>
          </a:p>
        </p:txBody>
      </p:sp>
      <p:sp>
        <p:nvSpPr>
          <p:cNvPr id="321" name="Rectangle 320"/>
          <p:cNvSpPr/>
          <p:nvPr/>
        </p:nvSpPr>
        <p:spPr>
          <a:xfrm>
            <a:off x="6350850" y="3356762"/>
            <a:ext cx="12801" cy="135331"/>
          </a:xfrm>
          <a:prstGeom prst="rect">
            <a:avLst/>
          </a:prstGeom>
          <a:solidFill>
            <a:srgbClr val="1B3A6B"/>
          </a:solidFill>
          <a:ln>
            <a:noFill/>
          </a:ln>
        </p:spPr>
        <p:txBody>
          <a:bodyPr rtlCol="0" anchor="ctr"/>
          <a:lstStyle/>
          <a:p>
            <a:pPr algn="ctr"/>
          </a:p>
        </p:txBody>
      </p:sp>
      <p:sp>
        <p:nvSpPr>
          <p:cNvPr id="322" name="TextBox 321"/>
          <p:cNvSpPr txBox="1"/>
          <p:nvPr/>
        </p:nvSpPr>
        <p:spPr>
          <a:xfrm>
            <a:off x="6720840" y="3343046"/>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935</a:t>
            </a:r>
          </a:p>
        </p:txBody>
      </p:sp>
      <p:sp>
        <p:nvSpPr>
          <p:cNvPr id="323" name="TextBox 322"/>
          <p:cNvSpPr txBox="1"/>
          <p:nvPr/>
        </p:nvSpPr>
        <p:spPr>
          <a:xfrm>
            <a:off x="7214616" y="3343046"/>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78,7%</a:t>
            </a:r>
          </a:p>
        </p:txBody>
      </p:sp>
      <p:sp>
        <p:nvSpPr>
          <p:cNvPr id="324" name="TextBox 323"/>
          <p:cNvSpPr txBox="1"/>
          <p:nvPr/>
        </p:nvSpPr>
        <p:spPr>
          <a:xfrm>
            <a:off x="7699248" y="3343046"/>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1.061</a:t>
            </a:r>
          </a:p>
        </p:txBody>
      </p:sp>
      <p:sp>
        <p:nvSpPr>
          <p:cNvPr id="325" name="TextBox 324"/>
          <p:cNvSpPr txBox="1"/>
          <p:nvPr/>
        </p:nvSpPr>
        <p:spPr>
          <a:xfrm>
            <a:off x="8275320" y="3343046"/>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26" name="TextBox 325"/>
          <p:cNvSpPr txBox="1"/>
          <p:nvPr/>
        </p:nvSpPr>
        <p:spPr>
          <a:xfrm>
            <a:off x="4636008" y="350580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33</a:t>
            </a:r>
          </a:p>
        </p:txBody>
      </p:sp>
      <p:sp>
        <p:nvSpPr>
          <p:cNvPr id="327" name="TextBox 326"/>
          <p:cNvSpPr txBox="1"/>
          <p:nvPr/>
        </p:nvSpPr>
        <p:spPr>
          <a:xfrm>
            <a:off x="4855464" y="350580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446p</a:t>
            </a:r>
          </a:p>
        </p:txBody>
      </p:sp>
      <p:sp>
        <p:nvSpPr>
          <p:cNvPr id="328" name="Rectangle 327"/>
          <p:cNvSpPr/>
          <p:nvPr/>
        </p:nvSpPr>
        <p:spPr>
          <a:xfrm>
            <a:off x="5440680" y="3541471"/>
            <a:ext cx="716209" cy="91440"/>
          </a:xfrm>
          <a:prstGeom prst="rect">
            <a:avLst/>
          </a:prstGeom>
          <a:solidFill>
            <a:srgbClr val="CA6F1E"/>
          </a:solidFill>
          <a:ln>
            <a:noFill/>
          </a:ln>
        </p:spPr>
        <p:txBody>
          <a:bodyPr rtlCol="0" anchor="ctr"/>
          <a:lstStyle/>
          <a:p>
            <a:pPr algn="ctr"/>
          </a:p>
        </p:txBody>
      </p:sp>
      <p:sp>
        <p:nvSpPr>
          <p:cNvPr id="329" name="Rectangle 328"/>
          <p:cNvSpPr/>
          <p:nvPr/>
        </p:nvSpPr>
        <p:spPr>
          <a:xfrm>
            <a:off x="6156889" y="3541471"/>
            <a:ext cx="333620" cy="91440"/>
          </a:xfrm>
          <a:prstGeom prst="rect">
            <a:avLst/>
          </a:prstGeom>
          <a:solidFill>
            <a:srgbClr val="FAD9A0"/>
          </a:solidFill>
          <a:ln>
            <a:noFill/>
          </a:ln>
        </p:spPr>
        <p:txBody>
          <a:bodyPr rtlCol="0" anchor="ctr"/>
          <a:lstStyle/>
          <a:p>
            <a:pPr algn="ctr"/>
          </a:p>
        </p:txBody>
      </p:sp>
      <p:sp>
        <p:nvSpPr>
          <p:cNvPr id="330" name="Rectangle 329"/>
          <p:cNvSpPr/>
          <p:nvPr/>
        </p:nvSpPr>
        <p:spPr>
          <a:xfrm>
            <a:off x="6455006" y="3519525"/>
            <a:ext cx="12801" cy="135331"/>
          </a:xfrm>
          <a:prstGeom prst="rect">
            <a:avLst/>
          </a:prstGeom>
          <a:solidFill>
            <a:srgbClr val="1B3A6B"/>
          </a:solidFill>
          <a:ln>
            <a:noFill/>
          </a:ln>
        </p:spPr>
        <p:txBody>
          <a:bodyPr rtlCol="0" anchor="ctr"/>
          <a:lstStyle/>
          <a:p>
            <a:pPr algn="ctr"/>
          </a:p>
        </p:txBody>
      </p:sp>
      <p:sp>
        <p:nvSpPr>
          <p:cNvPr id="331" name="TextBox 330"/>
          <p:cNvSpPr txBox="1"/>
          <p:nvPr/>
        </p:nvSpPr>
        <p:spPr>
          <a:xfrm>
            <a:off x="6720840" y="3505809"/>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928</a:t>
            </a:r>
          </a:p>
        </p:txBody>
      </p:sp>
      <p:sp>
        <p:nvSpPr>
          <p:cNvPr id="332" name="TextBox 331"/>
          <p:cNvSpPr txBox="1"/>
          <p:nvPr/>
        </p:nvSpPr>
        <p:spPr>
          <a:xfrm>
            <a:off x="7214616" y="3505809"/>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70,2%</a:t>
            </a:r>
          </a:p>
        </p:txBody>
      </p:sp>
      <p:sp>
        <p:nvSpPr>
          <p:cNvPr id="333" name="TextBox 332"/>
          <p:cNvSpPr txBox="1"/>
          <p:nvPr/>
        </p:nvSpPr>
        <p:spPr>
          <a:xfrm>
            <a:off x="7699248" y="3505809"/>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1.361</a:t>
            </a:r>
          </a:p>
        </p:txBody>
      </p:sp>
      <p:sp>
        <p:nvSpPr>
          <p:cNvPr id="334" name="TextBox 333"/>
          <p:cNvSpPr txBox="1"/>
          <p:nvPr/>
        </p:nvSpPr>
        <p:spPr>
          <a:xfrm>
            <a:off x="8275320" y="3505809"/>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35" name="Rectangle 334"/>
          <p:cNvSpPr/>
          <p:nvPr/>
        </p:nvSpPr>
        <p:spPr>
          <a:xfrm>
            <a:off x="4636008" y="3668572"/>
            <a:ext cx="4114800" cy="162763"/>
          </a:xfrm>
          <a:prstGeom prst="rect">
            <a:avLst/>
          </a:prstGeom>
          <a:solidFill>
            <a:srgbClr val="FFFFFF"/>
          </a:solidFill>
          <a:ln>
            <a:noFill/>
          </a:ln>
        </p:spPr>
        <p:txBody>
          <a:bodyPr rtlCol="0" anchor="ctr"/>
          <a:lstStyle/>
          <a:p>
            <a:pPr algn="ctr"/>
          </a:p>
        </p:txBody>
      </p:sp>
      <p:sp>
        <p:nvSpPr>
          <p:cNvPr id="336" name="TextBox 335"/>
          <p:cNvSpPr txBox="1"/>
          <p:nvPr/>
        </p:nvSpPr>
        <p:spPr>
          <a:xfrm>
            <a:off x="4636008" y="366857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34</a:t>
            </a:r>
          </a:p>
        </p:txBody>
      </p:sp>
      <p:sp>
        <p:nvSpPr>
          <p:cNvPr id="337" name="TextBox 336"/>
          <p:cNvSpPr txBox="1"/>
          <p:nvPr/>
        </p:nvSpPr>
        <p:spPr>
          <a:xfrm>
            <a:off x="4855464" y="366857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74</a:t>
            </a:r>
          </a:p>
        </p:txBody>
      </p:sp>
      <p:sp>
        <p:nvSpPr>
          <p:cNvPr id="338" name="Rectangle 337"/>
          <p:cNvSpPr/>
          <p:nvPr/>
        </p:nvSpPr>
        <p:spPr>
          <a:xfrm>
            <a:off x="5440680" y="3704234"/>
            <a:ext cx="709533" cy="91440"/>
          </a:xfrm>
          <a:prstGeom prst="rect">
            <a:avLst/>
          </a:prstGeom>
          <a:solidFill>
            <a:srgbClr val="CA6F1E"/>
          </a:solidFill>
          <a:ln>
            <a:noFill/>
          </a:ln>
        </p:spPr>
        <p:txBody>
          <a:bodyPr rtlCol="0" anchor="ctr"/>
          <a:lstStyle/>
          <a:p>
            <a:pPr algn="ctr"/>
          </a:p>
        </p:txBody>
      </p:sp>
      <p:sp>
        <p:nvSpPr>
          <p:cNvPr id="339" name="Rectangle 338"/>
          <p:cNvSpPr/>
          <p:nvPr/>
        </p:nvSpPr>
        <p:spPr>
          <a:xfrm>
            <a:off x="6150213" y="3704234"/>
            <a:ext cx="331173" cy="91440"/>
          </a:xfrm>
          <a:prstGeom prst="rect">
            <a:avLst/>
          </a:prstGeom>
          <a:solidFill>
            <a:srgbClr val="FAD9A0"/>
          </a:solidFill>
          <a:ln>
            <a:noFill/>
          </a:ln>
        </p:spPr>
        <p:txBody>
          <a:bodyPr rtlCol="0" anchor="ctr"/>
          <a:lstStyle/>
          <a:p>
            <a:pPr algn="ctr"/>
          </a:p>
        </p:txBody>
      </p:sp>
      <p:sp>
        <p:nvSpPr>
          <p:cNvPr id="340" name="Rectangle 339"/>
          <p:cNvSpPr/>
          <p:nvPr/>
        </p:nvSpPr>
        <p:spPr>
          <a:xfrm>
            <a:off x="6350850" y="3682288"/>
            <a:ext cx="12801" cy="135331"/>
          </a:xfrm>
          <a:prstGeom prst="rect">
            <a:avLst/>
          </a:prstGeom>
          <a:solidFill>
            <a:srgbClr val="1B3A6B"/>
          </a:solidFill>
          <a:ln>
            <a:noFill/>
          </a:ln>
        </p:spPr>
        <p:txBody>
          <a:bodyPr rtlCol="0" anchor="ctr"/>
          <a:lstStyle/>
          <a:p>
            <a:pPr algn="ctr"/>
          </a:p>
        </p:txBody>
      </p:sp>
      <p:sp>
        <p:nvSpPr>
          <p:cNvPr id="341" name="TextBox 340"/>
          <p:cNvSpPr txBox="1"/>
          <p:nvPr/>
        </p:nvSpPr>
        <p:spPr>
          <a:xfrm>
            <a:off x="6720840" y="3668572"/>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920</a:t>
            </a:r>
          </a:p>
        </p:txBody>
      </p:sp>
      <p:sp>
        <p:nvSpPr>
          <p:cNvPr id="342" name="TextBox 341"/>
          <p:cNvSpPr txBox="1"/>
          <p:nvPr/>
        </p:nvSpPr>
        <p:spPr>
          <a:xfrm>
            <a:off x="7214616" y="3668572"/>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77,4%</a:t>
            </a:r>
          </a:p>
        </p:txBody>
      </p:sp>
      <p:sp>
        <p:nvSpPr>
          <p:cNvPr id="343" name="TextBox 342"/>
          <p:cNvSpPr txBox="1"/>
          <p:nvPr/>
        </p:nvSpPr>
        <p:spPr>
          <a:xfrm>
            <a:off x="7699248" y="3668572"/>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1.349</a:t>
            </a:r>
          </a:p>
        </p:txBody>
      </p:sp>
      <p:sp>
        <p:nvSpPr>
          <p:cNvPr id="344" name="TextBox 343"/>
          <p:cNvSpPr txBox="1"/>
          <p:nvPr/>
        </p:nvSpPr>
        <p:spPr>
          <a:xfrm>
            <a:off x="8275320" y="3668572"/>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45" name="TextBox 344"/>
          <p:cNvSpPr txBox="1"/>
          <p:nvPr/>
        </p:nvSpPr>
        <p:spPr>
          <a:xfrm>
            <a:off x="4636008" y="383133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35</a:t>
            </a:r>
          </a:p>
        </p:txBody>
      </p:sp>
      <p:sp>
        <p:nvSpPr>
          <p:cNvPr id="346" name="TextBox 345"/>
          <p:cNvSpPr txBox="1"/>
          <p:nvPr/>
        </p:nvSpPr>
        <p:spPr>
          <a:xfrm>
            <a:off x="4855464" y="383133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76</a:t>
            </a:r>
          </a:p>
        </p:txBody>
      </p:sp>
      <p:sp>
        <p:nvSpPr>
          <p:cNvPr id="347" name="Rectangle 346"/>
          <p:cNvSpPr/>
          <p:nvPr/>
        </p:nvSpPr>
        <p:spPr>
          <a:xfrm>
            <a:off x="5440680" y="3866997"/>
            <a:ext cx="708527" cy="91440"/>
          </a:xfrm>
          <a:prstGeom prst="rect">
            <a:avLst/>
          </a:prstGeom>
          <a:solidFill>
            <a:srgbClr val="CA6F1E"/>
          </a:solidFill>
          <a:ln>
            <a:noFill/>
          </a:ln>
        </p:spPr>
        <p:txBody>
          <a:bodyPr rtlCol="0" anchor="ctr"/>
          <a:lstStyle/>
          <a:p>
            <a:pPr algn="ctr"/>
          </a:p>
        </p:txBody>
      </p:sp>
      <p:sp>
        <p:nvSpPr>
          <p:cNvPr id="348" name="Rectangle 347"/>
          <p:cNvSpPr/>
          <p:nvPr/>
        </p:nvSpPr>
        <p:spPr>
          <a:xfrm>
            <a:off x="6149207" y="3866997"/>
            <a:ext cx="201018" cy="91440"/>
          </a:xfrm>
          <a:prstGeom prst="rect">
            <a:avLst/>
          </a:prstGeom>
          <a:solidFill>
            <a:srgbClr val="FAD9A0"/>
          </a:solidFill>
          <a:ln>
            <a:noFill/>
          </a:ln>
        </p:spPr>
        <p:txBody>
          <a:bodyPr rtlCol="0" anchor="ctr"/>
          <a:lstStyle/>
          <a:p>
            <a:pPr algn="ctr"/>
          </a:p>
        </p:txBody>
      </p:sp>
      <p:sp>
        <p:nvSpPr>
          <p:cNvPr id="349" name="Rectangle 348"/>
          <p:cNvSpPr/>
          <p:nvPr/>
        </p:nvSpPr>
        <p:spPr>
          <a:xfrm>
            <a:off x="6350850" y="3845051"/>
            <a:ext cx="12801" cy="135331"/>
          </a:xfrm>
          <a:prstGeom prst="rect">
            <a:avLst/>
          </a:prstGeom>
          <a:solidFill>
            <a:srgbClr val="1B3A6B"/>
          </a:solidFill>
          <a:ln>
            <a:noFill/>
          </a:ln>
        </p:spPr>
        <p:txBody>
          <a:bodyPr rtlCol="0" anchor="ctr"/>
          <a:lstStyle/>
          <a:p>
            <a:pPr algn="ctr"/>
          </a:p>
        </p:txBody>
      </p:sp>
      <p:sp>
        <p:nvSpPr>
          <p:cNvPr id="350" name="TextBox 349"/>
          <p:cNvSpPr txBox="1"/>
          <p:nvPr/>
        </p:nvSpPr>
        <p:spPr>
          <a:xfrm>
            <a:off x="6720840" y="3831335"/>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918</a:t>
            </a:r>
          </a:p>
        </p:txBody>
      </p:sp>
      <p:sp>
        <p:nvSpPr>
          <p:cNvPr id="351" name="TextBox 350"/>
          <p:cNvSpPr txBox="1"/>
          <p:nvPr/>
        </p:nvSpPr>
        <p:spPr>
          <a:xfrm>
            <a:off x="7214616" y="3831335"/>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77,3%</a:t>
            </a:r>
          </a:p>
        </p:txBody>
      </p:sp>
      <p:sp>
        <p:nvSpPr>
          <p:cNvPr id="352" name="TextBox 351"/>
          <p:cNvSpPr txBox="1"/>
          <p:nvPr/>
        </p:nvSpPr>
        <p:spPr>
          <a:xfrm>
            <a:off x="7699248" y="3831335"/>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1.179</a:t>
            </a:r>
          </a:p>
        </p:txBody>
      </p:sp>
      <p:sp>
        <p:nvSpPr>
          <p:cNvPr id="353" name="TextBox 352"/>
          <p:cNvSpPr txBox="1"/>
          <p:nvPr/>
        </p:nvSpPr>
        <p:spPr>
          <a:xfrm>
            <a:off x="8275320" y="3831335"/>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54" name="Rectangle 353"/>
          <p:cNvSpPr/>
          <p:nvPr/>
        </p:nvSpPr>
        <p:spPr>
          <a:xfrm>
            <a:off x="4636008" y="3994099"/>
            <a:ext cx="4114800" cy="162763"/>
          </a:xfrm>
          <a:prstGeom prst="rect">
            <a:avLst/>
          </a:prstGeom>
          <a:solidFill>
            <a:srgbClr val="FFFFFF"/>
          </a:solidFill>
          <a:ln>
            <a:noFill/>
          </a:ln>
        </p:spPr>
        <p:txBody>
          <a:bodyPr rtlCol="0" anchor="ctr"/>
          <a:lstStyle/>
          <a:p>
            <a:pPr algn="ctr"/>
          </a:p>
        </p:txBody>
      </p:sp>
      <p:sp>
        <p:nvSpPr>
          <p:cNvPr id="355" name="TextBox 354"/>
          <p:cNvSpPr txBox="1"/>
          <p:nvPr/>
        </p:nvSpPr>
        <p:spPr>
          <a:xfrm>
            <a:off x="4636008" y="399409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36</a:t>
            </a:r>
          </a:p>
        </p:txBody>
      </p:sp>
      <p:sp>
        <p:nvSpPr>
          <p:cNvPr id="356" name="TextBox 355"/>
          <p:cNvSpPr txBox="1"/>
          <p:nvPr/>
        </p:nvSpPr>
        <p:spPr>
          <a:xfrm>
            <a:off x="4855464" y="399409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55p</a:t>
            </a:r>
          </a:p>
        </p:txBody>
      </p:sp>
      <p:sp>
        <p:nvSpPr>
          <p:cNvPr id="357" name="Rectangle 356"/>
          <p:cNvSpPr/>
          <p:nvPr/>
        </p:nvSpPr>
        <p:spPr>
          <a:xfrm>
            <a:off x="5440680" y="4029760"/>
            <a:ext cx="689421" cy="91440"/>
          </a:xfrm>
          <a:prstGeom prst="rect">
            <a:avLst/>
          </a:prstGeom>
          <a:solidFill>
            <a:srgbClr val="CA6F1E"/>
          </a:solidFill>
          <a:ln>
            <a:noFill/>
          </a:ln>
        </p:spPr>
        <p:txBody>
          <a:bodyPr rtlCol="0" anchor="ctr"/>
          <a:lstStyle/>
          <a:p>
            <a:pPr algn="ctr"/>
          </a:p>
        </p:txBody>
      </p:sp>
      <p:sp>
        <p:nvSpPr>
          <p:cNvPr id="358" name="Rectangle 357"/>
          <p:cNvSpPr/>
          <p:nvPr/>
        </p:nvSpPr>
        <p:spPr>
          <a:xfrm>
            <a:off x="6130101" y="4029760"/>
            <a:ext cx="265384" cy="91440"/>
          </a:xfrm>
          <a:prstGeom prst="rect">
            <a:avLst/>
          </a:prstGeom>
          <a:solidFill>
            <a:srgbClr val="FAD9A0"/>
          </a:solidFill>
          <a:ln>
            <a:noFill/>
          </a:ln>
        </p:spPr>
        <p:txBody>
          <a:bodyPr rtlCol="0" anchor="ctr"/>
          <a:lstStyle/>
          <a:p>
            <a:pPr algn="ctr"/>
          </a:p>
        </p:txBody>
      </p:sp>
      <p:sp>
        <p:nvSpPr>
          <p:cNvPr id="359" name="Rectangle 358"/>
          <p:cNvSpPr/>
          <p:nvPr/>
        </p:nvSpPr>
        <p:spPr>
          <a:xfrm>
            <a:off x="6455006" y="4007815"/>
            <a:ext cx="12801" cy="135331"/>
          </a:xfrm>
          <a:prstGeom prst="rect">
            <a:avLst/>
          </a:prstGeom>
          <a:solidFill>
            <a:srgbClr val="1B3A6B"/>
          </a:solidFill>
          <a:ln>
            <a:noFill/>
          </a:ln>
        </p:spPr>
        <p:txBody>
          <a:bodyPr rtlCol="0" anchor="ctr"/>
          <a:lstStyle/>
          <a:p>
            <a:pPr algn="ctr"/>
          </a:p>
        </p:txBody>
      </p:sp>
      <p:sp>
        <p:nvSpPr>
          <p:cNvPr id="360" name="TextBox 359"/>
          <p:cNvSpPr txBox="1"/>
          <p:nvPr/>
        </p:nvSpPr>
        <p:spPr>
          <a:xfrm>
            <a:off x="6720840" y="3994099"/>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894</a:t>
            </a:r>
          </a:p>
        </p:txBody>
      </p:sp>
      <p:sp>
        <p:nvSpPr>
          <p:cNvPr id="361" name="TextBox 360"/>
          <p:cNvSpPr txBox="1"/>
          <p:nvPr/>
        </p:nvSpPr>
        <p:spPr>
          <a:xfrm>
            <a:off x="7214616" y="3994099"/>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67,5%</a:t>
            </a:r>
          </a:p>
        </p:txBody>
      </p:sp>
      <p:sp>
        <p:nvSpPr>
          <p:cNvPr id="362" name="TextBox 361"/>
          <p:cNvSpPr txBox="1"/>
          <p:nvPr/>
        </p:nvSpPr>
        <p:spPr>
          <a:xfrm>
            <a:off x="7699248" y="3994099"/>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1.238</a:t>
            </a:r>
          </a:p>
        </p:txBody>
      </p:sp>
      <p:sp>
        <p:nvSpPr>
          <p:cNvPr id="363" name="TextBox 362"/>
          <p:cNvSpPr txBox="1"/>
          <p:nvPr/>
        </p:nvSpPr>
        <p:spPr>
          <a:xfrm>
            <a:off x="8275320" y="3994099"/>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64" name="TextBox 363"/>
          <p:cNvSpPr txBox="1"/>
          <p:nvPr/>
        </p:nvSpPr>
        <p:spPr>
          <a:xfrm>
            <a:off x="4636008" y="415686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37</a:t>
            </a:r>
          </a:p>
        </p:txBody>
      </p:sp>
      <p:sp>
        <p:nvSpPr>
          <p:cNvPr id="365" name="TextBox 364"/>
          <p:cNvSpPr txBox="1"/>
          <p:nvPr/>
        </p:nvSpPr>
        <p:spPr>
          <a:xfrm>
            <a:off x="4855464" y="415686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111</a:t>
            </a:r>
          </a:p>
        </p:txBody>
      </p:sp>
      <p:sp>
        <p:nvSpPr>
          <p:cNvPr id="366" name="Rectangle 365"/>
          <p:cNvSpPr/>
          <p:nvPr/>
        </p:nvSpPr>
        <p:spPr>
          <a:xfrm>
            <a:off x="5440680" y="4192523"/>
            <a:ext cx="669280" cy="91440"/>
          </a:xfrm>
          <a:prstGeom prst="rect">
            <a:avLst/>
          </a:prstGeom>
          <a:solidFill>
            <a:srgbClr val="CA6F1E"/>
          </a:solidFill>
          <a:ln>
            <a:noFill/>
          </a:ln>
        </p:spPr>
        <p:txBody>
          <a:bodyPr rtlCol="0" anchor="ctr"/>
          <a:lstStyle/>
          <a:p>
            <a:pPr algn="ctr"/>
          </a:p>
        </p:txBody>
      </p:sp>
      <p:sp>
        <p:nvSpPr>
          <p:cNvPr id="367" name="Rectangle 366"/>
          <p:cNvSpPr/>
          <p:nvPr/>
        </p:nvSpPr>
        <p:spPr>
          <a:xfrm>
            <a:off x="6109960" y="4192523"/>
            <a:ext cx="477781" cy="91440"/>
          </a:xfrm>
          <a:prstGeom prst="rect">
            <a:avLst/>
          </a:prstGeom>
          <a:solidFill>
            <a:srgbClr val="FAD9A0"/>
          </a:solidFill>
          <a:ln>
            <a:noFill/>
          </a:ln>
        </p:spPr>
        <p:txBody>
          <a:bodyPr rtlCol="0" anchor="ctr"/>
          <a:lstStyle/>
          <a:p>
            <a:pPr algn="ctr"/>
          </a:p>
        </p:txBody>
      </p:sp>
      <p:sp>
        <p:nvSpPr>
          <p:cNvPr id="368" name="Rectangle 367"/>
          <p:cNvSpPr/>
          <p:nvPr/>
        </p:nvSpPr>
        <p:spPr>
          <a:xfrm>
            <a:off x="6350850" y="4170578"/>
            <a:ext cx="12801" cy="135331"/>
          </a:xfrm>
          <a:prstGeom prst="rect">
            <a:avLst/>
          </a:prstGeom>
          <a:solidFill>
            <a:srgbClr val="1B3A6B"/>
          </a:solidFill>
          <a:ln>
            <a:noFill/>
          </a:ln>
        </p:spPr>
        <p:txBody>
          <a:bodyPr rtlCol="0" anchor="ctr"/>
          <a:lstStyle/>
          <a:p>
            <a:pPr algn="ctr"/>
          </a:p>
        </p:txBody>
      </p:sp>
      <p:sp>
        <p:nvSpPr>
          <p:cNvPr id="369" name="TextBox 368"/>
          <p:cNvSpPr txBox="1"/>
          <p:nvPr/>
        </p:nvSpPr>
        <p:spPr>
          <a:xfrm>
            <a:off x="6720840" y="4156862"/>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867</a:t>
            </a:r>
          </a:p>
        </p:txBody>
      </p:sp>
      <p:sp>
        <p:nvSpPr>
          <p:cNvPr id="370" name="TextBox 369"/>
          <p:cNvSpPr txBox="1"/>
          <p:nvPr/>
        </p:nvSpPr>
        <p:spPr>
          <a:xfrm>
            <a:off x="7214616" y="4156862"/>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73,0%</a:t>
            </a:r>
          </a:p>
        </p:txBody>
      </p:sp>
      <p:sp>
        <p:nvSpPr>
          <p:cNvPr id="371" name="TextBox 370"/>
          <p:cNvSpPr txBox="1"/>
          <p:nvPr/>
        </p:nvSpPr>
        <p:spPr>
          <a:xfrm>
            <a:off x="7699248" y="4156862"/>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1.487</a:t>
            </a:r>
          </a:p>
        </p:txBody>
      </p:sp>
      <p:sp>
        <p:nvSpPr>
          <p:cNvPr id="372" name="TextBox 371"/>
          <p:cNvSpPr txBox="1"/>
          <p:nvPr/>
        </p:nvSpPr>
        <p:spPr>
          <a:xfrm>
            <a:off x="8275320" y="4156862"/>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73" name="Rectangle 372"/>
          <p:cNvSpPr/>
          <p:nvPr/>
        </p:nvSpPr>
        <p:spPr>
          <a:xfrm>
            <a:off x="4636008" y="4319625"/>
            <a:ext cx="4114800" cy="162763"/>
          </a:xfrm>
          <a:prstGeom prst="rect">
            <a:avLst/>
          </a:prstGeom>
          <a:solidFill>
            <a:srgbClr val="FFFFFF"/>
          </a:solidFill>
          <a:ln>
            <a:noFill/>
          </a:ln>
        </p:spPr>
        <p:txBody>
          <a:bodyPr rtlCol="0" anchor="ctr"/>
          <a:lstStyle/>
          <a:p>
            <a:pPr algn="ctr"/>
          </a:p>
        </p:txBody>
      </p:sp>
      <p:sp>
        <p:nvSpPr>
          <p:cNvPr id="374" name="TextBox 373"/>
          <p:cNvSpPr txBox="1"/>
          <p:nvPr/>
        </p:nvSpPr>
        <p:spPr>
          <a:xfrm>
            <a:off x="4636008" y="431962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38</a:t>
            </a:r>
          </a:p>
        </p:txBody>
      </p:sp>
      <p:sp>
        <p:nvSpPr>
          <p:cNvPr id="375" name="TextBox 374"/>
          <p:cNvSpPr txBox="1"/>
          <p:nvPr/>
        </p:nvSpPr>
        <p:spPr>
          <a:xfrm>
            <a:off x="4855464" y="431962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104</a:t>
            </a:r>
          </a:p>
        </p:txBody>
      </p:sp>
      <p:sp>
        <p:nvSpPr>
          <p:cNvPr id="376" name="Rectangle 375"/>
          <p:cNvSpPr/>
          <p:nvPr/>
        </p:nvSpPr>
        <p:spPr>
          <a:xfrm>
            <a:off x="5440680" y="4355287"/>
            <a:ext cx="618678" cy="91440"/>
          </a:xfrm>
          <a:prstGeom prst="rect">
            <a:avLst/>
          </a:prstGeom>
          <a:solidFill>
            <a:srgbClr val="CA6F1E"/>
          </a:solidFill>
          <a:ln>
            <a:noFill/>
          </a:ln>
        </p:spPr>
        <p:txBody>
          <a:bodyPr rtlCol="0" anchor="ctr"/>
          <a:lstStyle/>
          <a:p>
            <a:pPr algn="ctr"/>
          </a:p>
        </p:txBody>
      </p:sp>
      <p:sp>
        <p:nvSpPr>
          <p:cNvPr id="377" name="Rectangle 376"/>
          <p:cNvSpPr/>
          <p:nvPr/>
        </p:nvSpPr>
        <p:spPr>
          <a:xfrm>
            <a:off x="6059358" y="4355287"/>
            <a:ext cx="192609" cy="91440"/>
          </a:xfrm>
          <a:prstGeom prst="rect">
            <a:avLst/>
          </a:prstGeom>
          <a:solidFill>
            <a:srgbClr val="FAD9A0"/>
          </a:solidFill>
          <a:ln>
            <a:noFill/>
          </a:ln>
        </p:spPr>
        <p:txBody>
          <a:bodyPr rtlCol="0" anchor="ctr"/>
          <a:lstStyle/>
          <a:p>
            <a:pPr algn="ctr"/>
          </a:p>
        </p:txBody>
      </p:sp>
      <p:sp>
        <p:nvSpPr>
          <p:cNvPr id="378" name="Rectangle 377"/>
          <p:cNvSpPr/>
          <p:nvPr/>
        </p:nvSpPr>
        <p:spPr>
          <a:xfrm>
            <a:off x="6350850" y="4333341"/>
            <a:ext cx="12801" cy="135331"/>
          </a:xfrm>
          <a:prstGeom prst="rect">
            <a:avLst/>
          </a:prstGeom>
          <a:solidFill>
            <a:srgbClr val="1B3A6B"/>
          </a:solidFill>
          <a:ln>
            <a:noFill/>
          </a:ln>
        </p:spPr>
        <p:txBody>
          <a:bodyPr rtlCol="0" anchor="ctr"/>
          <a:lstStyle/>
          <a:p>
            <a:pPr algn="ctr"/>
          </a:p>
        </p:txBody>
      </p:sp>
      <p:sp>
        <p:nvSpPr>
          <p:cNvPr id="379" name="TextBox 378"/>
          <p:cNvSpPr txBox="1"/>
          <p:nvPr/>
        </p:nvSpPr>
        <p:spPr>
          <a:xfrm>
            <a:off x="6720840" y="4319625"/>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802</a:t>
            </a:r>
          </a:p>
        </p:txBody>
      </p:sp>
      <p:sp>
        <p:nvSpPr>
          <p:cNvPr id="380" name="TextBox 379"/>
          <p:cNvSpPr txBox="1"/>
          <p:nvPr/>
        </p:nvSpPr>
        <p:spPr>
          <a:xfrm>
            <a:off x="7214616" y="4319625"/>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67,5%</a:t>
            </a:r>
          </a:p>
        </p:txBody>
      </p:sp>
      <p:sp>
        <p:nvSpPr>
          <p:cNvPr id="381" name="TextBox 380"/>
          <p:cNvSpPr txBox="1"/>
          <p:nvPr/>
        </p:nvSpPr>
        <p:spPr>
          <a:xfrm>
            <a:off x="7699248" y="4319625"/>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1.052</a:t>
            </a:r>
          </a:p>
        </p:txBody>
      </p:sp>
      <p:sp>
        <p:nvSpPr>
          <p:cNvPr id="382" name="TextBox 381"/>
          <p:cNvSpPr txBox="1"/>
          <p:nvPr/>
        </p:nvSpPr>
        <p:spPr>
          <a:xfrm>
            <a:off x="8275320" y="4319625"/>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83" name="Rectangle 382"/>
          <p:cNvSpPr/>
          <p:nvPr/>
        </p:nvSpPr>
        <p:spPr>
          <a:xfrm>
            <a:off x="4562856" y="1188720"/>
            <a:ext cx="10972" cy="3337560"/>
          </a:xfrm>
          <a:prstGeom prst="rect">
            <a:avLst/>
          </a:prstGeom>
          <a:solidFill>
            <a:srgbClr val="D5DAE1"/>
          </a:solidFill>
          <a:ln>
            <a:noFill/>
          </a:ln>
        </p:spPr>
        <p:txBody>
          <a:bodyPr rtlCol="0" anchor="ctr"/>
          <a:lstStyle/>
          <a:p>
            <a:pPr algn="ctr"/>
          </a:p>
        </p:txBody>
      </p:sp>
      <p:sp>
        <p:nvSpPr>
          <p:cNvPr id="384" name="TextBox 383"/>
          <p:cNvSpPr txBox="1"/>
          <p:nvPr/>
        </p:nvSpPr>
        <p:spPr>
          <a:xfrm>
            <a:off x="411480" y="4636008"/>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Verde ≥ 90% del diseño · azul 80 - 90% · naranja 60 - 80%. Marca azul oscura = diseño del conjunto; extensión ámbar = recuperable sin curtailment.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GENERACIÓN SOLAR · CONSUMO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El consumo real del mes supera en +20,1% al de diseño: 27 de 38 casas por encima</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5</a:t>
            </a:r>
          </a:p>
        </p:txBody>
      </p:sp>
      <p:sp>
        <p:nvSpPr>
          <p:cNvPr id="8" name="Rectangle 7"/>
          <p:cNvSpPr/>
          <p:nvPr/>
        </p:nvSpPr>
        <p:spPr>
          <a:xfrm>
            <a:off x="411480" y="1143000"/>
            <a:ext cx="2697480" cy="658368"/>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143000"/>
            <a:ext cx="54864" cy="658368"/>
          </a:xfrm>
          <a:prstGeom prst="rect">
            <a:avLst/>
          </a:prstGeom>
          <a:solidFill>
            <a:srgbClr val="E63946"/>
          </a:solidFill>
          <a:ln w="12700">
            <a:solidFill>
              <a:srgbClr val="E63946"/>
            </a:solidFill>
          </a:ln>
        </p:spPr>
        <p:txBody>
          <a:bodyPr rtlCol="0" anchor="ctr"/>
          <a:lstStyle/>
          <a:p>
            <a:pPr algn="ctr"/>
            <a:endParaRPr/>
          </a:p>
        </p:txBody>
      </p:sp>
      <p:sp>
        <p:nvSpPr>
          <p:cNvPr id="10" name="TextBox 9"/>
          <p:cNvSpPr txBox="1"/>
          <p:nvPr/>
        </p:nvSpPr>
        <p:spPr>
          <a:xfrm>
            <a:off x="557784" y="1179576"/>
            <a:ext cx="2496312" cy="342351"/>
          </a:xfrm>
          <a:prstGeom prst="rect">
            <a:avLst/>
          </a:prstGeom>
          <a:noFill/>
        </p:spPr>
        <p:txBody>
          <a:bodyPr wrap="square" lIns="0" tIns="0" rIns="0" bIns="0" anchor="ctr">
            <a:spAutoFit/>
          </a:bodyPr>
          <a:lstStyle/>
          <a:p>
            <a:pPr algn="l">
              <a:spcAft>
                <a:spcPts val="0"/>
              </a:spcAft>
            </a:pPr>
            <a:r>
              <a:rPr sz="1700" b="1" i="0">
                <a:solidFill>
                  <a:srgbClr val="E63946"/>
                </a:solidFill>
                <a:latin typeface="Calibri"/>
              </a:rPr>
              <a:t>+20,1%</a:t>
            </a:r>
          </a:p>
        </p:txBody>
      </p:sp>
      <p:sp>
        <p:nvSpPr>
          <p:cNvPr id="11" name="TextBox 10"/>
          <p:cNvSpPr txBox="1"/>
          <p:nvPr/>
        </p:nvSpPr>
        <p:spPr>
          <a:xfrm>
            <a:off x="557784" y="1498518"/>
            <a:ext cx="24963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consumo real vs diseño (septiembre)</a:t>
            </a:r>
          </a:p>
        </p:txBody>
      </p:sp>
      <p:sp>
        <p:nvSpPr>
          <p:cNvPr id="12" name="TextBox 11"/>
          <p:cNvSpPr txBox="1"/>
          <p:nvPr/>
        </p:nvSpPr>
        <p:spPr>
          <a:xfrm>
            <a:off x="557784" y="1630192"/>
            <a:ext cx="24963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26.456 kWh reales frente a 22.036 kWh de diseño</a:t>
            </a:r>
          </a:p>
        </p:txBody>
      </p:sp>
      <p:sp>
        <p:nvSpPr>
          <p:cNvPr id="13" name="Rectangle 12"/>
          <p:cNvSpPr/>
          <p:nvPr/>
        </p:nvSpPr>
        <p:spPr>
          <a:xfrm>
            <a:off x="3218688" y="1143000"/>
            <a:ext cx="2697480" cy="658368"/>
          </a:xfrm>
          <a:prstGeom prst="rect">
            <a:avLst/>
          </a:prstGeom>
          <a:solidFill>
            <a:srgbClr val="FFFFFF"/>
          </a:solidFill>
          <a:ln w="10160">
            <a:solidFill>
              <a:srgbClr val="E3E7EA"/>
            </a:solidFill>
          </a:ln>
        </p:spPr>
        <p:txBody>
          <a:bodyPr rtlCol="0" anchor="ctr"/>
          <a:lstStyle/>
          <a:p>
            <a:pPr algn="ctr"/>
            <a:endParaRPr/>
          </a:p>
        </p:txBody>
      </p:sp>
      <p:sp>
        <p:nvSpPr>
          <p:cNvPr id="14" name="Rectangle 13"/>
          <p:cNvSpPr/>
          <p:nvPr/>
        </p:nvSpPr>
        <p:spPr>
          <a:xfrm>
            <a:off x="3218688" y="1143000"/>
            <a:ext cx="54864" cy="658368"/>
          </a:xfrm>
          <a:prstGeom prst="rect">
            <a:avLst/>
          </a:prstGeom>
          <a:solidFill>
            <a:srgbClr val="CA6F1E"/>
          </a:solidFill>
          <a:ln w="12700">
            <a:solidFill>
              <a:srgbClr val="CA6F1E"/>
            </a:solidFill>
          </a:ln>
        </p:spPr>
        <p:txBody>
          <a:bodyPr rtlCol="0" anchor="ctr"/>
          <a:lstStyle/>
          <a:p>
            <a:pPr algn="ctr"/>
            <a:endParaRPr/>
          </a:p>
        </p:txBody>
      </p:sp>
      <p:sp>
        <p:nvSpPr>
          <p:cNvPr id="15" name="TextBox 14"/>
          <p:cNvSpPr txBox="1"/>
          <p:nvPr/>
        </p:nvSpPr>
        <p:spPr>
          <a:xfrm>
            <a:off x="3364992" y="1179576"/>
            <a:ext cx="2496312" cy="342351"/>
          </a:xfrm>
          <a:prstGeom prst="rect">
            <a:avLst/>
          </a:prstGeom>
          <a:noFill/>
        </p:spPr>
        <p:txBody>
          <a:bodyPr wrap="square" lIns="0" tIns="0" rIns="0" bIns="0" anchor="ctr">
            <a:spAutoFit/>
          </a:bodyPr>
          <a:lstStyle/>
          <a:p>
            <a:pPr algn="l">
              <a:spcAft>
                <a:spcPts val="0"/>
              </a:spcAft>
            </a:pPr>
            <a:r>
              <a:rPr sz="1700" b="1" i="0">
                <a:solidFill>
                  <a:srgbClr val="CA6F1E"/>
                </a:solidFill>
                <a:latin typeface="Calibri"/>
              </a:rPr>
              <a:t>27 de 38</a:t>
            </a:r>
          </a:p>
        </p:txBody>
      </p:sp>
      <p:sp>
        <p:nvSpPr>
          <p:cNvPr id="16" name="TextBox 15"/>
          <p:cNvSpPr txBox="1"/>
          <p:nvPr/>
        </p:nvSpPr>
        <p:spPr>
          <a:xfrm>
            <a:off x="3364992" y="1498518"/>
            <a:ext cx="24963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casas con consumo mayor al de diseño</a:t>
            </a:r>
          </a:p>
        </p:txBody>
      </p:sp>
      <p:sp>
        <p:nvSpPr>
          <p:cNvPr id="17" name="TextBox 16"/>
          <p:cNvSpPr txBox="1"/>
          <p:nvPr/>
        </p:nvSpPr>
        <p:spPr>
          <a:xfrm>
            <a:off x="3364992" y="1630192"/>
            <a:ext cx="24963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15 de ellas más de 30% por encima</a:t>
            </a:r>
          </a:p>
        </p:txBody>
      </p:sp>
      <p:sp>
        <p:nvSpPr>
          <p:cNvPr id="18" name="Rectangle 17"/>
          <p:cNvSpPr/>
          <p:nvPr/>
        </p:nvSpPr>
        <p:spPr>
          <a:xfrm>
            <a:off x="6025896" y="1143000"/>
            <a:ext cx="2697480" cy="658368"/>
          </a:xfrm>
          <a:prstGeom prst="rect">
            <a:avLst/>
          </a:prstGeom>
          <a:solidFill>
            <a:srgbClr val="FFFFFF"/>
          </a:solidFill>
          <a:ln w="10160">
            <a:solidFill>
              <a:srgbClr val="E3E7EA"/>
            </a:solidFill>
          </a:ln>
        </p:spPr>
        <p:txBody>
          <a:bodyPr rtlCol="0" anchor="ctr"/>
          <a:lstStyle/>
          <a:p>
            <a:pPr algn="ctr"/>
            <a:endParaRPr/>
          </a:p>
        </p:txBody>
      </p:sp>
      <p:sp>
        <p:nvSpPr>
          <p:cNvPr id="19" name="Rectangle 18"/>
          <p:cNvSpPr/>
          <p:nvPr/>
        </p:nvSpPr>
        <p:spPr>
          <a:xfrm>
            <a:off x="6025896" y="1143000"/>
            <a:ext cx="54864" cy="658368"/>
          </a:xfrm>
          <a:prstGeom prst="rect">
            <a:avLst/>
          </a:prstGeom>
          <a:solidFill>
            <a:srgbClr val="1F6F78"/>
          </a:solidFill>
          <a:ln w="12700">
            <a:solidFill>
              <a:srgbClr val="1F6F78"/>
            </a:solidFill>
          </a:ln>
        </p:spPr>
        <p:txBody>
          <a:bodyPr rtlCol="0" anchor="ctr"/>
          <a:lstStyle/>
          <a:p>
            <a:pPr algn="ctr"/>
            <a:endParaRPr/>
          </a:p>
        </p:txBody>
      </p:sp>
      <p:sp>
        <p:nvSpPr>
          <p:cNvPr id="20" name="TextBox 19"/>
          <p:cNvSpPr txBox="1"/>
          <p:nvPr/>
        </p:nvSpPr>
        <p:spPr>
          <a:xfrm>
            <a:off x="6172200" y="1179576"/>
            <a:ext cx="2496312" cy="342351"/>
          </a:xfrm>
          <a:prstGeom prst="rect">
            <a:avLst/>
          </a:prstGeom>
          <a:noFill/>
        </p:spPr>
        <p:txBody>
          <a:bodyPr wrap="square" lIns="0" tIns="0" rIns="0" bIns="0" anchor="ctr">
            <a:spAutoFit/>
          </a:bodyPr>
          <a:lstStyle/>
          <a:p>
            <a:pPr algn="l">
              <a:spcAft>
                <a:spcPts val="0"/>
              </a:spcAft>
            </a:pPr>
            <a:r>
              <a:rPr sz="1700" b="1" i="0">
                <a:solidFill>
                  <a:srgbClr val="1F6F78"/>
                </a:solidFill>
                <a:latin typeface="Calibri"/>
              </a:rPr>
              <a:t>r = -0,85</a:t>
            </a:r>
          </a:p>
        </p:txBody>
      </p:sp>
      <p:sp>
        <p:nvSpPr>
          <p:cNvPr id="21" name="TextBox 20"/>
          <p:cNvSpPr txBox="1"/>
          <p:nvPr/>
        </p:nvSpPr>
        <p:spPr>
          <a:xfrm>
            <a:off x="6172200" y="1498518"/>
            <a:ext cx="24963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desvío de consumo vs cobertura solar</a:t>
            </a:r>
          </a:p>
        </p:txBody>
      </p:sp>
      <p:sp>
        <p:nvSpPr>
          <p:cNvPr id="22" name="TextBox 21"/>
          <p:cNvSpPr txBox="1"/>
          <p:nvPr/>
        </p:nvSpPr>
        <p:spPr>
          <a:xfrm>
            <a:off x="6172200" y="1630192"/>
            <a:ext cx="24963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A mayor consumo sobre el diseño, menor cobertura</a:t>
            </a:r>
          </a:p>
        </p:txBody>
      </p:sp>
      <p:sp>
        <p:nvSpPr>
          <p:cNvPr id="23" name="TextBox 22"/>
          <p:cNvSpPr txBox="1"/>
          <p:nvPr/>
        </p:nvSpPr>
        <p:spPr>
          <a:xfrm>
            <a:off x="411480" y="1920240"/>
            <a:ext cx="64008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Casa</a:t>
            </a:r>
          </a:p>
        </p:txBody>
      </p:sp>
      <p:sp>
        <p:nvSpPr>
          <p:cNvPr id="24" name="TextBox 23"/>
          <p:cNvSpPr txBox="1"/>
          <p:nvPr/>
        </p:nvSpPr>
        <p:spPr>
          <a:xfrm>
            <a:off x="1051560" y="1920240"/>
            <a:ext cx="201168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Desvío vs diseño mensual</a:t>
            </a:r>
          </a:p>
        </p:txBody>
      </p:sp>
      <p:sp>
        <p:nvSpPr>
          <p:cNvPr id="25" name="TextBox 24"/>
          <p:cNvSpPr txBox="1"/>
          <p:nvPr/>
        </p:nvSpPr>
        <p:spPr>
          <a:xfrm>
            <a:off x="2953512" y="1920240"/>
            <a:ext cx="100584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Diseño → real kWh</a:t>
            </a:r>
          </a:p>
        </p:txBody>
      </p:sp>
      <p:sp>
        <p:nvSpPr>
          <p:cNvPr id="26" name="TextBox 25"/>
          <p:cNvSpPr txBox="1"/>
          <p:nvPr/>
        </p:nvSpPr>
        <p:spPr>
          <a:xfrm>
            <a:off x="3977639" y="1920240"/>
            <a:ext cx="54864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Cobertura</a:t>
            </a:r>
          </a:p>
        </p:txBody>
      </p:sp>
      <p:sp>
        <p:nvSpPr>
          <p:cNvPr id="27" name="Rectangle 26"/>
          <p:cNvSpPr/>
          <p:nvPr/>
        </p:nvSpPr>
        <p:spPr>
          <a:xfrm>
            <a:off x="411480" y="2176272"/>
            <a:ext cx="4114800" cy="134416"/>
          </a:xfrm>
          <a:prstGeom prst="rect">
            <a:avLst/>
          </a:prstGeom>
          <a:solidFill>
            <a:srgbClr val="FFFFFF"/>
          </a:solidFill>
          <a:ln>
            <a:noFill/>
          </a:ln>
        </p:spPr>
        <p:txBody>
          <a:bodyPr rtlCol="0" anchor="ctr"/>
          <a:lstStyle/>
          <a:p>
            <a:pPr algn="ctr"/>
            <a:endParaRPr/>
          </a:p>
        </p:txBody>
      </p:sp>
      <p:sp>
        <p:nvSpPr>
          <p:cNvPr id="28" name="TextBox 27"/>
          <p:cNvSpPr txBox="1"/>
          <p:nvPr/>
        </p:nvSpPr>
        <p:spPr>
          <a:xfrm>
            <a:off x="438912" y="217627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23</a:t>
            </a:r>
          </a:p>
        </p:txBody>
      </p:sp>
      <p:sp>
        <p:nvSpPr>
          <p:cNvPr id="29" name="Rectangle 28"/>
          <p:cNvSpPr/>
          <p:nvPr/>
        </p:nvSpPr>
        <p:spPr>
          <a:xfrm>
            <a:off x="1572768" y="2199132"/>
            <a:ext cx="1431669" cy="88696"/>
          </a:xfrm>
          <a:prstGeom prst="rect">
            <a:avLst/>
          </a:prstGeom>
          <a:solidFill>
            <a:srgbClr val="C0392B"/>
          </a:solidFill>
          <a:ln w="12700">
            <a:solidFill>
              <a:srgbClr val="C0392B"/>
            </a:solidFill>
          </a:ln>
        </p:spPr>
        <p:txBody>
          <a:bodyPr rtlCol="0" anchor="ctr"/>
          <a:lstStyle/>
          <a:p>
            <a:pPr algn="ctr"/>
            <a:endParaRPr/>
          </a:p>
        </p:txBody>
      </p:sp>
      <p:sp>
        <p:nvSpPr>
          <p:cNvPr id="30" name="TextBox 29"/>
          <p:cNvSpPr txBox="1"/>
          <p:nvPr/>
        </p:nvSpPr>
        <p:spPr>
          <a:xfrm>
            <a:off x="3031869" y="2176272"/>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+99%</a:t>
            </a:r>
          </a:p>
        </p:txBody>
      </p:sp>
      <p:sp>
        <p:nvSpPr>
          <p:cNvPr id="31" name="TextBox 30"/>
          <p:cNvSpPr txBox="1"/>
          <p:nvPr/>
        </p:nvSpPr>
        <p:spPr>
          <a:xfrm>
            <a:off x="2953512" y="217627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636 → 1.266</a:t>
            </a:r>
          </a:p>
        </p:txBody>
      </p:sp>
      <p:sp>
        <p:nvSpPr>
          <p:cNvPr id="32" name="TextBox 31"/>
          <p:cNvSpPr txBox="1"/>
          <p:nvPr/>
        </p:nvSpPr>
        <p:spPr>
          <a:xfrm>
            <a:off x="3977639" y="2176272"/>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48%</a:t>
            </a:r>
          </a:p>
        </p:txBody>
      </p:sp>
      <p:sp>
        <p:nvSpPr>
          <p:cNvPr id="33" name="TextBox 32"/>
          <p:cNvSpPr txBox="1"/>
          <p:nvPr/>
        </p:nvSpPr>
        <p:spPr>
          <a:xfrm>
            <a:off x="438912" y="2310688"/>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35</a:t>
            </a:r>
          </a:p>
        </p:txBody>
      </p:sp>
      <p:sp>
        <p:nvSpPr>
          <p:cNvPr id="34" name="Rectangle 33"/>
          <p:cNvSpPr/>
          <p:nvPr/>
        </p:nvSpPr>
        <p:spPr>
          <a:xfrm>
            <a:off x="1572768" y="2333548"/>
            <a:ext cx="1388300" cy="88696"/>
          </a:xfrm>
          <a:prstGeom prst="rect">
            <a:avLst/>
          </a:prstGeom>
          <a:solidFill>
            <a:srgbClr val="C0392B"/>
          </a:solidFill>
          <a:ln w="12700">
            <a:solidFill>
              <a:srgbClr val="C0392B"/>
            </a:solidFill>
          </a:ln>
        </p:spPr>
        <p:txBody>
          <a:bodyPr rtlCol="0" anchor="ctr"/>
          <a:lstStyle/>
          <a:p>
            <a:pPr algn="ctr"/>
            <a:endParaRPr/>
          </a:p>
        </p:txBody>
      </p:sp>
      <p:sp>
        <p:nvSpPr>
          <p:cNvPr id="35" name="TextBox 34"/>
          <p:cNvSpPr txBox="1"/>
          <p:nvPr/>
        </p:nvSpPr>
        <p:spPr>
          <a:xfrm>
            <a:off x="2988500" y="2310688"/>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+96%</a:t>
            </a:r>
          </a:p>
        </p:txBody>
      </p:sp>
      <p:sp>
        <p:nvSpPr>
          <p:cNvPr id="36" name="TextBox 35"/>
          <p:cNvSpPr txBox="1"/>
          <p:nvPr/>
        </p:nvSpPr>
        <p:spPr>
          <a:xfrm>
            <a:off x="2953512" y="2310688"/>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420 → 824</a:t>
            </a:r>
          </a:p>
        </p:txBody>
      </p:sp>
      <p:sp>
        <p:nvSpPr>
          <p:cNvPr id="37" name="TextBox 36"/>
          <p:cNvSpPr txBox="1"/>
          <p:nvPr/>
        </p:nvSpPr>
        <p:spPr>
          <a:xfrm>
            <a:off x="3977639" y="2310688"/>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42%</a:t>
            </a:r>
          </a:p>
        </p:txBody>
      </p:sp>
      <p:sp>
        <p:nvSpPr>
          <p:cNvPr id="38" name="Rectangle 37"/>
          <p:cNvSpPr/>
          <p:nvPr/>
        </p:nvSpPr>
        <p:spPr>
          <a:xfrm>
            <a:off x="411480" y="2445105"/>
            <a:ext cx="4114800" cy="134416"/>
          </a:xfrm>
          <a:prstGeom prst="rect">
            <a:avLst/>
          </a:prstGeom>
          <a:solidFill>
            <a:srgbClr val="FFFFFF"/>
          </a:solidFill>
          <a:ln>
            <a:noFill/>
          </a:ln>
        </p:spPr>
        <p:txBody>
          <a:bodyPr rtlCol="0" anchor="ctr"/>
          <a:lstStyle/>
          <a:p>
            <a:pPr algn="ctr"/>
            <a:endParaRPr/>
          </a:p>
        </p:txBody>
      </p:sp>
      <p:sp>
        <p:nvSpPr>
          <p:cNvPr id="39" name="TextBox 38"/>
          <p:cNvSpPr txBox="1"/>
          <p:nvPr/>
        </p:nvSpPr>
        <p:spPr>
          <a:xfrm>
            <a:off x="438912" y="2445105"/>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78T</a:t>
            </a:r>
          </a:p>
        </p:txBody>
      </p:sp>
      <p:sp>
        <p:nvSpPr>
          <p:cNvPr id="40" name="Rectangle 39"/>
          <p:cNvSpPr/>
          <p:nvPr/>
        </p:nvSpPr>
        <p:spPr>
          <a:xfrm>
            <a:off x="1572768" y="2467965"/>
            <a:ext cx="1122995" cy="88696"/>
          </a:xfrm>
          <a:prstGeom prst="rect">
            <a:avLst/>
          </a:prstGeom>
          <a:solidFill>
            <a:srgbClr val="C0392B"/>
          </a:solidFill>
          <a:ln w="12700">
            <a:solidFill>
              <a:srgbClr val="C0392B"/>
            </a:solidFill>
          </a:ln>
        </p:spPr>
        <p:txBody>
          <a:bodyPr rtlCol="0" anchor="ctr"/>
          <a:lstStyle/>
          <a:p>
            <a:pPr algn="ctr"/>
            <a:endParaRPr/>
          </a:p>
        </p:txBody>
      </p:sp>
      <p:sp>
        <p:nvSpPr>
          <p:cNvPr id="41" name="TextBox 40"/>
          <p:cNvSpPr txBox="1"/>
          <p:nvPr/>
        </p:nvSpPr>
        <p:spPr>
          <a:xfrm>
            <a:off x="2723195" y="2445105"/>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+78%</a:t>
            </a:r>
          </a:p>
        </p:txBody>
      </p:sp>
      <p:sp>
        <p:nvSpPr>
          <p:cNvPr id="42" name="TextBox 41"/>
          <p:cNvSpPr txBox="1"/>
          <p:nvPr/>
        </p:nvSpPr>
        <p:spPr>
          <a:xfrm>
            <a:off x="2953512" y="2445105"/>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1.059 → 1.881</a:t>
            </a:r>
          </a:p>
        </p:txBody>
      </p:sp>
      <p:sp>
        <p:nvSpPr>
          <p:cNvPr id="43" name="TextBox 42"/>
          <p:cNvSpPr txBox="1"/>
          <p:nvPr/>
        </p:nvSpPr>
        <p:spPr>
          <a:xfrm>
            <a:off x="3977639" y="2445105"/>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50%</a:t>
            </a:r>
          </a:p>
        </p:txBody>
      </p:sp>
      <p:sp>
        <p:nvSpPr>
          <p:cNvPr id="44" name="TextBox 43"/>
          <p:cNvSpPr txBox="1"/>
          <p:nvPr/>
        </p:nvSpPr>
        <p:spPr>
          <a:xfrm>
            <a:off x="438912" y="257952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382p</a:t>
            </a:r>
          </a:p>
        </p:txBody>
      </p:sp>
      <p:sp>
        <p:nvSpPr>
          <p:cNvPr id="45" name="Rectangle 44"/>
          <p:cNvSpPr/>
          <p:nvPr/>
        </p:nvSpPr>
        <p:spPr>
          <a:xfrm>
            <a:off x="1572768" y="2602382"/>
            <a:ext cx="964801" cy="88696"/>
          </a:xfrm>
          <a:prstGeom prst="rect">
            <a:avLst/>
          </a:prstGeom>
          <a:solidFill>
            <a:srgbClr val="C0392B"/>
          </a:solidFill>
          <a:ln w="12700">
            <a:solidFill>
              <a:srgbClr val="C0392B"/>
            </a:solidFill>
          </a:ln>
        </p:spPr>
        <p:txBody>
          <a:bodyPr rtlCol="0" anchor="ctr"/>
          <a:lstStyle/>
          <a:p>
            <a:pPr algn="ctr"/>
            <a:endParaRPr/>
          </a:p>
        </p:txBody>
      </p:sp>
      <p:sp>
        <p:nvSpPr>
          <p:cNvPr id="46" name="TextBox 45"/>
          <p:cNvSpPr txBox="1"/>
          <p:nvPr/>
        </p:nvSpPr>
        <p:spPr>
          <a:xfrm>
            <a:off x="2565001" y="2579522"/>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+67%</a:t>
            </a:r>
          </a:p>
        </p:txBody>
      </p:sp>
      <p:sp>
        <p:nvSpPr>
          <p:cNvPr id="47" name="TextBox 46"/>
          <p:cNvSpPr txBox="1"/>
          <p:nvPr/>
        </p:nvSpPr>
        <p:spPr>
          <a:xfrm>
            <a:off x="2953512" y="257952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360 → 600</a:t>
            </a:r>
          </a:p>
        </p:txBody>
      </p:sp>
      <p:sp>
        <p:nvSpPr>
          <p:cNvPr id="48" name="TextBox 47"/>
          <p:cNvSpPr txBox="1"/>
          <p:nvPr/>
        </p:nvSpPr>
        <p:spPr>
          <a:xfrm>
            <a:off x="3977639" y="2579522"/>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63%</a:t>
            </a:r>
          </a:p>
        </p:txBody>
      </p:sp>
      <p:sp>
        <p:nvSpPr>
          <p:cNvPr id="49" name="Rectangle 48"/>
          <p:cNvSpPr/>
          <p:nvPr/>
        </p:nvSpPr>
        <p:spPr>
          <a:xfrm>
            <a:off x="411480" y="2713939"/>
            <a:ext cx="4114800" cy="134416"/>
          </a:xfrm>
          <a:prstGeom prst="rect">
            <a:avLst/>
          </a:prstGeom>
          <a:solidFill>
            <a:srgbClr val="FFFFFF"/>
          </a:solidFill>
          <a:ln>
            <a:noFill/>
          </a:ln>
        </p:spPr>
        <p:txBody>
          <a:bodyPr rtlCol="0" anchor="ctr"/>
          <a:lstStyle/>
          <a:p>
            <a:pPr algn="ctr"/>
            <a:endParaRPr/>
          </a:p>
        </p:txBody>
      </p:sp>
      <p:sp>
        <p:nvSpPr>
          <p:cNvPr id="50" name="TextBox 49"/>
          <p:cNvSpPr txBox="1"/>
          <p:nvPr/>
        </p:nvSpPr>
        <p:spPr>
          <a:xfrm>
            <a:off x="438912" y="271393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56</a:t>
            </a:r>
          </a:p>
        </p:txBody>
      </p:sp>
      <p:sp>
        <p:nvSpPr>
          <p:cNvPr id="51" name="Rectangle 50"/>
          <p:cNvSpPr/>
          <p:nvPr/>
        </p:nvSpPr>
        <p:spPr>
          <a:xfrm>
            <a:off x="1572768" y="2736799"/>
            <a:ext cx="935200" cy="88696"/>
          </a:xfrm>
          <a:prstGeom prst="rect">
            <a:avLst/>
          </a:prstGeom>
          <a:solidFill>
            <a:srgbClr val="C0392B"/>
          </a:solidFill>
          <a:ln w="12700">
            <a:solidFill>
              <a:srgbClr val="C0392B"/>
            </a:solidFill>
          </a:ln>
        </p:spPr>
        <p:txBody>
          <a:bodyPr rtlCol="0" anchor="ctr"/>
          <a:lstStyle/>
          <a:p>
            <a:pPr algn="ctr"/>
            <a:endParaRPr/>
          </a:p>
        </p:txBody>
      </p:sp>
      <p:sp>
        <p:nvSpPr>
          <p:cNvPr id="52" name="TextBox 51"/>
          <p:cNvSpPr txBox="1"/>
          <p:nvPr/>
        </p:nvSpPr>
        <p:spPr>
          <a:xfrm>
            <a:off x="2535400" y="2713939"/>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+65%</a:t>
            </a:r>
          </a:p>
        </p:txBody>
      </p:sp>
      <p:sp>
        <p:nvSpPr>
          <p:cNvPr id="53" name="TextBox 52"/>
          <p:cNvSpPr txBox="1"/>
          <p:nvPr/>
        </p:nvSpPr>
        <p:spPr>
          <a:xfrm>
            <a:off x="2953512" y="271393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447 → 736</a:t>
            </a:r>
          </a:p>
        </p:txBody>
      </p:sp>
      <p:sp>
        <p:nvSpPr>
          <p:cNvPr id="54" name="TextBox 53"/>
          <p:cNvSpPr txBox="1"/>
          <p:nvPr/>
        </p:nvSpPr>
        <p:spPr>
          <a:xfrm>
            <a:off x="3977639" y="2713939"/>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54%</a:t>
            </a:r>
          </a:p>
        </p:txBody>
      </p:sp>
      <p:sp>
        <p:nvSpPr>
          <p:cNvPr id="55" name="TextBox 54"/>
          <p:cNvSpPr txBox="1"/>
          <p:nvPr/>
        </p:nvSpPr>
        <p:spPr>
          <a:xfrm>
            <a:off x="438912" y="284835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24</a:t>
            </a:r>
          </a:p>
        </p:txBody>
      </p:sp>
      <p:sp>
        <p:nvSpPr>
          <p:cNvPr id="56" name="Rectangle 55"/>
          <p:cNvSpPr/>
          <p:nvPr/>
        </p:nvSpPr>
        <p:spPr>
          <a:xfrm>
            <a:off x="1572768" y="2871215"/>
            <a:ext cx="803764" cy="88696"/>
          </a:xfrm>
          <a:prstGeom prst="rect">
            <a:avLst/>
          </a:prstGeom>
          <a:solidFill>
            <a:srgbClr val="C0392B"/>
          </a:solidFill>
          <a:ln w="12700">
            <a:solidFill>
              <a:srgbClr val="C0392B"/>
            </a:solidFill>
          </a:ln>
        </p:spPr>
        <p:txBody>
          <a:bodyPr rtlCol="0" anchor="ctr"/>
          <a:lstStyle/>
          <a:p>
            <a:pPr algn="ctr"/>
            <a:endParaRPr/>
          </a:p>
        </p:txBody>
      </p:sp>
      <p:sp>
        <p:nvSpPr>
          <p:cNvPr id="57" name="TextBox 56"/>
          <p:cNvSpPr txBox="1"/>
          <p:nvPr/>
        </p:nvSpPr>
        <p:spPr>
          <a:xfrm>
            <a:off x="2403964" y="2848356"/>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+56%</a:t>
            </a:r>
          </a:p>
        </p:txBody>
      </p:sp>
      <p:sp>
        <p:nvSpPr>
          <p:cNvPr id="58" name="TextBox 57"/>
          <p:cNvSpPr txBox="1"/>
          <p:nvPr/>
        </p:nvSpPr>
        <p:spPr>
          <a:xfrm>
            <a:off x="2953512" y="284835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1.170 → 1.821</a:t>
            </a:r>
          </a:p>
        </p:txBody>
      </p:sp>
      <p:sp>
        <p:nvSpPr>
          <p:cNvPr id="59" name="TextBox 58"/>
          <p:cNvSpPr txBox="1"/>
          <p:nvPr/>
        </p:nvSpPr>
        <p:spPr>
          <a:xfrm>
            <a:off x="3977639" y="2848356"/>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59%</a:t>
            </a:r>
          </a:p>
        </p:txBody>
      </p:sp>
      <p:sp>
        <p:nvSpPr>
          <p:cNvPr id="60" name="Rectangle 59"/>
          <p:cNvSpPr/>
          <p:nvPr/>
        </p:nvSpPr>
        <p:spPr>
          <a:xfrm>
            <a:off x="411480" y="2982772"/>
            <a:ext cx="4114800" cy="134416"/>
          </a:xfrm>
          <a:prstGeom prst="rect">
            <a:avLst/>
          </a:prstGeom>
          <a:solidFill>
            <a:srgbClr val="FFFFFF"/>
          </a:solidFill>
          <a:ln>
            <a:noFill/>
          </a:ln>
        </p:spPr>
        <p:txBody>
          <a:bodyPr rtlCol="0" anchor="ctr"/>
          <a:lstStyle/>
          <a:p>
            <a:pPr algn="ctr"/>
            <a:endParaRPr/>
          </a:p>
        </p:txBody>
      </p:sp>
      <p:sp>
        <p:nvSpPr>
          <p:cNvPr id="61" name="TextBox 60"/>
          <p:cNvSpPr txBox="1"/>
          <p:nvPr/>
        </p:nvSpPr>
        <p:spPr>
          <a:xfrm>
            <a:off x="438912" y="298277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77</a:t>
            </a:r>
          </a:p>
        </p:txBody>
      </p:sp>
      <p:sp>
        <p:nvSpPr>
          <p:cNvPr id="62" name="Rectangle 61"/>
          <p:cNvSpPr/>
          <p:nvPr/>
        </p:nvSpPr>
        <p:spPr>
          <a:xfrm>
            <a:off x="1572768" y="3005632"/>
            <a:ext cx="780973" cy="88696"/>
          </a:xfrm>
          <a:prstGeom prst="rect">
            <a:avLst/>
          </a:prstGeom>
          <a:solidFill>
            <a:srgbClr val="C0392B"/>
          </a:solidFill>
          <a:ln w="12700">
            <a:solidFill>
              <a:srgbClr val="C0392B"/>
            </a:solidFill>
          </a:ln>
        </p:spPr>
        <p:txBody>
          <a:bodyPr rtlCol="0" anchor="ctr"/>
          <a:lstStyle/>
          <a:p>
            <a:pPr algn="ctr"/>
            <a:endParaRPr/>
          </a:p>
        </p:txBody>
      </p:sp>
      <p:sp>
        <p:nvSpPr>
          <p:cNvPr id="63" name="TextBox 62"/>
          <p:cNvSpPr txBox="1"/>
          <p:nvPr/>
        </p:nvSpPr>
        <p:spPr>
          <a:xfrm>
            <a:off x="2381173" y="2982772"/>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+54%</a:t>
            </a:r>
          </a:p>
        </p:txBody>
      </p:sp>
      <p:sp>
        <p:nvSpPr>
          <p:cNvPr id="64" name="TextBox 63"/>
          <p:cNvSpPr txBox="1"/>
          <p:nvPr/>
        </p:nvSpPr>
        <p:spPr>
          <a:xfrm>
            <a:off x="2953512" y="298277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406 → 625</a:t>
            </a:r>
          </a:p>
        </p:txBody>
      </p:sp>
      <p:sp>
        <p:nvSpPr>
          <p:cNvPr id="65" name="TextBox 64"/>
          <p:cNvSpPr txBox="1"/>
          <p:nvPr/>
        </p:nvSpPr>
        <p:spPr>
          <a:xfrm>
            <a:off x="3977639" y="2982772"/>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61%</a:t>
            </a:r>
          </a:p>
        </p:txBody>
      </p:sp>
      <p:sp>
        <p:nvSpPr>
          <p:cNvPr id="66" name="TextBox 65"/>
          <p:cNvSpPr txBox="1"/>
          <p:nvPr/>
        </p:nvSpPr>
        <p:spPr>
          <a:xfrm>
            <a:off x="438912" y="311718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18</a:t>
            </a:r>
          </a:p>
        </p:txBody>
      </p:sp>
      <p:sp>
        <p:nvSpPr>
          <p:cNvPr id="67" name="Rectangle 66"/>
          <p:cNvSpPr/>
          <p:nvPr/>
        </p:nvSpPr>
        <p:spPr>
          <a:xfrm>
            <a:off x="1572768" y="3140049"/>
            <a:ext cx="639169" cy="88696"/>
          </a:xfrm>
          <a:prstGeom prst="rect">
            <a:avLst/>
          </a:prstGeom>
          <a:solidFill>
            <a:srgbClr val="C0392B"/>
          </a:solidFill>
          <a:ln w="12700">
            <a:solidFill>
              <a:srgbClr val="C0392B"/>
            </a:solidFill>
          </a:ln>
        </p:spPr>
        <p:txBody>
          <a:bodyPr rtlCol="0" anchor="ctr"/>
          <a:lstStyle/>
          <a:p>
            <a:pPr algn="ctr"/>
            <a:endParaRPr/>
          </a:p>
        </p:txBody>
      </p:sp>
      <p:sp>
        <p:nvSpPr>
          <p:cNvPr id="68" name="TextBox 67"/>
          <p:cNvSpPr txBox="1"/>
          <p:nvPr/>
        </p:nvSpPr>
        <p:spPr>
          <a:xfrm>
            <a:off x="2239369" y="3117189"/>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+44%</a:t>
            </a:r>
          </a:p>
        </p:txBody>
      </p:sp>
      <p:sp>
        <p:nvSpPr>
          <p:cNvPr id="69" name="TextBox 68"/>
          <p:cNvSpPr txBox="1"/>
          <p:nvPr/>
        </p:nvSpPr>
        <p:spPr>
          <a:xfrm>
            <a:off x="2953512" y="311718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446 → 643</a:t>
            </a:r>
          </a:p>
        </p:txBody>
      </p:sp>
      <p:sp>
        <p:nvSpPr>
          <p:cNvPr id="70" name="TextBox 69"/>
          <p:cNvSpPr txBox="1"/>
          <p:nvPr/>
        </p:nvSpPr>
        <p:spPr>
          <a:xfrm>
            <a:off x="3977639" y="3117189"/>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62%</a:t>
            </a:r>
          </a:p>
        </p:txBody>
      </p:sp>
      <p:sp>
        <p:nvSpPr>
          <p:cNvPr id="71" name="Rectangle 70"/>
          <p:cNvSpPr/>
          <p:nvPr/>
        </p:nvSpPr>
        <p:spPr>
          <a:xfrm>
            <a:off x="411480" y="3251606"/>
            <a:ext cx="4114800" cy="134416"/>
          </a:xfrm>
          <a:prstGeom prst="rect">
            <a:avLst/>
          </a:prstGeom>
          <a:solidFill>
            <a:srgbClr val="FFFFFF"/>
          </a:solidFill>
          <a:ln>
            <a:noFill/>
          </a:ln>
        </p:spPr>
        <p:txBody>
          <a:bodyPr rtlCol="0" anchor="ctr"/>
          <a:lstStyle/>
          <a:p>
            <a:pPr algn="ctr"/>
            <a:endParaRPr/>
          </a:p>
        </p:txBody>
      </p:sp>
      <p:sp>
        <p:nvSpPr>
          <p:cNvPr id="72" name="TextBox 71"/>
          <p:cNvSpPr txBox="1"/>
          <p:nvPr/>
        </p:nvSpPr>
        <p:spPr>
          <a:xfrm>
            <a:off x="438912" y="325160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15p</a:t>
            </a:r>
          </a:p>
        </p:txBody>
      </p:sp>
      <p:sp>
        <p:nvSpPr>
          <p:cNvPr id="73" name="Rectangle 72"/>
          <p:cNvSpPr/>
          <p:nvPr/>
        </p:nvSpPr>
        <p:spPr>
          <a:xfrm>
            <a:off x="1572768" y="3274466"/>
            <a:ext cx="591483" cy="88696"/>
          </a:xfrm>
          <a:prstGeom prst="rect">
            <a:avLst/>
          </a:prstGeom>
          <a:solidFill>
            <a:srgbClr val="C0392B"/>
          </a:solidFill>
          <a:ln w="12700">
            <a:solidFill>
              <a:srgbClr val="C0392B"/>
            </a:solidFill>
          </a:ln>
        </p:spPr>
        <p:txBody>
          <a:bodyPr rtlCol="0" anchor="ctr"/>
          <a:lstStyle/>
          <a:p>
            <a:pPr algn="ctr"/>
            <a:endParaRPr/>
          </a:p>
        </p:txBody>
      </p:sp>
      <p:sp>
        <p:nvSpPr>
          <p:cNvPr id="74" name="TextBox 73"/>
          <p:cNvSpPr txBox="1"/>
          <p:nvPr/>
        </p:nvSpPr>
        <p:spPr>
          <a:xfrm>
            <a:off x="2191683" y="3251606"/>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+41%</a:t>
            </a:r>
          </a:p>
        </p:txBody>
      </p:sp>
      <p:sp>
        <p:nvSpPr>
          <p:cNvPr id="75" name="TextBox 74"/>
          <p:cNvSpPr txBox="1"/>
          <p:nvPr/>
        </p:nvSpPr>
        <p:spPr>
          <a:xfrm>
            <a:off x="2953512" y="325160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319 → 450</a:t>
            </a:r>
          </a:p>
        </p:txBody>
      </p:sp>
      <p:sp>
        <p:nvSpPr>
          <p:cNvPr id="76" name="TextBox 75"/>
          <p:cNvSpPr txBox="1"/>
          <p:nvPr/>
        </p:nvSpPr>
        <p:spPr>
          <a:xfrm>
            <a:off x="3977639" y="325160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74%</a:t>
            </a:r>
          </a:p>
        </p:txBody>
      </p:sp>
      <p:sp>
        <p:nvSpPr>
          <p:cNvPr id="77" name="TextBox 76"/>
          <p:cNvSpPr txBox="1"/>
          <p:nvPr/>
        </p:nvSpPr>
        <p:spPr>
          <a:xfrm>
            <a:off x="438912" y="3386023"/>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30</a:t>
            </a:r>
          </a:p>
        </p:txBody>
      </p:sp>
      <p:sp>
        <p:nvSpPr>
          <p:cNvPr id="78" name="Rectangle 77"/>
          <p:cNvSpPr/>
          <p:nvPr/>
        </p:nvSpPr>
        <p:spPr>
          <a:xfrm>
            <a:off x="1572768" y="3408883"/>
            <a:ext cx="584524" cy="88696"/>
          </a:xfrm>
          <a:prstGeom prst="rect">
            <a:avLst/>
          </a:prstGeom>
          <a:solidFill>
            <a:srgbClr val="C0392B"/>
          </a:solidFill>
          <a:ln w="12700">
            <a:solidFill>
              <a:srgbClr val="C0392B"/>
            </a:solidFill>
          </a:ln>
        </p:spPr>
        <p:txBody>
          <a:bodyPr rtlCol="0" anchor="ctr"/>
          <a:lstStyle/>
          <a:p>
            <a:pPr algn="ctr"/>
            <a:endParaRPr/>
          </a:p>
        </p:txBody>
      </p:sp>
      <p:sp>
        <p:nvSpPr>
          <p:cNvPr id="79" name="TextBox 78"/>
          <p:cNvSpPr txBox="1"/>
          <p:nvPr/>
        </p:nvSpPr>
        <p:spPr>
          <a:xfrm>
            <a:off x="2184724" y="3386023"/>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+40%</a:t>
            </a:r>
          </a:p>
        </p:txBody>
      </p:sp>
      <p:sp>
        <p:nvSpPr>
          <p:cNvPr id="80" name="TextBox 79"/>
          <p:cNvSpPr txBox="1"/>
          <p:nvPr/>
        </p:nvSpPr>
        <p:spPr>
          <a:xfrm>
            <a:off x="2953512" y="3386023"/>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421 → 591</a:t>
            </a:r>
          </a:p>
        </p:txBody>
      </p:sp>
      <p:sp>
        <p:nvSpPr>
          <p:cNvPr id="81" name="TextBox 80"/>
          <p:cNvSpPr txBox="1"/>
          <p:nvPr/>
        </p:nvSpPr>
        <p:spPr>
          <a:xfrm>
            <a:off x="3977639" y="3386023"/>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69%</a:t>
            </a:r>
          </a:p>
        </p:txBody>
      </p:sp>
      <p:sp>
        <p:nvSpPr>
          <p:cNvPr id="82" name="Rectangle 81"/>
          <p:cNvSpPr/>
          <p:nvPr/>
        </p:nvSpPr>
        <p:spPr>
          <a:xfrm>
            <a:off x="411480" y="3520439"/>
            <a:ext cx="4114800" cy="134416"/>
          </a:xfrm>
          <a:prstGeom prst="rect">
            <a:avLst/>
          </a:prstGeom>
          <a:solidFill>
            <a:srgbClr val="FFFFFF"/>
          </a:solidFill>
          <a:ln>
            <a:noFill/>
          </a:ln>
        </p:spPr>
        <p:txBody>
          <a:bodyPr rtlCol="0" anchor="ctr"/>
          <a:lstStyle/>
          <a:p>
            <a:pPr algn="ctr"/>
            <a:endParaRPr/>
          </a:p>
        </p:txBody>
      </p:sp>
      <p:sp>
        <p:nvSpPr>
          <p:cNvPr id="83" name="TextBox 82"/>
          <p:cNvSpPr txBox="1"/>
          <p:nvPr/>
        </p:nvSpPr>
        <p:spPr>
          <a:xfrm>
            <a:off x="438912" y="352043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73</a:t>
            </a:r>
          </a:p>
        </p:txBody>
      </p:sp>
      <p:sp>
        <p:nvSpPr>
          <p:cNvPr id="84" name="Rectangle 83"/>
          <p:cNvSpPr/>
          <p:nvPr/>
        </p:nvSpPr>
        <p:spPr>
          <a:xfrm>
            <a:off x="1572768" y="3543299"/>
            <a:ext cx="546280" cy="88696"/>
          </a:xfrm>
          <a:prstGeom prst="rect">
            <a:avLst/>
          </a:prstGeom>
          <a:solidFill>
            <a:srgbClr val="C0392B"/>
          </a:solidFill>
          <a:ln w="12700">
            <a:solidFill>
              <a:srgbClr val="C0392B"/>
            </a:solidFill>
          </a:ln>
        </p:spPr>
        <p:txBody>
          <a:bodyPr rtlCol="0" anchor="ctr"/>
          <a:lstStyle/>
          <a:p>
            <a:pPr algn="ctr"/>
            <a:endParaRPr/>
          </a:p>
        </p:txBody>
      </p:sp>
      <p:sp>
        <p:nvSpPr>
          <p:cNvPr id="85" name="TextBox 84"/>
          <p:cNvSpPr txBox="1"/>
          <p:nvPr/>
        </p:nvSpPr>
        <p:spPr>
          <a:xfrm>
            <a:off x="2146480" y="3520439"/>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+38%</a:t>
            </a:r>
          </a:p>
        </p:txBody>
      </p:sp>
      <p:sp>
        <p:nvSpPr>
          <p:cNvPr id="86" name="TextBox 85"/>
          <p:cNvSpPr txBox="1"/>
          <p:nvPr/>
        </p:nvSpPr>
        <p:spPr>
          <a:xfrm>
            <a:off x="2953512" y="352043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384 → 530</a:t>
            </a:r>
          </a:p>
        </p:txBody>
      </p:sp>
      <p:sp>
        <p:nvSpPr>
          <p:cNvPr id="87" name="TextBox 86"/>
          <p:cNvSpPr txBox="1"/>
          <p:nvPr/>
        </p:nvSpPr>
        <p:spPr>
          <a:xfrm>
            <a:off x="3977639" y="3520439"/>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62%</a:t>
            </a:r>
          </a:p>
        </p:txBody>
      </p:sp>
      <p:sp>
        <p:nvSpPr>
          <p:cNvPr id="88" name="TextBox 87"/>
          <p:cNvSpPr txBox="1"/>
          <p:nvPr/>
        </p:nvSpPr>
        <p:spPr>
          <a:xfrm>
            <a:off x="438912" y="365485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a:t>
            </a:r>
          </a:p>
        </p:txBody>
      </p:sp>
      <p:sp>
        <p:nvSpPr>
          <p:cNvPr id="89" name="Rectangle 88"/>
          <p:cNvSpPr/>
          <p:nvPr/>
        </p:nvSpPr>
        <p:spPr>
          <a:xfrm>
            <a:off x="1572768" y="3677716"/>
            <a:ext cx="543724" cy="88696"/>
          </a:xfrm>
          <a:prstGeom prst="rect">
            <a:avLst/>
          </a:prstGeom>
          <a:solidFill>
            <a:srgbClr val="C0392B"/>
          </a:solidFill>
          <a:ln w="12700">
            <a:solidFill>
              <a:srgbClr val="C0392B"/>
            </a:solidFill>
          </a:ln>
        </p:spPr>
        <p:txBody>
          <a:bodyPr rtlCol="0" anchor="ctr"/>
          <a:lstStyle/>
          <a:p>
            <a:pPr algn="ctr"/>
            <a:endParaRPr/>
          </a:p>
        </p:txBody>
      </p:sp>
      <p:sp>
        <p:nvSpPr>
          <p:cNvPr id="90" name="TextBox 89"/>
          <p:cNvSpPr txBox="1"/>
          <p:nvPr/>
        </p:nvSpPr>
        <p:spPr>
          <a:xfrm>
            <a:off x="2143924" y="3654856"/>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+38%</a:t>
            </a:r>
          </a:p>
        </p:txBody>
      </p:sp>
      <p:sp>
        <p:nvSpPr>
          <p:cNvPr id="91" name="TextBox 90"/>
          <p:cNvSpPr txBox="1"/>
          <p:nvPr/>
        </p:nvSpPr>
        <p:spPr>
          <a:xfrm>
            <a:off x="2953512" y="365485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700 → 963</a:t>
            </a:r>
          </a:p>
        </p:txBody>
      </p:sp>
      <p:sp>
        <p:nvSpPr>
          <p:cNvPr id="92" name="TextBox 91"/>
          <p:cNvSpPr txBox="1"/>
          <p:nvPr/>
        </p:nvSpPr>
        <p:spPr>
          <a:xfrm>
            <a:off x="3977639" y="365485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75%</a:t>
            </a:r>
          </a:p>
        </p:txBody>
      </p:sp>
      <p:sp>
        <p:nvSpPr>
          <p:cNvPr id="93" name="Rectangle 92"/>
          <p:cNvSpPr/>
          <p:nvPr/>
        </p:nvSpPr>
        <p:spPr>
          <a:xfrm>
            <a:off x="411480" y="3789273"/>
            <a:ext cx="4114800" cy="134416"/>
          </a:xfrm>
          <a:prstGeom prst="rect">
            <a:avLst/>
          </a:prstGeom>
          <a:solidFill>
            <a:srgbClr val="FFFFFF"/>
          </a:solidFill>
          <a:ln>
            <a:noFill/>
          </a:ln>
        </p:spPr>
        <p:txBody>
          <a:bodyPr rtlCol="0" anchor="ctr"/>
          <a:lstStyle/>
          <a:p>
            <a:pPr algn="ctr"/>
            <a:endParaRPr/>
          </a:p>
        </p:txBody>
      </p:sp>
      <p:sp>
        <p:nvSpPr>
          <p:cNvPr id="94" name="TextBox 93"/>
          <p:cNvSpPr txBox="1"/>
          <p:nvPr/>
        </p:nvSpPr>
        <p:spPr>
          <a:xfrm>
            <a:off x="438912" y="3789273"/>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48</a:t>
            </a:r>
          </a:p>
        </p:txBody>
      </p:sp>
      <p:sp>
        <p:nvSpPr>
          <p:cNvPr id="95" name="Rectangle 94"/>
          <p:cNvSpPr/>
          <p:nvPr/>
        </p:nvSpPr>
        <p:spPr>
          <a:xfrm>
            <a:off x="1572768" y="3812133"/>
            <a:ext cx="505765" cy="88696"/>
          </a:xfrm>
          <a:prstGeom prst="rect">
            <a:avLst/>
          </a:prstGeom>
          <a:solidFill>
            <a:srgbClr val="C0392B"/>
          </a:solidFill>
          <a:ln w="12700">
            <a:solidFill>
              <a:srgbClr val="C0392B"/>
            </a:solidFill>
          </a:ln>
        </p:spPr>
        <p:txBody>
          <a:bodyPr rtlCol="0" anchor="ctr"/>
          <a:lstStyle/>
          <a:p>
            <a:pPr algn="ctr"/>
            <a:endParaRPr/>
          </a:p>
        </p:txBody>
      </p:sp>
      <p:sp>
        <p:nvSpPr>
          <p:cNvPr id="96" name="TextBox 95"/>
          <p:cNvSpPr txBox="1"/>
          <p:nvPr/>
        </p:nvSpPr>
        <p:spPr>
          <a:xfrm>
            <a:off x="2105965" y="3789273"/>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+35%</a:t>
            </a:r>
          </a:p>
        </p:txBody>
      </p:sp>
      <p:sp>
        <p:nvSpPr>
          <p:cNvPr id="97" name="TextBox 96"/>
          <p:cNvSpPr txBox="1"/>
          <p:nvPr/>
        </p:nvSpPr>
        <p:spPr>
          <a:xfrm>
            <a:off x="2953512" y="3789273"/>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340 → 459</a:t>
            </a:r>
          </a:p>
        </p:txBody>
      </p:sp>
      <p:sp>
        <p:nvSpPr>
          <p:cNvPr id="98" name="TextBox 97"/>
          <p:cNvSpPr txBox="1"/>
          <p:nvPr/>
        </p:nvSpPr>
        <p:spPr>
          <a:xfrm>
            <a:off x="3977639" y="3789273"/>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65%</a:t>
            </a:r>
          </a:p>
        </p:txBody>
      </p:sp>
      <p:sp>
        <p:nvSpPr>
          <p:cNvPr id="99" name="TextBox 98"/>
          <p:cNvSpPr txBox="1"/>
          <p:nvPr/>
        </p:nvSpPr>
        <p:spPr>
          <a:xfrm>
            <a:off x="438912" y="3923690"/>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70</a:t>
            </a:r>
          </a:p>
        </p:txBody>
      </p:sp>
      <p:sp>
        <p:nvSpPr>
          <p:cNvPr id="100" name="Rectangle 99"/>
          <p:cNvSpPr/>
          <p:nvPr/>
        </p:nvSpPr>
        <p:spPr>
          <a:xfrm>
            <a:off x="1572768" y="3946550"/>
            <a:ext cx="486373" cy="88696"/>
          </a:xfrm>
          <a:prstGeom prst="rect">
            <a:avLst/>
          </a:prstGeom>
          <a:solidFill>
            <a:srgbClr val="C0392B"/>
          </a:solidFill>
          <a:ln w="12700">
            <a:solidFill>
              <a:srgbClr val="C0392B"/>
            </a:solidFill>
          </a:ln>
        </p:spPr>
        <p:txBody>
          <a:bodyPr rtlCol="0" anchor="ctr"/>
          <a:lstStyle/>
          <a:p>
            <a:pPr algn="ctr"/>
            <a:endParaRPr/>
          </a:p>
        </p:txBody>
      </p:sp>
      <p:sp>
        <p:nvSpPr>
          <p:cNvPr id="101" name="TextBox 100"/>
          <p:cNvSpPr txBox="1"/>
          <p:nvPr/>
        </p:nvSpPr>
        <p:spPr>
          <a:xfrm>
            <a:off x="2086573" y="3923690"/>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+34%</a:t>
            </a:r>
          </a:p>
        </p:txBody>
      </p:sp>
      <p:sp>
        <p:nvSpPr>
          <p:cNvPr id="102" name="TextBox 101"/>
          <p:cNvSpPr txBox="1"/>
          <p:nvPr/>
        </p:nvSpPr>
        <p:spPr>
          <a:xfrm>
            <a:off x="2953512" y="3923690"/>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535 → 715</a:t>
            </a:r>
          </a:p>
        </p:txBody>
      </p:sp>
      <p:sp>
        <p:nvSpPr>
          <p:cNvPr id="103" name="TextBox 102"/>
          <p:cNvSpPr txBox="1"/>
          <p:nvPr/>
        </p:nvSpPr>
        <p:spPr>
          <a:xfrm>
            <a:off x="3977639" y="3923690"/>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62%</a:t>
            </a:r>
          </a:p>
        </p:txBody>
      </p:sp>
      <p:sp>
        <p:nvSpPr>
          <p:cNvPr id="104" name="Rectangle 103"/>
          <p:cNvSpPr/>
          <p:nvPr/>
        </p:nvSpPr>
        <p:spPr>
          <a:xfrm>
            <a:off x="411480" y="4058107"/>
            <a:ext cx="4114800" cy="134416"/>
          </a:xfrm>
          <a:prstGeom prst="rect">
            <a:avLst/>
          </a:prstGeom>
          <a:solidFill>
            <a:srgbClr val="FFFFFF"/>
          </a:solidFill>
          <a:ln>
            <a:noFill/>
          </a:ln>
        </p:spPr>
        <p:txBody>
          <a:bodyPr rtlCol="0" anchor="ctr"/>
          <a:lstStyle/>
          <a:p>
            <a:pPr algn="ctr"/>
            <a:endParaRPr/>
          </a:p>
        </p:txBody>
      </p:sp>
      <p:sp>
        <p:nvSpPr>
          <p:cNvPr id="105" name="TextBox 104"/>
          <p:cNvSpPr txBox="1"/>
          <p:nvPr/>
        </p:nvSpPr>
        <p:spPr>
          <a:xfrm>
            <a:off x="438912" y="4058107"/>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74</a:t>
            </a:r>
          </a:p>
        </p:txBody>
      </p:sp>
      <p:sp>
        <p:nvSpPr>
          <p:cNvPr id="106" name="Rectangle 105"/>
          <p:cNvSpPr/>
          <p:nvPr/>
        </p:nvSpPr>
        <p:spPr>
          <a:xfrm>
            <a:off x="1572768" y="4080967"/>
            <a:ext cx="472976" cy="88696"/>
          </a:xfrm>
          <a:prstGeom prst="rect">
            <a:avLst/>
          </a:prstGeom>
          <a:solidFill>
            <a:srgbClr val="C0392B"/>
          </a:solidFill>
          <a:ln w="12700">
            <a:solidFill>
              <a:srgbClr val="C0392B"/>
            </a:solidFill>
          </a:ln>
        </p:spPr>
        <p:txBody>
          <a:bodyPr rtlCol="0" anchor="ctr"/>
          <a:lstStyle/>
          <a:p>
            <a:pPr algn="ctr"/>
            <a:endParaRPr/>
          </a:p>
        </p:txBody>
      </p:sp>
      <p:sp>
        <p:nvSpPr>
          <p:cNvPr id="107" name="TextBox 106"/>
          <p:cNvSpPr txBox="1"/>
          <p:nvPr/>
        </p:nvSpPr>
        <p:spPr>
          <a:xfrm>
            <a:off x="2073176" y="4058107"/>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+33%</a:t>
            </a:r>
          </a:p>
        </p:txBody>
      </p:sp>
      <p:sp>
        <p:nvSpPr>
          <p:cNvPr id="108" name="TextBox 107"/>
          <p:cNvSpPr txBox="1"/>
          <p:nvPr/>
        </p:nvSpPr>
        <p:spPr>
          <a:xfrm>
            <a:off x="2953512" y="4058107"/>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570 → 757</a:t>
            </a:r>
          </a:p>
        </p:txBody>
      </p:sp>
      <p:sp>
        <p:nvSpPr>
          <p:cNvPr id="109" name="TextBox 108"/>
          <p:cNvSpPr txBox="1"/>
          <p:nvPr/>
        </p:nvSpPr>
        <p:spPr>
          <a:xfrm>
            <a:off x="3977639" y="4058107"/>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53%</a:t>
            </a:r>
          </a:p>
        </p:txBody>
      </p:sp>
      <p:sp>
        <p:nvSpPr>
          <p:cNvPr id="110" name="TextBox 109"/>
          <p:cNvSpPr txBox="1"/>
          <p:nvPr/>
        </p:nvSpPr>
        <p:spPr>
          <a:xfrm>
            <a:off x="438912" y="4192524"/>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93p</a:t>
            </a:r>
          </a:p>
        </p:txBody>
      </p:sp>
      <p:sp>
        <p:nvSpPr>
          <p:cNvPr id="111" name="Rectangle 110"/>
          <p:cNvSpPr/>
          <p:nvPr/>
        </p:nvSpPr>
        <p:spPr>
          <a:xfrm>
            <a:off x="1572768" y="4215384"/>
            <a:ext cx="425349" cy="88696"/>
          </a:xfrm>
          <a:prstGeom prst="rect">
            <a:avLst/>
          </a:prstGeom>
          <a:solidFill>
            <a:srgbClr val="CA6F1E"/>
          </a:solidFill>
          <a:ln w="12700">
            <a:solidFill>
              <a:srgbClr val="CA6F1E"/>
            </a:solidFill>
          </a:ln>
        </p:spPr>
        <p:txBody>
          <a:bodyPr rtlCol="0" anchor="ctr"/>
          <a:lstStyle/>
          <a:p>
            <a:pPr algn="ctr"/>
            <a:endParaRPr/>
          </a:p>
        </p:txBody>
      </p:sp>
      <p:sp>
        <p:nvSpPr>
          <p:cNvPr id="112" name="TextBox 111"/>
          <p:cNvSpPr txBox="1"/>
          <p:nvPr/>
        </p:nvSpPr>
        <p:spPr>
          <a:xfrm>
            <a:off x="2025549" y="4192524"/>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+29%</a:t>
            </a:r>
          </a:p>
        </p:txBody>
      </p:sp>
      <p:sp>
        <p:nvSpPr>
          <p:cNvPr id="113" name="TextBox 112"/>
          <p:cNvSpPr txBox="1"/>
          <p:nvPr/>
        </p:nvSpPr>
        <p:spPr>
          <a:xfrm>
            <a:off x="2953512" y="4192524"/>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585 → 757</a:t>
            </a:r>
          </a:p>
        </p:txBody>
      </p:sp>
      <p:sp>
        <p:nvSpPr>
          <p:cNvPr id="114" name="TextBox 113"/>
          <p:cNvSpPr txBox="1"/>
          <p:nvPr/>
        </p:nvSpPr>
        <p:spPr>
          <a:xfrm>
            <a:off x="3977639" y="4192524"/>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67%</a:t>
            </a:r>
          </a:p>
        </p:txBody>
      </p:sp>
      <p:sp>
        <p:nvSpPr>
          <p:cNvPr id="115" name="Rectangle 114"/>
          <p:cNvSpPr/>
          <p:nvPr/>
        </p:nvSpPr>
        <p:spPr>
          <a:xfrm>
            <a:off x="411480" y="4326940"/>
            <a:ext cx="4114800" cy="134416"/>
          </a:xfrm>
          <a:prstGeom prst="rect">
            <a:avLst/>
          </a:prstGeom>
          <a:solidFill>
            <a:srgbClr val="FFFFFF"/>
          </a:solidFill>
          <a:ln>
            <a:noFill/>
          </a:ln>
        </p:spPr>
        <p:txBody>
          <a:bodyPr rtlCol="0" anchor="ctr"/>
          <a:lstStyle/>
          <a:p>
            <a:pPr algn="ctr"/>
            <a:endParaRPr/>
          </a:p>
        </p:txBody>
      </p:sp>
      <p:sp>
        <p:nvSpPr>
          <p:cNvPr id="116" name="TextBox 115"/>
          <p:cNvSpPr txBox="1"/>
          <p:nvPr/>
        </p:nvSpPr>
        <p:spPr>
          <a:xfrm>
            <a:off x="438912" y="4326940"/>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102p</a:t>
            </a:r>
          </a:p>
        </p:txBody>
      </p:sp>
      <p:sp>
        <p:nvSpPr>
          <p:cNvPr id="117" name="Rectangle 116"/>
          <p:cNvSpPr/>
          <p:nvPr/>
        </p:nvSpPr>
        <p:spPr>
          <a:xfrm>
            <a:off x="1572768" y="4349800"/>
            <a:ext cx="407775" cy="88696"/>
          </a:xfrm>
          <a:prstGeom prst="rect">
            <a:avLst/>
          </a:prstGeom>
          <a:solidFill>
            <a:srgbClr val="CA6F1E"/>
          </a:solidFill>
          <a:ln w="12700">
            <a:solidFill>
              <a:srgbClr val="CA6F1E"/>
            </a:solidFill>
          </a:ln>
        </p:spPr>
        <p:txBody>
          <a:bodyPr rtlCol="0" anchor="ctr"/>
          <a:lstStyle/>
          <a:p>
            <a:pPr algn="ctr"/>
            <a:endParaRPr/>
          </a:p>
        </p:txBody>
      </p:sp>
      <p:sp>
        <p:nvSpPr>
          <p:cNvPr id="118" name="TextBox 117"/>
          <p:cNvSpPr txBox="1"/>
          <p:nvPr/>
        </p:nvSpPr>
        <p:spPr>
          <a:xfrm>
            <a:off x="2007975" y="4326940"/>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+28%</a:t>
            </a:r>
          </a:p>
        </p:txBody>
      </p:sp>
      <p:sp>
        <p:nvSpPr>
          <p:cNvPr id="119" name="TextBox 118"/>
          <p:cNvSpPr txBox="1"/>
          <p:nvPr/>
        </p:nvSpPr>
        <p:spPr>
          <a:xfrm>
            <a:off x="2953512" y="4326940"/>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362 → 464</a:t>
            </a:r>
          </a:p>
        </p:txBody>
      </p:sp>
      <p:sp>
        <p:nvSpPr>
          <p:cNvPr id="120" name="TextBox 119"/>
          <p:cNvSpPr txBox="1"/>
          <p:nvPr/>
        </p:nvSpPr>
        <p:spPr>
          <a:xfrm>
            <a:off x="3977639" y="4326940"/>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63%</a:t>
            </a:r>
          </a:p>
        </p:txBody>
      </p:sp>
      <p:sp>
        <p:nvSpPr>
          <p:cNvPr id="121" name="TextBox 120"/>
          <p:cNvSpPr txBox="1"/>
          <p:nvPr/>
        </p:nvSpPr>
        <p:spPr>
          <a:xfrm>
            <a:off x="438912" y="4461357"/>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42</a:t>
            </a:r>
          </a:p>
        </p:txBody>
      </p:sp>
      <p:sp>
        <p:nvSpPr>
          <p:cNvPr id="122" name="Rectangle 121"/>
          <p:cNvSpPr/>
          <p:nvPr/>
        </p:nvSpPr>
        <p:spPr>
          <a:xfrm>
            <a:off x="1572768" y="4484217"/>
            <a:ext cx="369737" cy="88696"/>
          </a:xfrm>
          <a:prstGeom prst="rect">
            <a:avLst/>
          </a:prstGeom>
          <a:solidFill>
            <a:srgbClr val="CA6F1E"/>
          </a:solidFill>
          <a:ln w="12700">
            <a:solidFill>
              <a:srgbClr val="CA6F1E"/>
            </a:solidFill>
          </a:ln>
        </p:spPr>
        <p:txBody>
          <a:bodyPr rtlCol="0" anchor="ctr"/>
          <a:lstStyle/>
          <a:p>
            <a:pPr algn="ctr"/>
            <a:endParaRPr/>
          </a:p>
        </p:txBody>
      </p:sp>
      <p:sp>
        <p:nvSpPr>
          <p:cNvPr id="123" name="TextBox 122"/>
          <p:cNvSpPr txBox="1"/>
          <p:nvPr/>
        </p:nvSpPr>
        <p:spPr>
          <a:xfrm>
            <a:off x="1969937" y="4461357"/>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+26%</a:t>
            </a:r>
          </a:p>
        </p:txBody>
      </p:sp>
      <p:sp>
        <p:nvSpPr>
          <p:cNvPr id="124" name="TextBox 123"/>
          <p:cNvSpPr txBox="1"/>
          <p:nvPr/>
        </p:nvSpPr>
        <p:spPr>
          <a:xfrm>
            <a:off x="2953512" y="4461357"/>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388 → 487</a:t>
            </a:r>
          </a:p>
        </p:txBody>
      </p:sp>
      <p:sp>
        <p:nvSpPr>
          <p:cNvPr id="125" name="TextBox 124"/>
          <p:cNvSpPr txBox="1"/>
          <p:nvPr/>
        </p:nvSpPr>
        <p:spPr>
          <a:xfrm>
            <a:off x="3977639" y="4461357"/>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68%</a:t>
            </a:r>
          </a:p>
        </p:txBody>
      </p:sp>
      <p:sp>
        <p:nvSpPr>
          <p:cNvPr id="126" name="Rectangle 125"/>
          <p:cNvSpPr/>
          <p:nvPr/>
        </p:nvSpPr>
        <p:spPr>
          <a:xfrm>
            <a:off x="411480" y="4595774"/>
            <a:ext cx="4114800" cy="134416"/>
          </a:xfrm>
          <a:prstGeom prst="rect">
            <a:avLst/>
          </a:prstGeom>
          <a:solidFill>
            <a:srgbClr val="FFFFFF"/>
          </a:solidFill>
          <a:ln>
            <a:noFill/>
          </a:ln>
        </p:spPr>
        <p:txBody>
          <a:bodyPr rtlCol="0" anchor="ctr"/>
          <a:lstStyle/>
          <a:p>
            <a:pPr algn="ctr"/>
            <a:endParaRPr/>
          </a:p>
        </p:txBody>
      </p:sp>
      <p:sp>
        <p:nvSpPr>
          <p:cNvPr id="127" name="TextBox 126"/>
          <p:cNvSpPr txBox="1"/>
          <p:nvPr/>
        </p:nvSpPr>
        <p:spPr>
          <a:xfrm>
            <a:off x="438912" y="4595774"/>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57</a:t>
            </a:r>
          </a:p>
        </p:txBody>
      </p:sp>
      <p:sp>
        <p:nvSpPr>
          <p:cNvPr id="128" name="Rectangle 127"/>
          <p:cNvSpPr/>
          <p:nvPr/>
        </p:nvSpPr>
        <p:spPr>
          <a:xfrm>
            <a:off x="1572768" y="4618634"/>
            <a:ext cx="366932" cy="88696"/>
          </a:xfrm>
          <a:prstGeom prst="rect">
            <a:avLst/>
          </a:prstGeom>
          <a:solidFill>
            <a:srgbClr val="CA6F1E"/>
          </a:solidFill>
          <a:ln w="12700">
            <a:solidFill>
              <a:srgbClr val="CA6F1E"/>
            </a:solidFill>
          </a:ln>
        </p:spPr>
        <p:txBody>
          <a:bodyPr rtlCol="0" anchor="ctr"/>
          <a:lstStyle/>
          <a:p>
            <a:pPr algn="ctr"/>
            <a:endParaRPr/>
          </a:p>
        </p:txBody>
      </p:sp>
      <p:sp>
        <p:nvSpPr>
          <p:cNvPr id="129" name="TextBox 128"/>
          <p:cNvSpPr txBox="1"/>
          <p:nvPr/>
        </p:nvSpPr>
        <p:spPr>
          <a:xfrm>
            <a:off x="1967132" y="4595774"/>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+25%</a:t>
            </a:r>
          </a:p>
        </p:txBody>
      </p:sp>
      <p:sp>
        <p:nvSpPr>
          <p:cNvPr id="130" name="TextBox 129"/>
          <p:cNvSpPr txBox="1"/>
          <p:nvPr/>
        </p:nvSpPr>
        <p:spPr>
          <a:xfrm>
            <a:off x="2953512" y="4595774"/>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420 → 527</a:t>
            </a:r>
          </a:p>
        </p:txBody>
      </p:sp>
      <p:sp>
        <p:nvSpPr>
          <p:cNvPr id="131" name="TextBox 130"/>
          <p:cNvSpPr txBox="1"/>
          <p:nvPr/>
        </p:nvSpPr>
        <p:spPr>
          <a:xfrm>
            <a:off x="3977639" y="4595774"/>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75%</a:t>
            </a:r>
          </a:p>
        </p:txBody>
      </p:sp>
      <p:sp>
        <p:nvSpPr>
          <p:cNvPr id="132" name="Rectangle 131"/>
          <p:cNvSpPr/>
          <p:nvPr/>
        </p:nvSpPr>
        <p:spPr>
          <a:xfrm>
            <a:off x="1572768" y="2176272"/>
            <a:ext cx="10972" cy="2553919"/>
          </a:xfrm>
          <a:prstGeom prst="rect">
            <a:avLst/>
          </a:prstGeom>
          <a:solidFill>
            <a:srgbClr val="A0A8B3"/>
          </a:solidFill>
          <a:ln w="12700">
            <a:solidFill>
              <a:srgbClr val="A0A8B3"/>
            </a:solidFill>
          </a:ln>
        </p:spPr>
        <p:txBody>
          <a:bodyPr rtlCol="0" anchor="ctr"/>
          <a:lstStyle/>
          <a:p>
            <a:pPr algn="ctr"/>
            <a:endParaRPr/>
          </a:p>
        </p:txBody>
      </p:sp>
      <p:sp>
        <p:nvSpPr>
          <p:cNvPr id="133" name="TextBox 132"/>
          <p:cNvSpPr txBox="1"/>
          <p:nvPr/>
        </p:nvSpPr>
        <p:spPr>
          <a:xfrm>
            <a:off x="4636008" y="1920240"/>
            <a:ext cx="64008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Casa</a:t>
            </a:r>
          </a:p>
        </p:txBody>
      </p:sp>
      <p:sp>
        <p:nvSpPr>
          <p:cNvPr id="134" name="TextBox 133"/>
          <p:cNvSpPr txBox="1"/>
          <p:nvPr/>
        </p:nvSpPr>
        <p:spPr>
          <a:xfrm>
            <a:off x="5276088" y="1920240"/>
            <a:ext cx="201168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Desvío vs diseño mensual</a:t>
            </a:r>
          </a:p>
        </p:txBody>
      </p:sp>
      <p:sp>
        <p:nvSpPr>
          <p:cNvPr id="135" name="TextBox 134"/>
          <p:cNvSpPr txBox="1"/>
          <p:nvPr/>
        </p:nvSpPr>
        <p:spPr>
          <a:xfrm>
            <a:off x="7178040" y="1920240"/>
            <a:ext cx="100584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Diseño → real kWh</a:t>
            </a:r>
          </a:p>
        </p:txBody>
      </p:sp>
      <p:sp>
        <p:nvSpPr>
          <p:cNvPr id="136" name="TextBox 135"/>
          <p:cNvSpPr txBox="1"/>
          <p:nvPr/>
        </p:nvSpPr>
        <p:spPr>
          <a:xfrm>
            <a:off x="8202168" y="1920240"/>
            <a:ext cx="54864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Cobertura</a:t>
            </a:r>
          </a:p>
        </p:txBody>
      </p:sp>
      <p:sp>
        <p:nvSpPr>
          <p:cNvPr id="137" name="Rectangle 136"/>
          <p:cNvSpPr/>
          <p:nvPr/>
        </p:nvSpPr>
        <p:spPr>
          <a:xfrm>
            <a:off x="4636008" y="2176272"/>
            <a:ext cx="4114800" cy="134416"/>
          </a:xfrm>
          <a:prstGeom prst="rect">
            <a:avLst/>
          </a:prstGeom>
          <a:solidFill>
            <a:srgbClr val="FFFFFF"/>
          </a:solidFill>
          <a:ln>
            <a:noFill/>
          </a:ln>
        </p:spPr>
        <p:txBody>
          <a:bodyPr rtlCol="0" anchor="ctr"/>
          <a:lstStyle/>
          <a:p>
            <a:pPr algn="ctr"/>
            <a:endParaRPr/>
          </a:p>
        </p:txBody>
      </p:sp>
      <p:sp>
        <p:nvSpPr>
          <p:cNvPr id="138" name="TextBox 137"/>
          <p:cNvSpPr txBox="1"/>
          <p:nvPr/>
        </p:nvSpPr>
        <p:spPr>
          <a:xfrm>
            <a:off x="4663440" y="217627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18Ap</a:t>
            </a:r>
          </a:p>
        </p:txBody>
      </p:sp>
      <p:sp>
        <p:nvSpPr>
          <p:cNvPr id="139" name="Rectangle 138"/>
          <p:cNvSpPr/>
          <p:nvPr/>
        </p:nvSpPr>
        <p:spPr>
          <a:xfrm>
            <a:off x="5797296" y="2199132"/>
            <a:ext cx="314878" cy="88696"/>
          </a:xfrm>
          <a:prstGeom prst="rect">
            <a:avLst/>
          </a:prstGeom>
          <a:solidFill>
            <a:srgbClr val="CA6F1E"/>
          </a:solidFill>
          <a:ln w="12700">
            <a:solidFill>
              <a:srgbClr val="CA6F1E"/>
            </a:solidFill>
          </a:ln>
        </p:spPr>
        <p:txBody>
          <a:bodyPr rtlCol="0" anchor="ctr"/>
          <a:lstStyle/>
          <a:p>
            <a:pPr algn="ctr"/>
            <a:endParaRPr/>
          </a:p>
        </p:txBody>
      </p:sp>
      <p:sp>
        <p:nvSpPr>
          <p:cNvPr id="140" name="TextBox 139"/>
          <p:cNvSpPr txBox="1"/>
          <p:nvPr/>
        </p:nvSpPr>
        <p:spPr>
          <a:xfrm>
            <a:off x="6139606" y="2176272"/>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+22%</a:t>
            </a:r>
          </a:p>
        </p:txBody>
      </p:sp>
      <p:sp>
        <p:nvSpPr>
          <p:cNvPr id="141" name="TextBox 140"/>
          <p:cNvSpPr txBox="1"/>
          <p:nvPr/>
        </p:nvSpPr>
        <p:spPr>
          <a:xfrm>
            <a:off x="7178040" y="217627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484 → 589</a:t>
            </a:r>
          </a:p>
        </p:txBody>
      </p:sp>
      <p:sp>
        <p:nvSpPr>
          <p:cNvPr id="142" name="TextBox 141"/>
          <p:cNvSpPr txBox="1"/>
          <p:nvPr/>
        </p:nvSpPr>
        <p:spPr>
          <a:xfrm>
            <a:off x="8202168" y="2176272"/>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62%</a:t>
            </a:r>
          </a:p>
        </p:txBody>
      </p:sp>
      <p:sp>
        <p:nvSpPr>
          <p:cNvPr id="143" name="TextBox 142"/>
          <p:cNvSpPr txBox="1"/>
          <p:nvPr/>
        </p:nvSpPr>
        <p:spPr>
          <a:xfrm>
            <a:off x="4663440" y="2310688"/>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23p</a:t>
            </a:r>
          </a:p>
        </p:txBody>
      </p:sp>
      <p:sp>
        <p:nvSpPr>
          <p:cNvPr id="144" name="Rectangle 143"/>
          <p:cNvSpPr/>
          <p:nvPr/>
        </p:nvSpPr>
        <p:spPr>
          <a:xfrm>
            <a:off x="5797296" y="2333548"/>
            <a:ext cx="275899" cy="88696"/>
          </a:xfrm>
          <a:prstGeom prst="rect">
            <a:avLst/>
          </a:prstGeom>
          <a:solidFill>
            <a:srgbClr val="CA6F1E"/>
          </a:solidFill>
          <a:ln w="12700">
            <a:solidFill>
              <a:srgbClr val="CA6F1E"/>
            </a:solidFill>
          </a:ln>
        </p:spPr>
        <p:txBody>
          <a:bodyPr rtlCol="0" anchor="ctr"/>
          <a:lstStyle/>
          <a:p>
            <a:pPr algn="ctr"/>
            <a:endParaRPr/>
          </a:p>
        </p:txBody>
      </p:sp>
      <p:sp>
        <p:nvSpPr>
          <p:cNvPr id="145" name="TextBox 144"/>
          <p:cNvSpPr txBox="1"/>
          <p:nvPr/>
        </p:nvSpPr>
        <p:spPr>
          <a:xfrm>
            <a:off x="6100627" y="2310688"/>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+19%</a:t>
            </a:r>
          </a:p>
        </p:txBody>
      </p:sp>
      <p:sp>
        <p:nvSpPr>
          <p:cNvPr id="146" name="TextBox 145"/>
          <p:cNvSpPr txBox="1"/>
          <p:nvPr/>
        </p:nvSpPr>
        <p:spPr>
          <a:xfrm>
            <a:off x="7178040" y="2310688"/>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359 → 428</a:t>
            </a:r>
          </a:p>
        </p:txBody>
      </p:sp>
      <p:sp>
        <p:nvSpPr>
          <p:cNvPr id="147" name="TextBox 146"/>
          <p:cNvSpPr txBox="1"/>
          <p:nvPr/>
        </p:nvSpPr>
        <p:spPr>
          <a:xfrm>
            <a:off x="8202168" y="2310688"/>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71%</a:t>
            </a:r>
          </a:p>
        </p:txBody>
      </p:sp>
      <p:sp>
        <p:nvSpPr>
          <p:cNvPr id="148" name="Rectangle 147"/>
          <p:cNvSpPr/>
          <p:nvPr/>
        </p:nvSpPr>
        <p:spPr>
          <a:xfrm>
            <a:off x="4636008" y="2445105"/>
            <a:ext cx="4114800" cy="134416"/>
          </a:xfrm>
          <a:prstGeom prst="rect">
            <a:avLst/>
          </a:prstGeom>
          <a:solidFill>
            <a:srgbClr val="FFFFFF"/>
          </a:solidFill>
          <a:ln>
            <a:noFill/>
          </a:ln>
        </p:spPr>
        <p:txBody>
          <a:bodyPr rtlCol="0" anchor="ctr"/>
          <a:lstStyle/>
          <a:p>
            <a:pPr algn="ctr"/>
            <a:endParaRPr/>
          </a:p>
        </p:txBody>
      </p:sp>
      <p:sp>
        <p:nvSpPr>
          <p:cNvPr id="149" name="TextBox 148"/>
          <p:cNvSpPr txBox="1"/>
          <p:nvPr/>
        </p:nvSpPr>
        <p:spPr>
          <a:xfrm>
            <a:off x="4663440" y="2445105"/>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a:t>
            </a:r>
          </a:p>
        </p:txBody>
      </p:sp>
      <p:sp>
        <p:nvSpPr>
          <p:cNvPr id="150" name="Rectangle 149"/>
          <p:cNvSpPr/>
          <p:nvPr/>
        </p:nvSpPr>
        <p:spPr>
          <a:xfrm>
            <a:off x="5797296" y="2467965"/>
            <a:ext cx="262942" cy="88696"/>
          </a:xfrm>
          <a:prstGeom prst="rect">
            <a:avLst/>
          </a:prstGeom>
          <a:solidFill>
            <a:srgbClr val="CA6F1E"/>
          </a:solidFill>
          <a:ln w="12700">
            <a:solidFill>
              <a:srgbClr val="CA6F1E"/>
            </a:solidFill>
          </a:ln>
        </p:spPr>
        <p:txBody>
          <a:bodyPr rtlCol="0" anchor="ctr"/>
          <a:lstStyle/>
          <a:p>
            <a:pPr algn="ctr"/>
            <a:endParaRPr/>
          </a:p>
        </p:txBody>
      </p:sp>
      <p:sp>
        <p:nvSpPr>
          <p:cNvPr id="151" name="TextBox 150"/>
          <p:cNvSpPr txBox="1"/>
          <p:nvPr/>
        </p:nvSpPr>
        <p:spPr>
          <a:xfrm>
            <a:off x="6087670" y="2445105"/>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+18%</a:t>
            </a:r>
          </a:p>
        </p:txBody>
      </p:sp>
      <p:sp>
        <p:nvSpPr>
          <p:cNvPr id="152" name="TextBox 151"/>
          <p:cNvSpPr txBox="1"/>
          <p:nvPr/>
        </p:nvSpPr>
        <p:spPr>
          <a:xfrm>
            <a:off x="7178040" y="2445105"/>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720 → 851</a:t>
            </a:r>
          </a:p>
        </p:txBody>
      </p:sp>
      <p:sp>
        <p:nvSpPr>
          <p:cNvPr id="153" name="TextBox 152"/>
          <p:cNvSpPr txBox="1"/>
          <p:nvPr/>
        </p:nvSpPr>
        <p:spPr>
          <a:xfrm>
            <a:off x="8202168" y="2445105"/>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67%</a:t>
            </a:r>
          </a:p>
        </p:txBody>
      </p:sp>
      <p:sp>
        <p:nvSpPr>
          <p:cNvPr id="154" name="TextBox 153"/>
          <p:cNvSpPr txBox="1"/>
          <p:nvPr/>
        </p:nvSpPr>
        <p:spPr>
          <a:xfrm>
            <a:off x="4663440" y="257952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11</a:t>
            </a:r>
          </a:p>
        </p:txBody>
      </p:sp>
      <p:sp>
        <p:nvSpPr>
          <p:cNvPr id="155" name="Rectangle 154"/>
          <p:cNvSpPr/>
          <p:nvPr/>
        </p:nvSpPr>
        <p:spPr>
          <a:xfrm>
            <a:off x="5797296" y="2602382"/>
            <a:ext cx="141007" cy="88696"/>
          </a:xfrm>
          <a:prstGeom prst="rect">
            <a:avLst/>
          </a:prstGeom>
          <a:solidFill>
            <a:srgbClr val="1E8449"/>
          </a:solidFill>
          <a:ln w="12700">
            <a:solidFill>
              <a:srgbClr val="1E8449"/>
            </a:solidFill>
          </a:ln>
        </p:spPr>
        <p:txBody>
          <a:bodyPr rtlCol="0" anchor="ctr"/>
          <a:lstStyle/>
          <a:p>
            <a:pPr algn="ctr"/>
            <a:endParaRPr/>
          </a:p>
        </p:txBody>
      </p:sp>
      <p:sp>
        <p:nvSpPr>
          <p:cNvPr id="156" name="TextBox 155"/>
          <p:cNvSpPr txBox="1"/>
          <p:nvPr/>
        </p:nvSpPr>
        <p:spPr>
          <a:xfrm>
            <a:off x="5965735" y="2579522"/>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+10%</a:t>
            </a:r>
          </a:p>
        </p:txBody>
      </p:sp>
      <p:sp>
        <p:nvSpPr>
          <p:cNvPr id="157" name="TextBox 156"/>
          <p:cNvSpPr txBox="1"/>
          <p:nvPr/>
        </p:nvSpPr>
        <p:spPr>
          <a:xfrm>
            <a:off x="7178040" y="257952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442 → 486</a:t>
            </a:r>
          </a:p>
        </p:txBody>
      </p:sp>
      <p:sp>
        <p:nvSpPr>
          <p:cNvPr id="158" name="TextBox 157"/>
          <p:cNvSpPr txBox="1"/>
          <p:nvPr/>
        </p:nvSpPr>
        <p:spPr>
          <a:xfrm>
            <a:off x="8202168" y="2579522"/>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81%</a:t>
            </a:r>
          </a:p>
        </p:txBody>
      </p:sp>
      <p:sp>
        <p:nvSpPr>
          <p:cNvPr id="159" name="Rectangle 158"/>
          <p:cNvSpPr/>
          <p:nvPr/>
        </p:nvSpPr>
        <p:spPr>
          <a:xfrm>
            <a:off x="4636008" y="2713939"/>
            <a:ext cx="4114800" cy="134416"/>
          </a:xfrm>
          <a:prstGeom prst="rect">
            <a:avLst/>
          </a:prstGeom>
          <a:solidFill>
            <a:srgbClr val="FFFFFF"/>
          </a:solidFill>
          <a:ln>
            <a:noFill/>
          </a:ln>
        </p:spPr>
        <p:txBody>
          <a:bodyPr rtlCol="0" anchor="ctr"/>
          <a:lstStyle/>
          <a:p>
            <a:pPr algn="ctr"/>
            <a:endParaRPr/>
          </a:p>
        </p:txBody>
      </p:sp>
      <p:sp>
        <p:nvSpPr>
          <p:cNvPr id="160" name="TextBox 159"/>
          <p:cNvSpPr txBox="1"/>
          <p:nvPr/>
        </p:nvSpPr>
        <p:spPr>
          <a:xfrm>
            <a:off x="4663440" y="271393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435p</a:t>
            </a:r>
          </a:p>
        </p:txBody>
      </p:sp>
      <p:sp>
        <p:nvSpPr>
          <p:cNvPr id="161" name="Rectangle 160"/>
          <p:cNvSpPr/>
          <p:nvPr/>
        </p:nvSpPr>
        <p:spPr>
          <a:xfrm>
            <a:off x="5797296" y="2736799"/>
            <a:ext cx="112752" cy="88696"/>
          </a:xfrm>
          <a:prstGeom prst="rect">
            <a:avLst/>
          </a:prstGeom>
          <a:solidFill>
            <a:srgbClr val="1E8449"/>
          </a:solidFill>
          <a:ln w="12700">
            <a:solidFill>
              <a:srgbClr val="1E8449"/>
            </a:solidFill>
          </a:ln>
        </p:spPr>
        <p:txBody>
          <a:bodyPr rtlCol="0" anchor="ctr"/>
          <a:lstStyle/>
          <a:p>
            <a:pPr algn="ctr"/>
            <a:endParaRPr/>
          </a:p>
        </p:txBody>
      </p:sp>
      <p:sp>
        <p:nvSpPr>
          <p:cNvPr id="162" name="TextBox 161"/>
          <p:cNvSpPr txBox="1"/>
          <p:nvPr/>
        </p:nvSpPr>
        <p:spPr>
          <a:xfrm>
            <a:off x="5937480" y="2713939"/>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+8%</a:t>
            </a:r>
          </a:p>
        </p:txBody>
      </p:sp>
      <p:sp>
        <p:nvSpPr>
          <p:cNvPr id="163" name="TextBox 162"/>
          <p:cNvSpPr txBox="1"/>
          <p:nvPr/>
        </p:nvSpPr>
        <p:spPr>
          <a:xfrm>
            <a:off x="7178040" y="271393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420 → 453</a:t>
            </a:r>
          </a:p>
        </p:txBody>
      </p:sp>
      <p:sp>
        <p:nvSpPr>
          <p:cNvPr id="164" name="TextBox 163"/>
          <p:cNvSpPr txBox="1"/>
          <p:nvPr/>
        </p:nvSpPr>
        <p:spPr>
          <a:xfrm>
            <a:off x="8202168" y="2713939"/>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76%</a:t>
            </a:r>
          </a:p>
        </p:txBody>
      </p:sp>
      <p:sp>
        <p:nvSpPr>
          <p:cNvPr id="165" name="TextBox 164"/>
          <p:cNvSpPr txBox="1"/>
          <p:nvPr/>
        </p:nvSpPr>
        <p:spPr>
          <a:xfrm>
            <a:off x="4663440" y="284835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10p</a:t>
            </a:r>
          </a:p>
        </p:txBody>
      </p:sp>
      <p:sp>
        <p:nvSpPr>
          <p:cNvPr id="166" name="Rectangle 165"/>
          <p:cNvSpPr/>
          <p:nvPr/>
        </p:nvSpPr>
        <p:spPr>
          <a:xfrm>
            <a:off x="5797296" y="2871215"/>
            <a:ext cx="90351" cy="88696"/>
          </a:xfrm>
          <a:prstGeom prst="rect">
            <a:avLst/>
          </a:prstGeom>
          <a:solidFill>
            <a:srgbClr val="1E8449"/>
          </a:solidFill>
          <a:ln w="12700">
            <a:solidFill>
              <a:srgbClr val="1E8449"/>
            </a:solidFill>
          </a:ln>
        </p:spPr>
        <p:txBody>
          <a:bodyPr rtlCol="0" anchor="ctr"/>
          <a:lstStyle/>
          <a:p>
            <a:pPr algn="ctr"/>
            <a:endParaRPr/>
          </a:p>
        </p:txBody>
      </p:sp>
      <p:sp>
        <p:nvSpPr>
          <p:cNvPr id="167" name="TextBox 166"/>
          <p:cNvSpPr txBox="1"/>
          <p:nvPr/>
        </p:nvSpPr>
        <p:spPr>
          <a:xfrm>
            <a:off x="5915079" y="2848356"/>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+6%</a:t>
            </a:r>
          </a:p>
        </p:txBody>
      </p:sp>
      <p:sp>
        <p:nvSpPr>
          <p:cNvPr id="168" name="TextBox 167"/>
          <p:cNvSpPr txBox="1"/>
          <p:nvPr/>
        </p:nvSpPr>
        <p:spPr>
          <a:xfrm>
            <a:off x="7178040" y="284835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400 → 425</a:t>
            </a:r>
          </a:p>
        </p:txBody>
      </p:sp>
      <p:sp>
        <p:nvSpPr>
          <p:cNvPr id="169" name="TextBox 168"/>
          <p:cNvSpPr txBox="1"/>
          <p:nvPr/>
        </p:nvSpPr>
        <p:spPr>
          <a:xfrm>
            <a:off x="8202168" y="284835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73%</a:t>
            </a:r>
          </a:p>
        </p:txBody>
      </p:sp>
      <p:sp>
        <p:nvSpPr>
          <p:cNvPr id="170" name="Rectangle 169"/>
          <p:cNvSpPr/>
          <p:nvPr/>
        </p:nvSpPr>
        <p:spPr>
          <a:xfrm>
            <a:off x="4636008" y="2982772"/>
            <a:ext cx="4114800" cy="134416"/>
          </a:xfrm>
          <a:prstGeom prst="rect">
            <a:avLst/>
          </a:prstGeom>
          <a:solidFill>
            <a:srgbClr val="FFFFFF"/>
          </a:solidFill>
          <a:ln>
            <a:noFill/>
          </a:ln>
        </p:spPr>
        <p:txBody>
          <a:bodyPr rtlCol="0" anchor="ctr"/>
          <a:lstStyle/>
          <a:p>
            <a:pPr algn="ctr"/>
            <a:endParaRPr/>
          </a:p>
        </p:txBody>
      </p:sp>
      <p:sp>
        <p:nvSpPr>
          <p:cNvPr id="171" name="TextBox 170"/>
          <p:cNvSpPr txBox="1"/>
          <p:nvPr/>
        </p:nvSpPr>
        <p:spPr>
          <a:xfrm>
            <a:off x="4663440" y="298277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287</a:t>
            </a:r>
          </a:p>
        </p:txBody>
      </p:sp>
      <p:sp>
        <p:nvSpPr>
          <p:cNvPr id="172" name="Rectangle 171"/>
          <p:cNvSpPr/>
          <p:nvPr/>
        </p:nvSpPr>
        <p:spPr>
          <a:xfrm>
            <a:off x="5797296" y="3005632"/>
            <a:ext cx="74857" cy="88696"/>
          </a:xfrm>
          <a:prstGeom prst="rect">
            <a:avLst/>
          </a:prstGeom>
          <a:solidFill>
            <a:srgbClr val="1E8449"/>
          </a:solidFill>
          <a:ln w="12700">
            <a:solidFill>
              <a:srgbClr val="1E8449"/>
            </a:solidFill>
          </a:ln>
        </p:spPr>
        <p:txBody>
          <a:bodyPr rtlCol="0" anchor="ctr"/>
          <a:lstStyle/>
          <a:p>
            <a:pPr algn="ctr"/>
            <a:endParaRPr/>
          </a:p>
        </p:txBody>
      </p:sp>
      <p:sp>
        <p:nvSpPr>
          <p:cNvPr id="173" name="TextBox 172"/>
          <p:cNvSpPr txBox="1"/>
          <p:nvPr/>
        </p:nvSpPr>
        <p:spPr>
          <a:xfrm>
            <a:off x="5899585" y="2982772"/>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+5%</a:t>
            </a:r>
          </a:p>
        </p:txBody>
      </p:sp>
      <p:sp>
        <p:nvSpPr>
          <p:cNvPr id="174" name="TextBox 173"/>
          <p:cNvSpPr txBox="1"/>
          <p:nvPr/>
        </p:nvSpPr>
        <p:spPr>
          <a:xfrm>
            <a:off x="7178040" y="298277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353 → 371</a:t>
            </a:r>
          </a:p>
        </p:txBody>
      </p:sp>
      <p:sp>
        <p:nvSpPr>
          <p:cNvPr id="175" name="TextBox 174"/>
          <p:cNvSpPr txBox="1"/>
          <p:nvPr/>
        </p:nvSpPr>
        <p:spPr>
          <a:xfrm>
            <a:off x="8202168" y="2982772"/>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69%</a:t>
            </a:r>
          </a:p>
        </p:txBody>
      </p:sp>
      <p:sp>
        <p:nvSpPr>
          <p:cNvPr id="176" name="TextBox 175"/>
          <p:cNvSpPr txBox="1"/>
          <p:nvPr/>
        </p:nvSpPr>
        <p:spPr>
          <a:xfrm>
            <a:off x="4663440" y="311718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63</a:t>
            </a:r>
          </a:p>
        </p:txBody>
      </p:sp>
      <p:sp>
        <p:nvSpPr>
          <p:cNvPr id="177" name="Rectangle 176"/>
          <p:cNvSpPr/>
          <p:nvPr/>
        </p:nvSpPr>
        <p:spPr>
          <a:xfrm>
            <a:off x="5797296" y="3140049"/>
            <a:ext cx="66284" cy="88696"/>
          </a:xfrm>
          <a:prstGeom prst="rect">
            <a:avLst/>
          </a:prstGeom>
          <a:solidFill>
            <a:srgbClr val="1E8449"/>
          </a:solidFill>
          <a:ln w="12700">
            <a:solidFill>
              <a:srgbClr val="1E8449"/>
            </a:solidFill>
          </a:ln>
        </p:spPr>
        <p:txBody>
          <a:bodyPr rtlCol="0" anchor="ctr"/>
          <a:lstStyle/>
          <a:p>
            <a:pPr algn="ctr"/>
            <a:endParaRPr/>
          </a:p>
        </p:txBody>
      </p:sp>
      <p:sp>
        <p:nvSpPr>
          <p:cNvPr id="178" name="TextBox 177"/>
          <p:cNvSpPr txBox="1"/>
          <p:nvPr/>
        </p:nvSpPr>
        <p:spPr>
          <a:xfrm>
            <a:off x="5891012" y="3117189"/>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+5%</a:t>
            </a:r>
          </a:p>
        </p:txBody>
      </p:sp>
      <p:sp>
        <p:nvSpPr>
          <p:cNvPr id="179" name="TextBox 178"/>
          <p:cNvSpPr txBox="1"/>
          <p:nvPr/>
        </p:nvSpPr>
        <p:spPr>
          <a:xfrm>
            <a:off x="7178040" y="311718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380 → 398</a:t>
            </a:r>
          </a:p>
        </p:txBody>
      </p:sp>
      <p:sp>
        <p:nvSpPr>
          <p:cNvPr id="180" name="TextBox 179"/>
          <p:cNvSpPr txBox="1"/>
          <p:nvPr/>
        </p:nvSpPr>
        <p:spPr>
          <a:xfrm>
            <a:off x="8202168" y="3117189"/>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76%</a:t>
            </a:r>
          </a:p>
        </p:txBody>
      </p:sp>
      <p:sp>
        <p:nvSpPr>
          <p:cNvPr id="181" name="Rectangle 180"/>
          <p:cNvSpPr/>
          <p:nvPr/>
        </p:nvSpPr>
        <p:spPr>
          <a:xfrm>
            <a:off x="4636008" y="3251606"/>
            <a:ext cx="4114800" cy="134416"/>
          </a:xfrm>
          <a:prstGeom prst="rect">
            <a:avLst/>
          </a:prstGeom>
          <a:solidFill>
            <a:srgbClr val="FFFFFF"/>
          </a:solidFill>
          <a:ln>
            <a:noFill/>
          </a:ln>
        </p:spPr>
        <p:txBody>
          <a:bodyPr rtlCol="0" anchor="ctr"/>
          <a:lstStyle/>
          <a:p>
            <a:pPr algn="ctr"/>
            <a:endParaRPr/>
          </a:p>
        </p:txBody>
      </p:sp>
      <p:sp>
        <p:nvSpPr>
          <p:cNvPr id="182" name="TextBox 181"/>
          <p:cNvSpPr txBox="1"/>
          <p:nvPr/>
        </p:nvSpPr>
        <p:spPr>
          <a:xfrm>
            <a:off x="4663440" y="325160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108</a:t>
            </a:r>
          </a:p>
        </p:txBody>
      </p:sp>
      <p:sp>
        <p:nvSpPr>
          <p:cNvPr id="183" name="Rectangle 182"/>
          <p:cNvSpPr/>
          <p:nvPr/>
        </p:nvSpPr>
        <p:spPr>
          <a:xfrm>
            <a:off x="5795937" y="3274466"/>
            <a:ext cx="13716" cy="88696"/>
          </a:xfrm>
          <a:prstGeom prst="rect">
            <a:avLst/>
          </a:prstGeom>
          <a:solidFill>
            <a:srgbClr val="2B5BA3"/>
          </a:solidFill>
          <a:ln w="12700">
            <a:solidFill>
              <a:srgbClr val="2B5BA3"/>
            </a:solidFill>
          </a:ln>
        </p:spPr>
        <p:txBody>
          <a:bodyPr rtlCol="0" anchor="ctr"/>
          <a:lstStyle/>
          <a:p>
            <a:pPr algn="ctr"/>
            <a:endParaRPr/>
          </a:p>
        </p:txBody>
      </p:sp>
      <p:sp>
        <p:nvSpPr>
          <p:cNvPr id="184" name="TextBox 183"/>
          <p:cNvSpPr txBox="1"/>
          <p:nvPr/>
        </p:nvSpPr>
        <p:spPr>
          <a:xfrm>
            <a:off x="5833872" y="3251606"/>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0%</a:t>
            </a:r>
          </a:p>
        </p:txBody>
      </p:sp>
      <p:sp>
        <p:nvSpPr>
          <p:cNvPr id="185" name="TextBox 184"/>
          <p:cNvSpPr txBox="1"/>
          <p:nvPr/>
        </p:nvSpPr>
        <p:spPr>
          <a:xfrm>
            <a:off x="7178040" y="325160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402 → 402</a:t>
            </a:r>
          </a:p>
        </p:txBody>
      </p:sp>
      <p:sp>
        <p:nvSpPr>
          <p:cNvPr id="186" name="TextBox 185"/>
          <p:cNvSpPr txBox="1"/>
          <p:nvPr/>
        </p:nvSpPr>
        <p:spPr>
          <a:xfrm>
            <a:off x="8202168" y="325160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81%</a:t>
            </a:r>
          </a:p>
        </p:txBody>
      </p:sp>
      <p:sp>
        <p:nvSpPr>
          <p:cNvPr id="187" name="TextBox 186"/>
          <p:cNvSpPr txBox="1"/>
          <p:nvPr/>
        </p:nvSpPr>
        <p:spPr>
          <a:xfrm>
            <a:off x="4663440" y="3386023"/>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104</a:t>
            </a:r>
          </a:p>
        </p:txBody>
      </p:sp>
      <p:sp>
        <p:nvSpPr>
          <p:cNvPr id="188" name="Rectangle 187"/>
          <p:cNvSpPr/>
          <p:nvPr/>
        </p:nvSpPr>
        <p:spPr>
          <a:xfrm>
            <a:off x="5793984" y="3408883"/>
            <a:ext cx="13716" cy="88696"/>
          </a:xfrm>
          <a:prstGeom prst="rect">
            <a:avLst/>
          </a:prstGeom>
          <a:solidFill>
            <a:srgbClr val="2B5BA3"/>
          </a:solidFill>
          <a:ln w="12700">
            <a:solidFill>
              <a:srgbClr val="2B5BA3"/>
            </a:solidFill>
          </a:ln>
        </p:spPr>
        <p:txBody>
          <a:bodyPr rtlCol="0" anchor="ctr"/>
          <a:lstStyle/>
          <a:p>
            <a:pPr algn="ctr"/>
            <a:endParaRPr/>
          </a:p>
        </p:txBody>
      </p:sp>
      <p:sp>
        <p:nvSpPr>
          <p:cNvPr id="189" name="TextBox 188"/>
          <p:cNvSpPr txBox="1"/>
          <p:nvPr/>
        </p:nvSpPr>
        <p:spPr>
          <a:xfrm>
            <a:off x="5833872" y="3386023"/>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0%</a:t>
            </a:r>
          </a:p>
        </p:txBody>
      </p:sp>
      <p:sp>
        <p:nvSpPr>
          <p:cNvPr id="190" name="TextBox 189"/>
          <p:cNvSpPr txBox="1"/>
          <p:nvPr/>
        </p:nvSpPr>
        <p:spPr>
          <a:xfrm>
            <a:off x="7178040" y="3386023"/>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438 → 437</a:t>
            </a:r>
          </a:p>
        </p:txBody>
      </p:sp>
      <p:sp>
        <p:nvSpPr>
          <p:cNvPr id="191" name="TextBox 190"/>
          <p:cNvSpPr txBox="1"/>
          <p:nvPr/>
        </p:nvSpPr>
        <p:spPr>
          <a:xfrm>
            <a:off x="8202168" y="3386023"/>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63%</a:t>
            </a:r>
          </a:p>
        </p:txBody>
      </p:sp>
      <p:sp>
        <p:nvSpPr>
          <p:cNvPr id="192" name="Rectangle 191"/>
          <p:cNvSpPr/>
          <p:nvPr/>
        </p:nvSpPr>
        <p:spPr>
          <a:xfrm>
            <a:off x="4636008" y="3520439"/>
            <a:ext cx="4114800" cy="134416"/>
          </a:xfrm>
          <a:prstGeom prst="rect">
            <a:avLst/>
          </a:prstGeom>
          <a:solidFill>
            <a:srgbClr val="FFFFFF"/>
          </a:solidFill>
          <a:ln>
            <a:noFill/>
          </a:ln>
        </p:spPr>
        <p:txBody>
          <a:bodyPr rtlCol="0" anchor="ctr"/>
          <a:lstStyle/>
          <a:p>
            <a:pPr algn="ctr"/>
            <a:endParaRPr/>
          </a:p>
        </p:txBody>
      </p:sp>
      <p:sp>
        <p:nvSpPr>
          <p:cNvPr id="193" name="TextBox 192"/>
          <p:cNvSpPr txBox="1"/>
          <p:nvPr/>
        </p:nvSpPr>
        <p:spPr>
          <a:xfrm>
            <a:off x="4663440" y="352043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99</a:t>
            </a:r>
          </a:p>
        </p:txBody>
      </p:sp>
      <p:sp>
        <p:nvSpPr>
          <p:cNvPr id="194" name="Rectangle 193"/>
          <p:cNvSpPr/>
          <p:nvPr/>
        </p:nvSpPr>
        <p:spPr>
          <a:xfrm>
            <a:off x="5734861" y="3543299"/>
            <a:ext cx="62434" cy="88696"/>
          </a:xfrm>
          <a:prstGeom prst="rect">
            <a:avLst/>
          </a:prstGeom>
          <a:solidFill>
            <a:srgbClr val="2B5BA3"/>
          </a:solidFill>
          <a:ln w="12700">
            <a:solidFill>
              <a:srgbClr val="2B5BA3"/>
            </a:solidFill>
          </a:ln>
        </p:spPr>
        <p:txBody>
          <a:bodyPr rtlCol="0" anchor="ctr"/>
          <a:lstStyle/>
          <a:p>
            <a:pPr algn="ctr"/>
            <a:endParaRPr/>
          </a:p>
        </p:txBody>
      </p:sp>
      <p:sp>
        <p:nvSpPr>
          <p:cNvPr id="195" name="TextBox 194"/>
          <p:cNvSpPr txBox="1"/>
          <p:nvPr/>
        </p:nvSpPr>
        <p:spPr>
          <a:xfrm>
            <a:off x="5833872" y="3520439"/>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−4%</a:t>
            </a:r>
          </a:p>
        </p:txBody>
      </p:sp>
      <p:sp>
        <p:nvSpPr>
          <p:cNvPr id="196" name="TextBox 195"/>
          <p:cNvSpPr txBox="1"/>
          <p:nvPr/>
        </p:nvSpPr>
        <p:spPr>
          <a:xfrm>
            <a:off x="7178040" y="352043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554 → 530</a:t>
            </a:r>
          </a:p>
        </p:txBody>
      </p:sp>
      <p:sp>
        <p:nvSpPr>
          <p:cNvPr id="197" name="TextBox 196"/>
          <p:cNvSpPr txBox="1"/>
          <p:nvPr/>
        </p:nvSpPr>
        <p:spPr>
          <a:xfrm>
            <a:off x="8202168" y="3520439"/>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81%</a:t>
            </a:r>
          </a:p>
        </p:txBody>
      </p:sp>
      <p:sp>
        <p:nvSpPr>
          <p:cNvPr id="198" name="TextBox 197"/>
          <p:cNvSpPr txBox="1"/>
          <p:nvPr/>
        </p:nvSpPr>
        <p:spPr>
          <a:xfrm>
            <a:off x="4663440" y="365485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a:t>
            </a:r>
          </a:p>
        </p:txBody>
      </p:sp>
      <p:sp>
        <p:nvSpPr>
          <p:cNvPr id="199" name="Rectangle 198"/>
          <p:cNvSpPr/>
          <p:nvPr/>
        </p:nvSpPr>
        <p:spPr>
          <a:xfrm>
            <a:off x="5632263" y="3677716"/>
            <a:ext cx="165032" cy="88696"/>
          </a:xfrm>
          <a:prstGeom prst="rect">
            <a:avLst/>
          </a:prstGeom>
          <a:solidFill>
            <a:srgbClr val="2B5BA3"/>
          </a:solidFill>
          <a:ln w="12700">
            <a:solidFill>
              <a:srgbClr val="2B5BA3"/>
            </a:solidFill>
          </a:ln>
        </p:spPr>
        <p:txBody>
          <a:bodyPr rtlCol="0" anchor="ctr"/>
          <a:lstStyle/>
          <a:p>
            <a:pPr algn="ctr"/>
            <a:endParaRPr/>
          </a:p>
        </p:txBody>
      </p:sp>
      <p:sp>
        <p:nvSpPr>
          <p:cNvPr id="200" name="TextBox 199"/>
          <p:cNvSpPr txBox="1"/>
          <p:nvPr/>
        </p:nvSpPr>
        <p:spPr>
          <a:xfrm>
            <a:off x="5833872" y="3654856"/>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−11%</a:t>
            </a:r>
          </a:p>
        </p:txBody>
      </p:sp>
      <p:sp>
        <p:nvSpPr>
          <p:cNvPr id="201" name="TextBox 200"/>
          <p:cNvSpPr txBox="1"/>
          <p:nvPr/>
        </p:nvSpPr>
        <p:spPr>
          <a:xfrm>
            <a:off x="7178040" y="365485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1.124 → 996</a:t>
            </a:r>
          </a:p>
        </p:txBody>
      </p:sp>
      <p:sp>
        <p:nvSpPr>
          <p:cNvPr id="202" name="TextBox 201"/>
          <p:cNvSpPr txBox="1"/>
          <p:nvPr/>
        </p:nvSpPr>
        <p:spPr>
          <a:xfrm>
            <a:off x="8202168" y="365485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88%</a:t>
            </a:r>
          </a:p>
        </p:txBody>
      </p:sp>
      <p:sp>
        <p:nvSpPr>
          <p:cNvPr id="203" name="Rectangle 202"/>
          <p:cNvSpPr/>
          <p:nvPr/>
        </p:nvSpPr>
        <p:spPr>
          <a:xfrm>
            <a:off x="4636008" y="3789273"/>
            <a:ext cx="4114800" cy="134416"/>
          </a:xfrm>
          <a:prstGeom prst="rect">
            <a:avLst/>
          </a:prstGeom>
          <a:solidFill>
            <a:srgbClr val="FFFFFF"/>
          </a:solidFill>
          <a:ln>
            <a:noFill/>
          </a:ln>
        </p:spPr>
        <p:txBody>
          <a:bodyPr rtlCol="0" anchor="ctr"/>
          <a:lstStyle/>
          <a:p>
            <a:pPr algn="ctr"/>
            <a:endParaRPr/>
          </a:p>
        </p:txBody>
      </p:sp>
      <p:sp>
        <p:nvSpPr>
          <p:cNvPr id="204" name="TextBox 203"/>
          <p:cNvSpPr txBox="1"/>
          <p:nvPr/>
        </p:nvSpPr>
        <p:spPr>
          <a:xfrm>
            <a:off x="4663440" y="3789273"/>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446p</a:t>
            </a:r>
          </a:p>
        </p:txBody>
      </p:sp>
      <p:sp>
        <p:nvSpPr>
          <p:cNvPr id="205" name="Rectangle 204"/>
          <p:cNvSpPr/>
          <p:nvPr/>
        </p:nvSpPr>
        <p:spPr>
          <a:xfrm>
            <a:off x="5632210" y="3812133"/>
            <a:ext cx="165085" cy="88696"/>
          </a:xfrm>
          <a:prstGeom prst="rect">
            <a:avLst/>
          </a:prstGeom>
          <a:solidFill>
            <a:srgbClr val="2B5BA3"/>
          </a:solidFill>
          <a:ln w="12700">
            <a:solidFill>
              <a:srgbClr val="2B5BA3"/>
            </a:solidFill>
          </a:ln>
        </p:spPr>
        <p:txBody>
          <a:bodyPr rtlCol="0" anchor="ctr"/>
          <a:lstStyle/>
          <a:p>
            <a:pPr algn="ctr"/>
            <a:endParaRPr/>
          </a:p>
        </p:txBody>
      </p:sp>
      <p:sp>
        <p:nvSpPr>
          <p:cNvPr id="206" name="TextBox 205"/>
          <p:cNvSpPr txBox="1"/>
          <p:nvPr/>
        </p:nvSpPr>
        <p:spPr>
          <a:xfrm>
            <a:off x="5833872" y="3789273"/>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−11%</a:t>
            </a:r>
          </a:p>
        </p:txBody>
      </p:sp>
      <p:sp>
        <p:nvSpPr>
          <p:cNvPr id="207" name="TextBox 206"/>
          <p:cNvSpPr txBox="1"/>
          <p:nvPr/>
        </p:nvSpPr>
        <p:spPr>
          <a:xfrm>
            <a:off x="7178040" y="3789273"/>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490 → 434</a:t>
            </a:r>
          </a:p>
        </p:txBody>
      </p:sp>
      <p:sp>
        <p:nvSpPr>
          <p:cNvPr id="208" name="TextBox 207"/>
          <p:cNvSpPr txBox="1"/>
          <p:nvPr/>
        </p:nvSpPr>
        <p:spPr>
          <a:xfrm>
            <a:off x="8202168" y="3789273"/>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73%</a:t>
            </a:r>
          </a:p>
        </p:txBody>
      </p:sp>
      <p:sp>
        <p:nvSpPr>
          <p:cNvPr id="209" name="TextBox 208"/>
          <p:cNvSpPr txBox="1"/>
          <p:nvPr/>
        </p:nvSpPr>
        <p:spPr>
          <a:xfrm>
            <a:off x="4663440" y="3923690"/>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29</a:t>
            </a:r>
          </a:p>
        </p:txBody>
      </p:sp>
      <p:sp>
        <p:nvSpPr>
          <p:cNvPr id="210" name="Rectangle 209"/>
          <p:cNvSpPr/>
          <p:nvPr/>
        </p:nvSpPr>
        <p:spPr>
          <a:xfrm>
            <a:off x="5623341" y="3946550"/>
            <a:ext cx="173954" cy="88696"/>
          </a:xfrm>
          <a:prstGeom prst="rect">
            <a:avLst/>
          </a:prstGeom>
          <a:solidFill>
            <a:srgbClr val="2B5BA3"/>
          </a:solidFill>
          <a:ln w="12700">
            <a:solidFill>
              <a:srgbClr val="2B5BA3"/>
            </a:solidFill>
          </a:ln>
        </p:spPr>
        <p:txBody>
          <a:bodyPr rtlCol="0" anchor="ctr"/>
          <a:lstStyle/>
          <a:p>
            <a:pPr algn="ctr"/>
            <a:endParaRPr/>
          </a:p>
        </p:txBody>
      </p:sp>
      <p:sp>
        <p:nvSpPr>
          <p:cNvPr id="211" name="TextBox 210"/>
          <p:cNvSpPr txBox="1"/>
          <p:nvPr/>
        </p:nvSpPr>
        <p:spPr>
          <a:xfrm>
            <a:off x="5833872" y="3923690"/>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−12%</a:t>
            </a:r>
          </a:p>
        </p:txBody>
      </p:sp>
      <p:sp>
        <p:nvSpPr>
          <p:cNvPr id="212" name="TextBox 211"/>
          <p:cNvSpPr txBox="1"/>
          <p:nvPr/>
        </p:nvSpPr>
        <p:spPr>
          <a:xfrm>
            <a:off x="7178040" y="3923690"/>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596 → 524</a:t>
            </a:r>
          </a:p>
        </p:txBody>
      </p:sp>
      <p:sp>
        <p:nvSpPr>
          <p:cNvPr id="213" name="TextBox 212"/>
          <p:cNvSpPr txBox="1"/>
          <p:nvPr/>
        </p:nvSpPr>
        <p:spPr>
          <a:xfrm>
            <a:off x="8202168" y="3923690"/>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85%</a:t>
            </a:r>
          </a:p>
        </p:txBody>
      </p:sp>
      <p:sp>
        <p:nvSpPr>
          <p:cNvPr id="214" name="Rectangle 213"/>
          <p:cNvSpPr/>
          <p:nvPr/>
        </p:nvSpPr>
        <p:spPr>
          <a:xfrm>
            <a:off x="4636008" y="4058107"/>
            <a:ext cx="4114800" cy="134416"/>
          </a:xfrm>
          <a:prstGeom prst="rect">
            <a:avLst/>
          </a:prstGeom>
          <a:solidFill>
            <a:srgbClr val="FFFFFF"/>
          </a:solidFill>
          <a:ln>
            <a:noFill/>
          </a:ln>
        </p:spPr>
        <p:txBody>
          <a:bodyPr rtlCol="0" anchor="ctr"/>
          <a:lstStyle/>
          <a:p>
            <a:pPr algn="ctr"/>
            <a:endParaRPr/>
          </a:p>
        </p:txBody>
      </p:sp>
      <p:sp>
        <p:nvSpPr>
          <p:cNvPr id="215" name="TextBox 214"/>
          <p:cNvSpPr txBox="1"/>
          <p:nvPr/>
        </p:nvSpPr>
        <p:spPr>
          <a:xfrm>
            <a:off x="4663440" y="4058107"/>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155</a:t>
            </a:r>
          </a:p>
        </p:txBody>
      </p:sp>
      <p:sp>
        <p:nvSpPr>
          <p:cNvPr id="216" name="Rectangle 215"/>
          <p:cNvSpPr/>
          <p:nvPr/>
        </p:nvSpPr>
        <p:spPr>
          <a:xfrm>
            <a:off x="5598556" y="4080967"/>
            <a:ext cx="198739" cy="88696"/>
          </a:xfrm>
          <a:prstGeom prst="rect">
            <a:avLst/>
          </a:prstGeom>
          <a:solidFill>
            <a:srgbClr val="2B5BA3"/>
          </a:solidFill>
          <a:ln w="12700">
            <a:solidFill>
              <a:srgbClr val="2B5BA3"/>
            </a:solidFill>
          </a:ln>
        </p:spPr>
        <p:txBody>
          <a:bodyPr rtlCol="0" anchor="ctr"/>
          <a:lstStyle/>
          <a:p>
            <a:pPr algn="ctr"/>
            <a:endParaRPr/>
          </a:p>
        </p:txBody>
      </p:sp>
      <p:sp>
        <p:nvSpPr>
          <p:cNvPr id="217" name="TextBox 216"/>
          <p:cNvSpPr txBox="1"/>
          <p:nvPr/>
        </p:nvSpPr>
        <p:spPr>
          <a:xfrm>
            <a:off x="5833872" y="4058107"/>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−14%</a:t>
            </a:r>
          </a:p>
        </p:txBody>
      </p:sp>
      <p:sp>
        <p:nvSpPr>
          <p:cNvPr id="218" name="TextBox 217"/>
          <p:cNvSpPr txBox="1"/>
          <p:nvPr/>
        </p:nvSpPr>
        <p:spPr>
          <a:xfrm>
            <a:off x="7178040" y="4058107"/>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840 → 724</a:t>
            </a:r>
          </a:p>
        </p:txBody>
      </p:sp>
      <p:sp>
        <p:nvSpPr>
          <p:cNvPr id="219" name="TextBox 218"/>
          <p:cNvSpPr txBox="1"/>
          <p:nvPr/>
        </p:nvSpPr>
        <p:spPr>
          <a:xfrm>
            <a:off x="8202168" y="4058107"/>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80%</a:t>
            </a:r>
          </a:p>
        </p:txBody>
      </p:sp>
      <p:sp>
        <p:nvSpPr>
          <p:cNvPr id="220" name="TextBox 219"/>
          <p:cNvSpPr txBox="1"/>
          <p:nvPr/>
        </p:nvSpPr>
        <p:spPr>
          <a:xfrm>
            <a:off x="4663440" y="4192524"/>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111</a:t>
            </a:r>
          </a:p>
        </p:txBody>
      </p:sp>
      <p:sp>
        <p:nvSpPr>
          <p:cNvPr id="221" name="Rectangle 220"/>
          <p:cNvSpPr/>
          <p:nvPr/>
        </p:nvSpPr>
        <p:spPr>
          <a:xfrm>
            <a:off x="5594555" y="4215384"/>
            <a:ext cx="202740" cy="88696"/>
          </a:xfrm>
          <a:prstGeom prst="rect">
            <a:avLst/>
          </a:prstGeom>
          <a:solidFill>
            <a:srgbClr val="2B5BA3"/>
          </a:solidFill>
          <a:ln w="12700">
            <a:solidFill>
              <a:srgbClr val="2B5BA3"/>
            </a:solidFill>
          </a:ln>
        </p:spPr>
        <p:txBody>
          <a:bodyPr rtlCol="0" anchor="ctr"/>
          <a:lstStyle/>
          <a:p>
            <a:pPr algn="ctr"/>
            <a:endParaRPr/>
          </a:p>
        </p:txBody>
      </p:sp>
      <p:sp>
        <p:nvSpPr>
          <p:cNvPr id="222" name="TextBox 221"/>
          <p:cNvSpPr txBox="1"/>
          <p:nvPr/>
        </p:nvSpPr>
        <p:spPr>
          <a:xfrm>
            <a:off x="5833872" y="4192524"/>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−14%</a:t>
            </a:r>
          </a:p>
        </p:txBody>
      </p:sp>
      <p:sp>
        <p:nvSpPr>
          <p:cNvPr id="223" name="TextBox 222"/>
          <p:cNvSpPr txBox="1"/>
          <p:nvPr/>
        </p:nvSpPr>
        <p:spPr>
          <a:xfrm>
            <a:off x="7178040" y="4192524"/>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970 → 834</a:t>
            </a:r>
          </a:p>
        </p:txBody>
      </p:sp>
      <p:sp>
        <p:nvSpPr>
          <p:cNvPr id="224" name="TextBox 223"/>
          <p:cNvSpPr txBox="1"/>
          <p:nvPr/>
        </p:nvSpPr>
        <p:spPr>
          <a:xfrm>
            <a:off x="8202168" y="4192524"/>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76%</a:t>
            </a:r>
          </a:p>
        </p:txBody>
      </p:sp>
      <p:sp>
        <p:nvSpPr>
          <p:cNvPr id="225" name="Rectangle 224"/>
          <p:cNvSpPr/>
          <p:nvPr/>
        </p:nvSpPr>
        <p:spPr>
          <a:xfrm>
            <a:off x="4636008" y="4326940"/>
            <a:ext cx="4114800" cy="134416"/>
          </a:xfrm>
          <a:prstGeom prst="rect">
            <a:avLst/>
          </a:prstGeom>
          <a:solidFill>
            <a:srgbClr val="FFFFFF"/>
          </a:solidFill>
          <a:ln>
            <a:noFill/>
          </a:ln>
        </p:spPr>
        <p:txBody>
          <a:bodyPr rtlCol="0" anchor="ctr"/>
          <a:lstStyle/>
          <a:p>
            <a:pPr algn="ctr"/>
            <a:endParaRPr/>
          </a:p>
        </p:txBody>
      </p:sp>
      <p:sp>
        <p:nvSpPr>
          <p:cNvPr id="226" name="TextBox 225"/>
          <p:cNvSpPr txBox="1"/>
          <p:nvPr/>
        </p:nvSpPr>
        <p:spPr>
          <a:xfrm>
            <a:off x="4663440" y="4326940"/>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76</a:t>
            </a:r>
          </a:p>
        </p:txBody>
      </p:sp>
      <p:sp>
        <p:nvSpPr>
          <p:cNvPr id="227" name="Rectangle 226"/>
          <p:cNvSpPr/>
          <p:nvPr/>
        </p:nvSpPr>
        <p:spPr>
          <a:xfrm>
            <a:off x="5566877" y="4349800"/>
            <a:ext cx="230418" cy="88696"/>
          </a:xfrm>
          <a:prstGeom prst="rect">
            <a:avLst/>
          </a:prstGeom>
          <a:solidFill>
            <a:srgbClr val="2B5BA3"/>
          </a:solidFill>
          <a:ln w="12700">
            <a:solidFill>
              <a:srgbClr val="2B5BA3"/>
            </a:solidFill>
          </a:ln>
        </p:spPr>
        <p:txBody>
          <a:bodyPr rtlCol="0" anchor="ctr"/>
          <a:lstStyle/>
          <a:p>
            <a:pPr algn="ctr"/>
            <a:endParaRPr/>
          </a:p>
        </p:txBody>
      </p:sp>
      <p:sp>
        <p:nvSpPr>
          <p:cNvPr id="228" name="TextBox 227"/>
          <p:cNvSpPr txBox="1"/>
          <p:nvPr/>
        </p:nvSpPr>
        <p:spPr>
          <a:xfrm>
            <a:off x="5833872" y="4326940"/>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29" name="TextBox 228"/>
          <p:cNvSpPr txBox="1"/>
          <p:nvPr/>
        </p:nvSpPr>
        <p:spPr>
          <a:xfrm>
            <a:off x="7178040" y="4326940"/>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765 → 643</a:t>
            </a:r>
          </a:p>
        </p:txBody>
      </p:sp>
      <p:sp>
        <p:nvSpPr>
          <p:cNvPr id="230" name="TextBox 229"/>
          <p:cNvSpPr txBox="1"/>
          <p:nvPr/>
        </p:nvSpPr>
        <p:spPr>
          <a:xfrm>
            <a:off x="8202168" y="4326940"/>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84%</a:t>
            </a:r>
          </a:p>
        </p:txBody>
      </p:sp>
      <p:sp>
        <p:nvSpPr>
          <p:cNvPr id="231" name="TextBox 230"/>
          <p:cNvSpPr txBox="1"/>
          <p:nvPr/>
        </p:nvSpPr>
        <p:spPr>
          <a:xfrm>
            <a:off x="4663440" y="4461357"/>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12</a:t>
            </a:r>
          </a:p>
        </p:txBody>
      </p:sp>
      <p:sp>
        <p:nvSpPr>
          <p:cNvPr id="232" name="Rectangle 231"/>
          <p:cNvSpPr/>
          <p:nvPr/>
        </p:nvSpPr>
        <p:spPr>
          <a:xfrm>
            <a:off x="5529967" y="4484217"/>
            <a:ext cx="267328" cy="88696"/>
          </a:xfrm>
          <a:prstGeom prst="rect">
            <a:avLst/>
          </a:prstGeom>
          <a:solidFill>
            <a:srgbClr val="2B5BA3"/>
          </a:solidFill>
          <a:ln w="12700">
            <a:solidFill>
              <a:srgbClr val="2B5BA3"/>
            </a:solidFill>
          </a:ln>
        </p:spPr>
        <p:txBody>
          <a:bodyPr rtlCol="0" anchor="ctr"/>
          <a:lstStyle/>
          <a:p>
            <a:pPr algn="ctr"/>
            <a:endParaRPr/>
          </a:p>
        </p:txBody>
      </p:sp>
      <p:sp>
        <p:nvSpPr>
          <p:cNvPr id="233" name="TextBox 232"/>
          <p:cNvSpPr txBox="1"/>
          <p:nvPr/>
        </p:nvSpPr>
        <p:spPr>
          <a:xfrm>
            <a:off x="5833872" y="4461357"/>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−19%</a:t>
            </a:r>
          </a:p>
        </p:txBody>
      </p:sp>
      <p:sp>
        <p:nvSpPr>
          <p:cNvPr id="234" name="TextBox 233"/>
          <p:cNvSpPr txBox="1"/>
          <p:nvPr/>
        </p:nvSpPr>
        <p:spPr>
          <a:xfrm>
            <a:off x="7178040" y="4461357"/>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1.767 → 1.440</a:t>
            </a:r>
          </a:p>
        </p:txBody>
      </p:sp>
      <p:sp>
        <p:nvSpPr>
          <p:cNvPr id="235" name="TextBox 234"/>
          <p:cNvSpPr txBox="1"/>
          <p:nvPr/>
        </p:nvSpPr>
        <p:spPr>
          <a:xfrm>
            <a:off x="8202168" y="4461357"/>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70%</a:t>
            </a:r>
          </a:p>
        </p:txBody>
      </p:sp>
      <p:sp>
        <p:nvSpPr>
          <p:cNvPr id="236" name="Rectangle 235"/>
          <p:cNvSpPr/>
          <p:nvPr/>
        </p:nvSpPr>
        <p:spPr>
          <a:xfrm>
            <a:off x="4636008" y="4595774"/>
            <a:ext cx="4114800" cy="134416"/>
          </a:xfrm>
          <a:prstGeom prst="rect">
            <a:avLst/>
          </a:prstGeom>
          <a:solidFill>
            <a:srgbClr val="FFFFFF"/>
          </a:solidFill>
          <a:ln>
            <a:noFill/>
          </a:ln>
        </p:spPr>
        <p:txBody>
          <a:bodyPr rtlCol="0" anchor="ctr"/>
          <a:lstStyle/>
          <a:p>
            <a:pPr algn="ctr"/>
            <a:endParaRPr/>
          </a:p>
        </p:txBody>
      </p:sp>
      <p:sp>
        <p:nvSpPr>
          <p:cNvPr id="237" name="TextBox 236"/>
          <p:cNvSpPr txBox="1"/>
          <p:nvPr/>
        </p:nvSpPr>
        <p:spPr>
          <a:xfrm>
            <a:off x="4663440" y="4595774"/>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55p</a:t>
            </a:r>
          </a:p>
        </p:txBody>
      </p:sp>
      <p:sp>
        <p:nvSpPr>
          <p:cNvPr id="238" name="Rectangle 237"/>
          <p:cNvSpPr/>
          <p:nvPr/>
        </p:nvSpPr>
        <p:spPr>
          <a:xfrm>
            <a:off x="5363680" y="4618634"/>
            <a:ext cx="433615" cy="88696"/>
          </a:xfrm>
          <a:prstGeom prst="rect">
            <a:avLst/>
          </a:prstGeom>
          <a:solidFill>
            <a:srgbClr val="2B5BA3"/>
          </a:solidFill>
          <a:ln w="12700">
            <a:solidFill>
              <a:srgbClr val="2B5BA3"/>
            </a:solidFill>
          </a:ln>
        </p:spPr>
        <p:txBody>
          <a:bodyPr rtlCol="0" anchor="ctr"/>
          <a:lstStyle/>
          <a:p>
            <a:pPr algn="ctr"/>
            <a:endParaRPr/>
          </a:p>
        </p:txBody>
      </p:sp>
      <p:sp>
        <p:nvSpPr>
          <p:cNvPr id="239" name="TextBox 238"/>
          <p:cNvSpPr txBox="1"/>
          <p:nvPr/>
        </p:nvSpPr>
        <p:spPr>
          <a:xfrm>
            <a:off x="5833872" y="4595774"/>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−30%</a:t>
            </a:r>
          </a:p>
        </p:txBody>
      </p:sp>
      <p:sp>
        <p:nvSpPr>
          <p:cNvPr id="240" name="TextBox 239"/>
          <p:cNvSpPr txBox="1"/>
          <p:nvPr/>
        </p:nvSpPr>
        <p:spPr>
          <a:xfrm>
            <a:off x="7178040" y="4595774"/>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564 → 395</a:t>
            </a:r>
          </a:p>
        </p:txBody>
      </p:sp>
      <p:sp>
        <p:nvSpPr>
          <p:cNvPr id="241" name="TextBox 240"/>
          <p:cNvSpPr txBox="1"/>
          <p:nvPr/>
        </p:nvSpPr>
        <p:spPr>
          <a:xfrm>
            <a:off x="8202168" y="4595774"/>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89%</a:t>
            </a:r>
          </a:p>
        </p:txBody>
      </p:sp>
      <p:sp>
        <p:nvSpPr>
          <p:cNvPr id="242" name="Rectangle 241"/>
          <p:cNvSpPr/>
          <p:nvPr/>
        </p:nvSpPr>
        <p:spPr>
          <a:xfrm>
            <a:off x="5797296" y="2176272"/>
            <a:ext cx="10972" cy="2553919"/>
          </a:xfrm>
          <a:prstGeom prst="rect">
            <a:avLst/>
          </a:prstGeom>
          <a:solidFill>
            <a:srgbClr val="A0A8B3"/>
          </a:solidFill>
          <a:ln w="12700">
            <a:solidFill>
              <a:srgbClr val="A0A8B3"/>
            </a:solidFill>
          </a:ln>
        </p:spPr>
        <p:txBody>
          <a:bodyPr rtlCol="0" anchor="ctr"/>
          <a:lstStyle/>
          <a:p>
            <a:pPr algn="ctr"/>
            <a:endParaRPr/>
          </a:p>
        </p:txBody>
      </p:sp>
      <p:sp>
        <p:nvSpPr>
          <p:cNvPr id="243" name="TextBox 242"/>
          <p:cNvSpPr txBox="1"/>
          <p:nvPr/>
        </p:nvSpPr>
        <p:spPr>
          <a:xfrm>
            <a:off x="411480" y="466344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Real = demanda del medidor solar a 30 días; diseño = línea base mensual por casa. Verde ≤ 15% · naranja 15 - 30% · rojo &gt; 30% sobre el diseño · azul bajo el diseño.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BATERÍA · RANKING DE USO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22 de 38 casas llevan la batería al piso en 8 de cada 10 noches; 3 la usan poco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6</a:t>
            </a:r>
          </a:p>
        </p:txBody>
      </p:sp>
      <p:sp>
        <p:nvSpPr>
          <p:cNvPr id="8" name="Rectangle 7"/>
          <p:cNvSpPr/>
          <p:nvPr/>
        </p:nvSpPr>
        <p:spPr>
          <a:xfrm>
            <a:off x="411480" y="1143000"/>
            <a:ext cx="2011680" cy="658368"/>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143000"/>
            <a:ext cx="54864" cy="658368"/>
          </a:xfrm>
          <a:prstGeom prst="rect">
            <a:avLst/>
          </a:prstGeom>
          <a:solidFill>
            <a:srgbClr val="1B3A6B"/>
          </a:solidFill>
          <a:ln w="12700">
            <a:solidFill>
              <a:srgbClr val="1B3A6B"/>
            </a:solidFill>
          </a:ln>
        </p:spPr>
        <p:txBody>
          <a:bodyPr rtlCol="0" anchor="ctr"/>
          <a:lstStyle/>
          <a:p>
            <a:pPr algn="ctr"/>
            <a:endParaRPr/>
          </a:p>
        </p:txBody>
      </p:sp>
      <p:sp>
        <p:nvSpPr>
          <p:cNvPr id="10" name="TextBox 9"/>
          <p:cNvSpPr txBox="1"/>
          <p:nvPr/>
        </p:nvSpPr>
        <p:spPr>
          <a:xfrm>
            <a:off x="557784" y="1179576"/>
            <a:ext cx="1810512" cy="342351"/>
          </a:xfrm>
          <a:prstGeom prst="rect">
            <a:avLst/>
          </a:prstGeom>
          <a:noFill/>
        </p:spPr>
        <p:txBody>
          <a:bodyPr wrap="square" lIns="0" tIns="0" rIns="0" bIns="0" anchor="ctr">
            <a:spAutoFit/>
          </a:bodyPr>
          <a:lstStyle/>
          <a:p>
            <a:pPr algn="l">
              <a:spcAft>
                <a:spcPts val="0"/>
              </a:spcAft>
            </a:pPr>
            <a:r>
              <a:rPr sz="1700" b="1" i="0">
                <a:solidFill>
                  <a:srgbClr val="1B3A6B"/>
                </a:solidFill>
                <a:latin typeface="Calibri"/>
              </a:rPr>
              <a:t>52,2%</a:t>
            </a:r>
          </a:p>
        </p:txBody>
      </p:sp>
      <p:sp>
        <p:nvSpPr>
          <p:cNvPr id="11" name="TextBox 10"/>
          <p:cNvSpPr txBox="1"/>
          <p:nvPr/>
        </p:nvSpPr>
        <p:spPr>
          <a:xfrm>
            <a:off x="557784" y="1498518"/>
            <a:ext cx="18105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SOC promedio general</a:t>
            </a:r>
          </a:p>
        </p:txBody>
      </p:sp>
      <p:sp>
        <p:nvSpPr>
          <p:cNvPr id="12" name="Rectangle 11"/>
          <p:cNvSpPr/>
          <p:nvPr/>
        </p:nvSpPr>
        <p:spPr>
          <a:xfrm>
            <a:off x="2532888" y="1143000"/>
            <a:ext cx="2011680" cy="658368"/>
          </a:xfrm>
          <a:prstGeom prst="rect">
            <a:avLst/>
          </a:prstGeom>
          <a:solidFill>
            <a:srgbClr val="FFFFFF"/>
          </a:solidFill>
          <a:ln w="10160">
            <a:solidFill>
              <a:srgbClr val="E3E7EA"/>
            </a:solidFill>
          </a:ln>
        </p:spPr>
        <p:txBody>
          <a:bodyPr rtlCol="0" anchor="ctr"/>
          <a:lstStyle/>
          <a:p>
            <a:pPr algn="ctr"/>
            <a:endParaRPr/>
          </a:p>
        </p:txBody>
      </p:sp>
      <p:sp>
        <p:nvSpPr>
          <p:cNvPr id="13" name="Rectangle 12"/>
          <p:cNvSpPr/>
          <p:nvPr/>
        </p:nvSpPr>
        <p:spPr>
          <a:xfrm>
            <a:off x="2532888" y="1143000"/>
            <a:ext cx="54864" cy="658368"/>
          </a:xfrm>
          <a:prstGeom prst="rect">
            <a:avLst/>
          </a:prstGeom>
          <a:solidFill>
            <a:srgbClr val="E63946"/>
          </a:solidFill>
          <a:ln w="12700">
            <a:solidFill>
              <a:srgbClr val="E63946"/>
            </a:solidFill>
          </a:ln>
        </p:spPr>
        <p:txBody>
          <a:bodyPr rtlCol="0" anchor="ctr"/>
          <a:lstStyle/>
          <a:p>
            <a:pPr algn="ctr"/>
            <a:endParaRPr/>
          </a:p>
        </p:txBody>
      </p:sp>
      <p:sp>
        <p:nvSpPr>
          <p:cNvPr id="14" name="TextBox 13"/>
          <p:cNvSpPr txBox="1"/>
          <p:nvPr/>
        </p:nvSpPr>
        <p:spPr>
          <a:xfrm>
            <a:off x="2679192" y="1179576"/>
            <a:ext cx="1810512" cy="342351"/>
          </a:xfrm>
          <a:prstGeom prst="rect">
            <a:avLst/>
          </a:prstGeom>
          <a:noFill/>
        </p:spPr>
        <p:txBody>
          <a:bodyPr wrap="square" lIns="0" tIns="0" rIns="0" bIns="0" anchor="ctr">
            <a:spAutoFit/>
          </a:bodyPr>
          <a:lstStyle/>
          <a:p>
            <a:pPr algn="l">
              <a:spcAft>
                <a:spcPts val="0"/>
              </a:spcAft>
            </a:pPr>
            <a:r>
              <a:rPr sz="1700" b="1" i="0">
                <a:solidFill>
                  <a:srgbClr val="E63946"/>
                </a:solidFill>
                <a:latin typeface="Calibri"/>
              </a:rPr>
              <a:t>77%</a:t>
            </a:r>
          </a:p>
        </p:txBody>
      </p:sp>
      <p:sp>
        <p:nvSpPr>
          <p:cNvPr id="15" name="TextBox 14"/>
          <p:cNvSpPr txBox="1"/>
          <p:nvPr/>
        </p:nvSpPr>
        <p:spPr>
          <a:xfrm>
            <a:off x="2679192" y="1498518"/>
            <a:ext cx="18105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noches con batería en el piso</a:t>
            </a:r>
          </a:p>
        </p:txBody>
      </p:sp>
      <p:sp>
        <p:nvSpPr>
          <p:cNvPr id="16" name="TextBox 15"/>
          <p:cNvSpPr txBox="1"/>
          <p:nvPr/>
        </p:nvSpPr>
        <p:spPr>
          <a:xfrm>
            <a:off x="2679192" y="1630192"/>
            <a:ext cx="18105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873 de 1138 noches-casa</a:t>
            </a:r>
          </a:p>
        </p:txBody>
      </p:sp>
      <p:sp>
        <p:nvSpPr>
          <p:cNvPr id="17" name="Rectangle 16"/>
          <p:cNvSpPr/>
          <p:nvPr/>
        </p:nvSpPr>
        <p:spPr>
          <a:xfrm>
            <a:off x="4654296" y="1143000"/>
            <a:ext cx="2011680" cy="658368"/>
          </a:xfrm>
          <a:prstGeom prst="rect">
            <a:avLst/>
          </a:prstGeom>
          <a:solidFill>
            <a:srgbClr val="FFFFFF"/>
          </a:solidFill>
          <a:ln w="10160">
            <a:solidFill>
              <a:srgbClr val="E3E7EA"/>
            </a:solidFill>
          </a:ln>
        </p:spPr>
        <p:txBody>
          <a:bodyPr rtlCol="0" anchor="ctr"/>
          <a:lstStyle/>
          <a:p>
            <a:pPr algn="ctr"/>
            <a:endParaRPr/>
          </a:p>
        </p:txBody>
      </p:sp>
      <p:sp>
        <p:nvSpPr>
          <p:cNvPr id="18" name="Rectangle 17"/>
          <p:cNvSpPr/>
          <p:nvPr/>
        </p:nvSpPr>
        <p:spPr>
          <a:xfrm>
            <a:off x="4654296" y="1143000"/>
            <a:ext cx="54864" cy="658368"/>
          </a:xfrm>
          <a:prstGeom prst="rect">
            <a:avLst/>
          </a:prstGeom>
          <a:solidFill>
            <a:srgbClr val="1E8449"/>
          </a:solidFill>
          <a:ln w="12700">
            <a:solidFill>
              <a:srgbClr val="1E8449"/>
            </a:solidFill>
          </a:ln>
        </p:spPr>
        <p:txBody>
          <a:bodyPr rtlCol="0" anchor="ctr"/>
          <a:lstStyle/>
          <a:p>
            <a:pPr algn="ctr"/>
            <a:endParaRPr/>
          </a:p>
        </p:txBody>
      </p:sp>
      <p:sp>
        <p:nvSpPr>
          <p:cNvPr id="19" name="TextBox 18"/>
          <p:cNvSpPr txBox="1"/>
          <p:nvPr/>
        </p:nvSpPr>
        <p:spPr>
          <a:xfrm>
            <a:off x="4800600" y="1179576"/>
            <a:ext cx="1810512" cy="342351"/>
          </a:xfrm>
          <a:prstGeom prst="rect">
            <a:avLst/>
          </a:prstGeom>
          <a:noFill/>
        </p:spPr>
        <p:txBody>
          <a:bodyPr wrap="square" lIns="0" tIns="0" rIns="0" bIns="0" anchor="ctr">
            <a:spAutoFit/>
          </a:bodyPr>
          <a:lstStyle/>
          <a:p>
            <a:pPr algn="l">
              <a:spcAft>
                <a:spcPts val="0"/>
              </a:spcAft>
            </a:pPr>
            <a:r>
              <a:rPr sz="1700" b="1" i="0">
                <a:solidFill>
                  <a:srgbClr val="1E8449"/>
                </a:solidFill>
                <a:latin typeface="Calibri"/>
              </a:rPr>
              <a:t>27 de 38</a:t>
            </a:r>
          </a:p>
        </p:txBody>
      </p:sp>
      <p:sp>
        <p:nvSpPr>
          <p:cNvPr id="20" name="TextBox 19"/>
          <p:cNvSpPr txBox="1"/>
          <p:nvPr/>
        </p:nvSpPr>
        <p:spPr>
          <a:xfrm>
            <a:off x="4800600" y="1498518"/>
            <a:ext cx="18105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recargan al 100% 15+ días</a:t>
            </a:r>
          </a:p>
        </p:txBody>
      </p:sp>
      <p:sp>
        <p:nvSpPr>
          <p:cNvPr id="21" name="TextBox 20"/>
          <p:cNvSpPr txBox="1"/>
          <p:nvPr/>
        </p:nvSpPr>
        <p:spPr>
          <a:xfrm>
            <a:off x="4800600" y="1630192"/>
            <a:ext cx="18105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Llegan al 100% hacia las 13:13 en promedio</a:t>
            </a:r>
          </a:p>
        </p:txBody>
      </p:sp>
      <p:pic>
        <p:nvPicPr>
          <p:cNvPr id="22" name="Picture 21" descr="bskills.gif"/>
          <p:cNvPicPr>
            <a:picLocks noChangeAspect="1"/>
          </p:cNvPicPr>
          <p:nvPr/>
        </p:nvPicPr>
        <p:blipFill>
          <a:blip r:embed="rId3"/>
          <a:srcRect t="22000" b="13000"/>
          <a:stretch>
            <a:fillRect/>
          </a:stretch>
        </p:blipFill>
        <p:spPr>
          <a:xfrm>
            <a:off x="6812280" y="1143000"/>
            <a:ext cx="1920240" cy="658368"/>
          </a:xfrm>
          <a:prstGeom prst="rect">
            <a:avLst/>
          </a:prstGeom>
        </p:spPr>
      </p:pic>
      <p:sp>
        <p:nvSpPr>
          <p:cNvPr id="23" name="TextBox 22"/>
          <p:cNvSpPr txBox="1"/>
          <p:nvPr/>
        </p:nvSpPr>
        <p:spPr>
          <a:xfrm>
            <a:off x="411480" y="1920240"/>
            <a:ext cx="77724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Casa</a:t>
            </a:r>
          </a:p>
        </p:txBody>
      </p:sp>
      <p:sp>
        <p:nvSpPr>
          <p:cNvPr id="24" name="TextBox 23"/>
          <p:cNvSpPr txBox="1"/>
          <p:nvPr/>
        </p:nvSpPr>
        <p:spPr>
          <a:xfrm>
            <a:off x="1035337" y="1980187"/>
            <a:ext cx="1188720" cy="104644"/>
          </a:xfrm>
          <a:prstGeom prst="rect">
            <a:avLst/>
          </a:prstGeom>
          <a:noFill/>
        </p:spPr>
        <p:txBody>
          <a:bodyPr wrap="square" lIns="0" tIns="0" rIns="0" bIns="0" anchor="ctr">
            <a:spAutoFit/>
          </a:bodyPr>
          <a:lstStyle/>
          <a:p>
            <a:pPr algn="l">
              <a:spcAft>
                <a:spcPts val="0"/>
              </a:spcAft>
            </a:pPr>
            <a:r>
              <a:rPr lang="es-CO" sz="680" b="1" i="0" dirty="0">
                <a:solidFill>
                  <a:srgbClr val="7F8C8D"/>
                </a:solidFill>
                <a:latin typeface="Calibri"/>
              </a:rPr>
              <a:t>Media </a:t>
            </a:r>
            <a:r>
              <a:rPr sz="680" b="1" i="0" dirty="0">
                <a:solidFill>
                  <a:srgbClr val="7F8C8D"/>
                </a:solidFill>
                <a:latin typeface="Calibri"/>
              </a:rPr>
              <a:t>Noches en el </a:t>
            </a:r>
            <a:r>
              <a:rPr sz="680" b="1" i="0" dirty="0" err="1">
                <a:solidFill>
                  <a:srgbClr val="7F8C8D"/>
                </a:solidFill>
                <a:latin typeface="Calibri"/>
              </a:rPr>
              <a:t>piso</a:t>
            </a:r>
            <a:r>
              <a:rPr sz="680" b="1" i="0" dirty="0">
                <a:solidFill>
                  <a:srgbClr val="7F8C8D"/>
                </a:solidFill>
                <a:latin typeface="Calibri"/>
              </a:rPr>
              <a:t> (de 30)</a:t>
            </a:r>
          </a:p>
        </p:txBody>
      </p:sp>
      <p:sp>
        <p:nvSpPr>
          <p:cNvPr id="25" name="TextBox 24"/>
          <p:cNvSpPr txBox="1"/>
          <p:nvPr/>
        </p:nvSpPr>
        <p:spPr>
          <a:xfrm>
            <a:off x="3520440" y="1920240"/>
            <a:ext cx="50292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Amanecer</a:t>
            </a:r>
          </a:p>
        </p:txBody>
      </p:sp>
      <p:sp>
        <p:nvSpPr>
          <p:cNvPr id="26" name="TextBox 25"/>
          <p:cNvSpPr txBox="1"/>
          <p:nvPr/>
        </p:nvSpPr>
        <p:spPr>
          <a:xfrm>
            <a:off x="4023360" y="1920240"/>
            <a:ext cx="50292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Días 100%</a:t>
            </a:r>
          </a:p>
        </p:txBody>
      </p:sp>
      <p:sp>
        <p:nvSpPr>
          <p:cNvPr id="27" name="TextBox 26"/>
          <p:cNvSpPr txBox="1"/>
          <p:nvPr/>
        </p:nvSpPr>
        <p:spPr>
          <a:xfrm>
            <a:off x="2377440" y="1920240"/>
            <a:ext cx="1188720" cy="182880"/>
          </a:xfrm>
          <a:prstGeom prst="rect">
            <a:avLst/>
          </a:prstGeom>
          <a:noFill/>
        </p:spPr>
        <p:txBody>
          <a:bodyPr wrap="square" lIns="0" tIns="0" rIns="0" bIns="0" anchor="ctr">
            <a:spAutoFit/>
          </a:bodyPr>
          <a:lstStyle/>
          <a:p>
            <a:pPr algn="ctr">
              <a:spcAft>
                <a:spcPts val="0"/>
              </a:spcAft>
            </a:pPr>
            <a:r>
              <a:rPr sz="680" b="1" i="0">
                <a:solidFill>
                  <a:srgbClr val="7F8C8D"/>
                </a:solidFill>
                <a:latin typeface="Calibri"/>
              </a:rPr>
              <a:t>Hora al llegar al 100%</a:t>
            </a:r>
          </a:p>
        </p:txBody>
      </p:sp>
      <p:sp>
        <p:nvSpPr>
          <p:cNvPr id="28" name="TextBox 27"/>
          <p:cNvSpPr txBox="1"/>
          <p:nvPr/>
        </p:nvSpPr>
        <p:spPr>
          <a:xfrm>
            <a:off x="2286000"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10h</a:t>
            </a:r>
          </a:p>
        </p:txBody>
      </p:sp>
      <p:sp>
        <p:nvSpPr>
          <p:cNvPr id="29" name="TextBox 28"/>
          <p:cNvSpPr txBox="1"/>
          <p:nvPr/>
        </p:nvSpPr>
        <p:spPr>
          <a:xfrm>
            <a:off x="2684206"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12h</a:t>
            </a:r>
          </a:p>
        </p:txBody>
      </p:sp>
      <p:sp>
        <p:nvSpPr>
          <p:cNvPr id="30" name="TextBox 29"/>
          <p:cNvSpPr txBox="1"/>
          <p:nvPr/>
        </p:nvSpPr>
        <p:spPr>
          <a:xfrm>
            <a:off x="3082412"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14h</a:t>
            </a:r>
          </a:p>
        </p:txBody>
      </p:sp>
      <p:sp>
        <p:nvSpPr>
          <p:cNvPr id="31" name="TextBox 30"/>
          <p:cNvSpPr txBox="1"/>
          <p:nvPr/>
        </p:nvSpPr>
        <p:spPr>
          <a:xfrm>
            <a:off x="3480619"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16h</a:t>
            </a:r>
          </a:p>
        </p:txBody>
      </p:sp>
      <p:sp>
        <p:nvSpPr>
          <p:cNvPr id="32" name="Rectangle 31"/>
          <p:cNvSpPr/>
          <p:nvPr/>
        </p:nvSpPr>
        <p:spPr>
          <a:xfrm>
            <a:off x="411480" y="2157984"/>
            <a:ext cx="4114800" cy="132588"/>
          </a:xfrm>
          <a:prstGeom prst="rect">
            <a:avLst/>
          </a:prstGeom>
          <a:solidFill>
            <a:srgbClr val="FFFFFF"/>
          </a:solidFill>
          <a:ln>
            <a:noFill/>
          </a:ln>
        </p:spPr>
        <p:txBody>
          <a:bodyPr rtlCol="0" anchor="ctr"/>
          <a:lstStyle/>
          <a:p>
            <a:pPr algn="ctr"/>
            <a:endParaRPr/>
          </a:p>
        </p:txBody>
      </p:sp>
      <p:sp>
        <p:nvSpPr>
          <p:cNvPr id="33" name="TextBox 32"/>
          <p:cNvSpPr txBox="1"/>
          <p:nvPr/>
        </p:nvSpPr>
        <p:spPr>
          <a:xfrm>
            <a:off x="438912" y="215798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70</a:t>
            </a:r>
          </a:p>
        </p:txBody>
      </p:sp>
      <p:sp>
        <p:nvSpPr>
          <p:cNvPr id="34" name="Rectangle 33"/>
          <p:cNvSpPr/>
          <p:nvPr/>
        </p:nvSpPr>
        <p:spPr>
          <a:xfrm>
            <a:off x="1188720" y="2171699"/>
            <a:ext cx="868680" cy="105156"/>
          </a:xfrm>
          <a:prstGeom prst="rect">
            <a:avLst/>
          </a:prstGeom>
          <a:solidFill>
            <a:srgbClr val="1F6F78"/>
          </a:solidFill>
          <a:ln w="12700">
            <a:solidFill>
              <a:srgbClr val="1F6F78"/>
            </a:solidFill>
          </a:ln>
        </p:spPr>
        <p:txBody>
          <a:bodyPr rtlCol="0" anchor="ctr"/>
          <a:lstStyle/>
          <a:p>
            <a:pPr algn="ctr"/>
            <a:endParaRPr/>
          </a:p>
        </p:txBody>
      </p:sp>
      <p:sp>
        <p:nvSpPr>
          <p:cNvPr id="35" name="TextBox 34"/>
          <p:cNvSpPr txBox="1"/>
          <p:nvPr/>
        </p:nvSpPr>
        <p:spPr>
          <a:xfrm>
            <a:off x="2084831" y="2157984"/>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36" name="Rectangle 35"/>
          <p:cNvSpPr/>
          <p:nvPr/>
        </p:nvSpPr>
        <p:spPr>
          <a:xfrm>
            <a:off x="2423160" y="2219706"/>
            <a:ext cx="1234439" cy="9144"/>
          </a:xfrm>
          <a:prstGeom prst="rect">
            <a:avLst/>
          </a:prstGeom>
          <a:solidFill>
            <a:srgbClr val="D5DAE1"/>
          </a:solidFill>
          <a:ln w="12700">
            <a:solidFill>
              <a:srgbClr val="D5DAE1"/>
            </a:solidFill>
          </a:ln>
        </p:spPr>
        <p:txBody>
          <a:bodyPr rtlCol="0" anchor="ctr"/>
          <a:lstStyle/>
          <a:p>
            <a:pPr algn="ctr"/>
            <a:endParaRPr/>
          </a:p>
        </p:txBody>
      </p:sp>
      <p:sp>
        <p:nvSpPr>
          <p:cNvPr id="37" name="Oval 36"/>
          <p:cNvSpPr/>
          <p:nvPr/>
        </p:nvSpPr>
        <p:spPr>
          <a:xfrm>
            <a:off x="2802567" y="2187701"/>
            <a:ext cx="73152" cy="73152"/>
          </a:xfrm>
          <a:prstGeom prst="ellipse">
            <a:avLst/>
          </a:prstGeom>
          <a:solidFill>
            <a:srgbClr val="F5A623"/>
          </a:solidFill>
          <a:ln w="12700">
            <a:solidFill>
              <a:srgbClr val="F5A623"/>
            </a:solidFill>
          </a:ln>
        </p:spPr>
        <p:txBody>
          <a:bodyPr rtlCol="0" anchor="ctr"/>
          <a:lstStyle/>
          <a:p>
            <a:pPr algn="ctr"/>
            <a:endParaRPr/>
          </a:p>
        </p:txBody>
      </p:sp>
      <p:sp>
        <p:nvSpPr>
          <p:cNvPr id="38" name="TextBox 37"/>
          <p:cNvSpPr txBox="1"/>
          <p:nvPr/>
        </p:nvSpPr>
        <p:spPr>
          <a:xfrm>
            <a:off x="2894007" y="215798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12:05</a:t>
            </a:r>
          </a:p>
        </p:txBody>
      </p:sp>
      <p:sp>
        <p:nvSpPr>
          <p:cNvPr id="39" name="TextBox 38"/>
          <p:cNvSpPr txBox="1"/>
          <p:nvPr/>
        </p:nvSpPr>
        <p:spPr>
          <a:xfrm>
            <a:off x="3520440" y="2157984"/>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18%</a:t>
            </a:r>
          </a:p>
        </p:txBody>
      </p:sp>
      <p:sp>
        <p:nvSpPr>
          <p:cNvPr id="40" name="TextBox 39"/>
          <p:cNvSpPr txBox="1"/>
          <p:nvPr/>
        </p:nvSpPr>
        <p:spPr>
          <a:xfrm>
            <a:off x="4023360" y="215798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28</a:t>
            </a:r>
          </a:p>
        </p:txBody>
      </p:sp>
      <p:sp>
        <p:nvSpPr>
          <p:cNvPr id="41" name="TextBox 40"/>
          <p:cNvSpPr txBox="1"/>
          <p:nvPr/>
        </p:nvSpPr>
        <p:spPr>
          <a:xfrm>
            <a:off x="438912" y="229057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a:t>
            </a:r>
          </a:p>
        </p:txBody>
      </p:sp>
      <p:sp>
        <p:nvSpPr>
          <p:cNvPr id="42" name="Rectangle 41"/>
          <p:cNvSpPr/>
          <p:nvPr/>
        </p:nvSpPr>
        <p:spPr>
          <a:xfrm>
            <a:off x="1188720" y="2304287"/>
            <a:ext cx="868680" cy="105156"/>
          </a:xfrm>
          <a:prstGeom prst="rect">
            <a:avLst/>
          </a:prstGeom>
          <a:solidFill>
            <a:srgbClr val="1F6F78"/>
          </a:solidFill>
          <a:ln w="12700">
            <a:solidFill>
              <a:srgbClr val="1F6F78"/>
            </a:solidFill>
          </a:ln>
        </p:spPr>
        <p:txBody>
          <a:bodyPr rtlCol="0" anchor="ctr"/>
          <a:lstStyle/>
          <a:p>
            <a:pPr algn="ctr"/>
            <a:endParaRPr/>
          </a:p>
        </p:txBody>
      </p:sp>
      <p:sp>
        <p:nvSpPr>
          <p:cNvPr id="43" name="TextBox 42"/>
          <p:cNvSpPr txBox="1"/>
          <p:nvPr/>
        </p:nvSpPr>
        <p:spPr>
          <a:xfrm>
            <a:off x="2084831" y="2290572"/>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44" name="Rectangle 43"/>
          <p:cNvSpPr/>
          <p:nvPr/>
        </p:nvSpPr>
        <p:spPr>
          <a:xfrm>
            <a:off x="2423160" y="2352294"/>
            <a:ext cx="1234439" cy="9144"/>
          </a:xfrm>
          <a:prstGeom prst="rect">
            <a:avLst/>
          </a:prstGeom>
          <a:solidFill>
            <a:srgbClr val="D5DAE1"/>
          </a:solidFill>
          <a:ln w="12700">
            <a:solidFill>
              <a:srgbClr val="D5DAE1"/>
            </a:solidFill>
          </a:ln>
        </p:spPr>
        <p:txBody>
          <a:bodyPr rtlCol="0" anchor="ctr"/>
          <a:lstStyle/>
          <a:p>
            <a:pPr algn="ctr"/>
            <a:endParaRPr/>
          </a:p>
        </p:txBody>
      </p:sp>
      <p:sp>
        <p:nvSpPr>
          <p:cNvPr id="45" name="Oval 44"/>
          <p:cNvSpPr/>
          <p:nvPr/>
        </p:nvSpPr>
        <p:spPr>
          <a:xfrm>
            <a:off x="2746960" y="2320289"/>
            <a:ext cx="73152" cy="73152"/>
          </a:xfrm>
          <a:prstGeom prst="ellipse">
            <a:avLst/>
          </a:prstGeom>
          <a:solidFill>
            <a:srgbClr val="F5A623"/>
          </a:solidFill>
          <a:ln w="12700">
            <a:solidFill>
              <a:srgbClr val="F5A623"/>
            </a:solidFill>
          </a:ln>
        </p:spPr>
        <p:txBody>
          <a:bodyPr rtlCol="0" anchor="ctr"/>
          <a:lstStyle/>
          <a:p>
            <a:pPr algn="ctr"/>
            <a:endParaRPr/>
          </a:p>
        </p:txBody>
      </p:sp>
      <p:sp>
        <p:nvSpPr>
          <p:cNvPr id="46" name="TextBox 45"/>
          <p:cNvSpPr txBox="1"/>
          <p:nvPr/>
        </p:nvSpPr>
        <p:spPr>
          <a:xfrm>
            <a:off x="2838400" y="229057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11:49</a:t>
            </a:r>
          </a:p>
        </p:txBody>
      </p:sp>
      <p:sp>
        <p:nvSpPr>
          <p:cNvPr id="47" name="TextBox 46"/>
          <p:cNvSpPr txBox="1"/>
          <p:nvPr/>
        </p:nvSpPr>
        <p:spPr>
          <a:xfrm>
            <a:off x="3520440" y="2290572"/>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13%</a:t>
            </a:r>
          </a:p>
        </p:txBody>
      </p:sp>
      <p:sp>
        <p:nvSpPr>
          <p:cNvPr id="48" name="TextBox 47"/>
          <p:cNvSpPr txBox="1"/>
          <p:nvPr/>
        </p:nvSpPr>
        <p:spPr>
          <a:xfrm>
            <a:off x="4023360" y="229057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25</a:t>
            </a:r>
          </a:p>
        </p:txBody>
      </p:sp>
      <p:sp>
        <p:nvSpPr>
          <p:cNvPr id="49" name="Rectangle 48"/>
          <p:cNvSpPr/>
          <p:nvPr/>
        </p:nvSpPr>
        <p:spPr>
          <a:xfrm>
            <a:off x="411480" y="2423160"/>
            <a:ext cx="4114800" cy="132588"/>
          </a:xfrm>
          <a:prstGeom prst="rect">
            <a:avLst/>
          </a:prstGeom>
          <a:solidFill>
            <a:srgbClr val="FFFFFF"/>
          </a:solidFill>
          <a:ln>
            <a:noFill/>
          </a:ln>
        </p:spPr>
        <p:txBody>
          <a:bodyPr rtlCol="0" anchor="ctr"/>
          <a:lstStyle/>
          <a:p>
            <a:pPr algn="ctr"/>
            <a:endParaRPr/>
          </a:p>
        </p:txBody>
      </p:sp>
      <p:sp>
        <p:nvSpPr>
          <p:cNvPr id="50" name="TextBox 49"/>
          <p:cNvSpPr txBox="1"/>
          <p:nvPr/>
        </p:nvSpPr>
        <p:spPr>
          <a:xfrm>
            <a:off x="438912" y="2423160"/>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382p</a:t>
            </a:r>
          </a:p>
        </p:txBody>
      </p:sp>
      <p:sp>
        <p:nvSpPr>
          <p:cNvPr id="51" name="Rectangle 50"/>
          <p:cNvSpPr/>
          <p:nvPr/>
        </p:nvSpPr>
        <p:spPr>
          <a:xfrm>
            <a:off x="1188720" y="2436875"/>
            <a:ext cx="868680" cy="105156"/>
          </a:xfrm>
          <a:prstGeom prst="rect">
            <a:avLst/>
          </a:prstGeom>
          <a:solidFill>
            <a:srgbClr val="1F6F78"/>
          </a:solidFill>
          <a:ln w="12700">
            <a:solidFill>
              <a:srgbClr val="1F6F78"/>
            </a:solidFill>
          </a:ln>
        </p:spPr>
        <p:txBody>
          <a:bodyPr rtlCol="0" anchor="ctr"/>
          <a:lstStyle/>
          <a:p>
            <a:pPr algn="ctr"/>
            <a:endParaRPr/>
          </a:p>
        </p:txBody>
      </p:sp>
      <p:sp>
        <p:nvSpPr>
          <p:cNvPr id="52" name="TextBox 51"/>
          <p:cNvSpPr txBox="1"/>
          <p:nvPr/>
        </p:nvSpPr>
        <p:spPr>
          <a:xfrm>
            <a:off x="2084831" y="2423160"/>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53" name="Rectangle 52"/>
          <p:cNvSpPr/>
          <p:nvPr/>
        </p:nvSpPr>
        <p:spPr>
          <a:xfrm>
            <a:off x="2423160" y="2484882"/>
            <a:ext cx="1234439" cy="9144"/>
          </a:xfrm>
          <a:prstGeom prst="rect">
            <a:avLst/>
          </a:prstGeom>
          <a:solidFill>
            <a:srgbClr val="D5DAE1"/>
          </a:solidFill>
          <a:ln w="12700">
            <a:solidFill>
              <a:srgbClr val="D5DAE1"/>
            </a:solidFill>
          </a:ln>
        </p:spPr>
        <p:txBody>
          <a:bodyPr rtlCol="0" anchor="ctr"/>
          <a:lstStyle/>
          <a:p>
            <a:pPr algn="ctr"/>
            <a:endParaRPr/>
          </a:p>
        </p:txBody>
      </p:sp>
      <p:sp>
        <p:nvSpPr>
          <p:cNvPr id="54" name="Oval 53"/>
          <p:cNvSpPr/>
          <p:nvPr/>
        </p:nvSpPr>
        <p:spPr>
          <a:xfrm>
            <a:off x="2859454" y="2452877"/>
            <a:ext cx="73152" cy="73152"/>
          </a:xfrm>
          <a:prstGeom prst="ellipse">
            <a:avLst/>
          </a:prstGeom>
          <a:solidFill>
            <a:srgbClr val="F5A623"/>
          </a:solidFill>
          <a:ln w="12700">
            <a:solidFill>
              <a:srgbClr val="F5A623"/>
            </a:solidFill>
          </a:ln>
        </p:spPr>
        <p:txBody>
          <a:bodyPr rtlCol="0" anchor="ctr"/>
          <a:lstStyle/>
          <a:p>
            <a:pPr algn="ctr"/>
            <a:endParaRPr/>
          </a:p>
        </p:txBody>
      </p:sp>
      <p:sp>
        <p:nvSpPr>
          <p:cNvPr id="55" name="TextBox 54"/>
          <p:cNvSpPr txBox="1"/>
          <p:nvPr/>
        </p:nvSpPr>
        <p:spPr>
          <a:xfrm>
            <a:off x="2950894" y="2423160"/>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12:22</a:t>
            </a:r>
          </a:p>
        </p:txBody>
      </p:sp>
      <p:sp>
        <p:nvSpPr>
          <p:cNvPr id="56" name="TextBox 55"/>
          <p:cNvSpPr txBox="1"/>
          <p:nvPr/>
        </p:nvSpPr>
        <p:spPr>
          <a:xfrm>
            <a:off x="3520440" y="2423160"/>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18%</a:t>
            </a:r>
          </a:p>
        </p:txBody>
      </p:sp>
      <p:sp>
        <p:nvSpPr>
          <p:cNvPr id="57" name="TextBox 56"/>
          <p:cNvSpPr txBox="1"/>
          <p:nvPr/>
        </p:nvSpPr>
        <p:spPr>
          <a:xfrm>
            <a:off x="4023360" y="2423160"/>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24</a:t>
            </a:r>
          </a:p>
        </p:txBody>
      </p:sp>
      <p:sp>
        <p:nvSpPr>
          <p:cNvPr id="58" name="TextBox 57"/>
          <p:cNvSpPr txBox="1"/>
          <p:nvPr/>
        </p:nvSpPr>
        <p:spPr>
          <a:xfrm>
            <a:off x="438912" y="2555748"/>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78T</a:t>
            </a:r>
          </a:p>
        </p:txBody>
      </p:sp>
      <p:sp>
        <p:nvSpPr>
          <p:cNvPr id="59" name="Rectangle 58"/>
          <p:cNvSpPr/>
          <p:nvPr/>
        </p:nvSpPr>
        <p:spPr>
          <a:xfrm>
            <a:off x="1188720" y="2569463"/>
            <a:ext cx="868680" cy="105156"/>
          </a:xfrm>
          <a:prstGeom prst="rect">
            <a:avLst/>
          </a:prstGeom>
          <a:solidFill>
            <a:srgbClr val="1F6F78"/>
          </a:solidFill>
          <a:ln w="12700">
            <a:solidFill>
              <a:srgbClr val="1F6F78"/>
            </a:solidFill>
          </a:ln>
        </p:spPr>
        <p:txBody>
          <a:bodyPr rtlCol="0" anchor="ctr"/>
          <a:lstStyle/>
          <a:p>
            <a:pPr algn="ctr"/>
            <a:endParaRPr/>
          </a:p>
        </p:txBody>
      </p:sp>
      <p:sp>
        <p:nvSpPr>
          <p:cNvPr id="60" name="TextBox 59"/>
          <p:cNvSpPr txBox="1"/>
          <p:nvPr/>
        </p:nvSpPr>
        <p:spPr>
          <a:xfrm>
            <a:off x="2084831" y="2555748"/>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61" name="Rectangle 60"/>
          <p:cNvSpPr/>
          <p:nvPr/>
        </p:nvSpPr>
        <p:spPr>
          <a:xfrm>
            <a:off x="2423160" y="2617470"/>
            <a:ext cx="1234439" cy="9144"/>
          </a:xfrm>
          <a:prstGeom prst="rect">
            <a:avLst/>
          </a:prstGeom>
          <a:solidFill>
            <a:srgbClr val="D5DAE1"/>
          </a:solidFill>
          <a:ln w="12700">
            <a:solidFill>
              <a:srgbClr val="D5DAE1"/>
            </a:solidFill>
          </a:ln>
        </p:spPr>
        <p:txBody>
          <a:bodyPr rtlCol="0" anchor="ctr"/>
          <a:lstStyle/>
          <a:p>
            <a:pPr algn="ctr"/>
            <a:endParaRPr/>
          </a:p>
        </p:txBody>
      </p:sp>
      <p:sp>
        <p:nvSpPr>
          <p:cNvPr id="62" name="Oval 61"/>
          <p:cNvSpPr/>
          <p:nvPr/>
        </p:nvSpPr>
        <p:spPr>
          <a:xfrm>
            <a:off x="2884342" y="2585465"/>
            <a:ext cx="73152" cy="73152"/>
          </a:xfrm>
          <a:prstGeom prst="ellipse">
            <a:avLst/>
          </a:prstGeom>
          <a:solidFill>
            <a:srgbClr val="F5A623"/>
          </a:solidFill>
          <a:ln w="12700">
            <a:solidFill>
              <a:srgbClr val="F5A623"/>
            </a:solidFill>
          </a:ln>
        </p:spPr>
        <p:txBody>
          <a:bodyPr rtlCol="0" anchor="ctr"/>
          <a:lstStyle/>
          <a:p>
            <a:pPr algn="ctr"/>
            <a:endParaRPr/>
          </a:p>
        </p:txBody>
      </p:sp>
      <p:sp>
        <p:nvSpPr>
          <p:cNvPr id="63" name="TextBox 62"/>
          <p:cNvSpPr txBox="1"/>
          <p:nvPr/>
        </p:nvSpPr>
        <p:spPr>
          <a:xfrm>
            <a:off x="2975782" y="2555748"/>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12:30</a:t>
            </a:r>
          </a:p>
        </p:txBody>
      </p:sp>
      <p:sp>
        <p:nvSpPr>
          <p:cNvPr id="64" name="TextBox 63"/>
          <p:cNvSpPr txBox="1"/>
          <p:nvPr/>
        </p:nvSpPr>
        <p:spPr>
          <a:xfrm>
            <a:off x="3520440" y="2555748"/>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18%</a:t>
            </a:r>
          </a:p>
        </p:txBody>
      </p:sp>
      <p:sp>
        <p:nvSpPr>
          <p:cNvPr id="65" name="TextBox 64"/>
          <p:cNvSpPr txBox="1"/>
          <p:nvPr/>
        </p:nvSpPr>
        <p:spPr>
          <a:xfrm>
            <a:off x="4023360" y="2555748"/>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23</a:t>
            </a:r>
          </a:p>
        </p:txBody>
      </p:sp>
      <p:sp>
        <p:nvSpPr>
          <p:cNvPr id="66" name="Rectangle 65"/>
          <p:cNvSpPr/>
          <p:nvPr/>
        </p:nvSpPr>
        <p:spPr>
          <a:xfrm>
            <a:off x="411480" y="2688336"/>
            <a:ext cx="4114800" cy="132588"/>
          </a:xfrm>
          <a:prstGeom prst="rect">
            <a:avLst/>
          </a:prstGeom>
          <a:solidFill>
            <a:srgbClr val="FFFFFF"/>
          </a:solidFill>
          <a:ln>
            <a:noFill/>
          </a:ln>
        </p:spPr>
        <p:txBody>
          <a:bodyPr rtlCol="0" anchor="ctr"/>
          <a:lstStyle/>
          <a:p>
            <a:pPr algn="ctr"/>
            <a:endParaRPr/>
          </a:p>
        </p:txBody>
      </p:sp>
      <p:sp>
        <p:nvSpPr>
          <p:cNvPr id="67" name="TextBox 66"/>
          <p:cNvSpPr txBox="1"/>
          <p:nvPr/>
        </p:nvSpPr>
        <p:spPr>
          <a:xfrm>
            <a:off x="438912" y="2688336"/>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435p</a:t>
            </a:r>
          </a:p>
        </p:txBody>
      </p:sp>
      <p:sp>
        <p:nvSpPr>
          <p:cNvPr id="68" name="Rectangle 67"/>
          <p:cNvSpPr/>
          <p:nvPr/>
        </p:nvSpPr>
        <p:spPr>
          <a:xfrm>
            <a:off x="1188720" y="2702052"/>
            <a:ext cx="868680" cy="105156"/>
          </a:xfrm>
          <a:prstGeom prst="rect">
            <a:avLst/>
          </a:prstGeom>
          <a:solidFill>
            <a:srgbClr val="1F6F78"/>
          </a:solidFill>
          <a:ln w="12700">
            <a:solidFill>
              <a:srgbClr val="1F6F78"/>
            </a:solidFill>
          </a:ln>
        </p:spPr>
        <p:txBody>
          <a:bodyPr rtlCol="0" anchor="ctr"/>
          <a:lstStyle/>
          <a:p>
            <a:pPr algn="ctr"/>
            <a:endParaRPr/>
          </a:p>
        </p:txBody>
      </p:sp>
      <p:sp>
        <p:nvSpPr>
          <p:cNvPr id="69" name="TextBox 68"/>
          <p:cNvSpPr txBox="1"/>
          <p:nvPr/>
        </p:nvSpPr>
        <p:spPr>
          <a:xfrm>
            <a:off x="2084831" y="2688336"/>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70" name="Rectangle 69"/>
          <p:cNvSpPr/>
          <p:nvPr/>
        </p:nvSpPr>
        <p:spPr>
          <a:xfrm>
            <a:off x="2423160" y="2750058"/>
            <a:ext cx="1234439" cy="9144"/>
          </a:xfrm>
          <a:prstGeom prst="rect">
            <a:avLst/>
          </a:prstGeom>
          <a:solidFill>
            <a:srgbClr val="D5DAE1"/>
          </a:solidFill>
          <a:ln w="12700">
            <a:solidFill>
              <a:srgbClr val="D5DAE1"/>
            </a:solidFill>
          </a:ln>
        </p:spPr>
        <p:txBody>
          <a:bodyPr rtlCol="0" anchor="ctr"/>
          <a:lstStyle/>
          <a:p>
            <a:pPr algn="ctr"/>
            <a:endParaRPr/>
          </a:p>
        </p:txBody>
      </p:sp>
      <p:sp>
        <p:nvSpPr>
          <p:cNvPr id="71" name="Oval 70"/>
          <p:cNvSpPr/>
          <p:nvPr/>
        </p:nvSpPr>
        <p:spPr>
          <a:xfrm>
            <a:off x="3193476" y="2718053"/>
            <a:ext cx="73152" cy="73152"/>
          </a:xfrm>
          <a:prstGeom prst="ellipse">
            <a:avLst/>
          </a:prstGeom>
          <a:solidFill>
            <a:srgbClr val="F5A623"/>
          </a:solidFill>
          <a:ln w="12700">
            <a:solidFill>
              <a:srgbClr val="F5A623"/>
            </a:solidFill>
          </a:ln>
        </p:spPr>
        <p:txBody>
          <a:bodyPr rtlCol="0" anchor="ctr"/>
          <a:lstStyle/>
          <a:p>
            <a:pPr algn="ctr"/>
            <a:endParaRPr/>
          </a:p>
        </p:txBody>
      </p:sp>
      <p:sp>
        <p:nvSpPr>
          <p:cNvPr id="72" name="TextBox 71"/>
          <p:cNvSpPr txBox="1"/>
          <p:nvPr/>
        </p:nvSpPr>
        <p:spPr>
          <a:xfrm>
            <a:off x="3284916" y="2688336"/>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14:03</a:t>
            </a:r>
          </a:p>
        </p:txBody>
      </p:sp>
      <p:sp>
        <p:nvSpPr>
          <p:cNvPr id="73" name="TextBox 72"/>
          <p:cNvSpPr txBox="1"/>
          <p:nvPr/>
        </p:nvSpPr>
        <p:spPr>
          <a:xfrm>
            <a:off x="3520440" y="2688336"/>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74" name="TextBox 73"/>
          <p:cNvSpPr txBox="1"/>
          <p:nvPr/>
        </p:nvSpPr>
        <p:spPr>
          <a:xfrm>
            <a:off x="4023360" y="2688336"/>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19</a:t>
            </a:r>
          </a:p>
        </p:txBody>
      </p:sp>
      <p:sp>
        <p:nvSpPr>
          <p:cNvPr id="75" name="TextBox 74"/>
          <p:cNvSpPr txBox="1"/>
          <p:nvPr/>
        </p:nvSpPr>
        <p:spPr>
          <a:xfrm>
            <a:off x="438912" y="282092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35</a:t>
            </a:r>
          </a:p>
        </p:txBody>
      </p:sp>
      <p:sp>
        <p:nvSpPr>
          <p:cNvPr id="76" name="Rectangle 75"/>
          <p:cNvSpPr/>
          <p:nvPr/>
        </p:nvSpPr>
        <p:spPr>
          <a:xfrm>
            <a:off x="1188720" y="2834640"/>
            <a:ext cx="868680" cy="105156"/>
          </a:xfrm>
          <a:prstGeom prst="rect">
            <a:avLst/>
          </a:prstGeom>
          <a:solidFill>
            <a:srgbClr val="1F6F78"/>
          </a:solidFill>
          <a:ln w="12700">
            <a:solidFill>
              <a:srgbClr val="1F6F78"/>
            </a:solidFill>
          </a:ln>
        </p:spPr>
        <p:txBody>
          <a:bodyPr rtlCol="0" anchor="ctr"/>
          <a:lstStyle/>
          <a:p>
            <a:pPr algn="ctr"/>
            <a:endParaRPr/>
          </a:p>
        </p:txBody>
      </p:sp>
      <p:sp>
        <p:nvSpPr>
          <p:cNvPr id="77" name="TextBox 76"/>
          <p:cNvSpPr txBox="1"/>
          <p:nvPr/>
        </p:nvSpPr>
        <p:spPr>
          <a:xfrm>
            <a:off x="2084831" y="2820924"/>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78" name="Rectangle 77"/>
          <p:cNvSpPr/>
          <p:nvPr/>
        </p:nvSpPr>
        <p:spPr>
          <a:xfrm>
            <a:off x="2423160" y="2882646"/>
            <a:ext cx="1234439" cy="9144"/>
          </a:xfrm>
          <a:prstGeom prst="rect">
            <a:avLst/>
          </a:prstGeom>
          <a:solidFill>
            <a:srgbClr val="D5DAE1"/>
          </a:solidFill>
          <a:ln w="12700">
            <a:solidFill>
              <a:srgbClr val="D5DAE1"/>
            </a:solidFill>
          </a:ln>
        </p:spPr>
        <p:txBody>
          <a:bodyPr rtlCol="0" anchor="ctr"/>
          <a:lstStyle/>
          <a:p>
            <a:pPr algn="ctr"/>
            <a:endParaRPr/>
          </a:p>
        </p:txBody>
      </p:sp>
      <p:sp>
        <p:nvSpPr>
          <p:cNvPr id="79" name="Oval 78"/>
          <p:cNvSpPr/>
          <p:nvPr/>
        </p:nvSpPr>
        <p:spPr>
          <a:xfrm>
            <a:off x="3146494" y="2850641"/>
            <a:ext cx="73152" cy="73152"/>
          </a:xfrm>
          <a:prstGeom prst="ellipse">
            <a:avLst/>
          </a:prstGeom>
          <a:solidFill>
            <a:srgbClr val="F5A623"/>
          </a:solidFill>
          <a:ln w="12700">
            <a:solidFill>
              <a:srgbClr val="F5A623"/>
            </a:solidFill>
          </a:ln>
        </p:spPr>
        <p:txBody>
          <a:bodyPr rtlCol="0" anchor="ctr"/>
          <a:lstStyle/>
          <a:p>
            <a:pPr algn="ctr"/>
            <a:endParaRPr/>
          </a:p>
        </p:txBody>
      </p:sp>
      <p:sp>
        <p:nvSpPr>
          <p:cNvPr id="80" name="TextBox 79"/>
          <p:cNvSpPr txBox="1"/>
          <p:nvPr/>
        </p:nvSpPr>
        <p:spPr>
          <a:xfrm>
            <a:off x="3237934" y="282092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13:49</a:t>
            </a:r>
          </a:p>
        </p:txBody>
      </p:sp>
      <p:sp>
        <p:nvSpPr>
          <p:cNvPr id="81" name="TextBox 80"/>
          <p:cNvSpPr txBox="1"/>
          <p:nvPr/>
        </p:nvSpPr>
        <p:spPr>
          <a:xfrm>
            <a:off x="3520440" y="2820924"/>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82" name="TextBox 81"/>
          <p:cNvSpPr txBox="1"/>
          <p:nvPr/>
        </p:nvSpPr>
        <p:spPr>
          <a:xfrm>
            <a:off x="4023360" y="282092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15</a:t>
            </a:r>
          </a:p>
        </p:txBody>
      </p:sp>
      <p:sp>
        <p:nvSpPr>
          <p:cNvPr id="83" name="Rectangle 82"/>
          <p:cNvSpPr/>
          <p:nvPr/>
        </p:nvSpPr>
        <p:spPr>
          <a:xfrm>
            <a:off x="411480" y="2953511"/>
            <a:ext cx="4114800" cy="132588"/>
          </a:xfrm>
          <a:prstGeom prst="rect">
            <a:avLst/>
          </a:prstGeom>
          <a:solidFill>
            <a:srgbClr val="FFFFFF"/>
          </a:solidFill>
          <a:ln>
            <a:noFill/>
          </a:ln>
        </p:spPr>
        <p:txBody>
          <a:bodyPr rtlCol="0" anchor="ctr"/>
          <a:lstStyle/>
          <a:p>
            <a:pPr algn="ctr"/>
            <a:endParaRPr/>
          </a:p>
        </p:txBody>
      </p:sp>
      <p:sp>
        <p:nvSpPr>
          <p:cNvPr id="84" name="TextBox 83"/>
          <p:cNvSpPr txBox="1"/>
          <p:nvPr/>
        </p:nvSpPr>
        <p:spPr>
          <a:xfrm>
            <a:off x="438912" y="2953511"/>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30</a:t>
            </a:r>
          </a:p>
        </p:txBody>
      </p:sp>
      <p:sp>
        <p:nvSpPr>
          <p:cNvPr id="85" name="Rectangle 84"/>
          <p:cNvSpPr/>
          <p:nvPr/>
        </p:nvSpPr>
        <p:spPr>
          <a:xfrm>
            <a:off x="1188720" y="2967227"/>
            <a:ext cx="868680" cy="105156"/>
          </a:xfrm>
          <a:prstGeom prst="rect">
            <a:avLst/>
          </a:prstGeom>
          <a:solidFill>
            <a:srgbClr val="1F6F78"/>
          </a:solidFill>
          <a:ln w="12700">
            <a:solidFill>
              <a:srgbClr val="1F6F78"/>
            </a:solidFill>
          </a:ln>
        </p:spPr>
        <p:txBody>
          <a:bodyPr rtlCol="0" anchor="ctr"/>
          <a:lstStyle/>
          <a:p>
            <a:pPr algn="ctr"/>
            <a:endParaRPr/>
          </a:p>
        </p:txBody>
      </p:sp>
      <p:sp>
        <p:nvSpPr>
          <p:cNvPr id="86" name="TextBox 85"/>
          <p:cNvSpPr txBox="1"/>
          <p:nvPr/>
        </p:nvSpPr>
        <p:spPr>
          <a:xfrm>
            <a:off x="2084831" y="2953511"/>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87" name="Rectangle 86"/>
          <p:cNvSpPr/>
          <p:nvPr/>
        </p:nvSpPr>
        <p:spPr>
          <a:xfrm>
            <a:off x="2423160" y="3015233"/>
            <a:ext cx="1234439" cy="9144"/>
          </a:xfrm>
          <a:prstGeom prst="rect">
            <a:avLst/>
          </a:prstGeom>
          <a:solidFill>
            <a:srgbClr val="D5DAE1"/>
          </a:solidFill>
          <a:ln w="12700">
            <a:solidFill>
              <a:srgbClr val="D5DAE1"/>
            </a:solidFill>
          </a:ln>
        </p:spPr>
        <p:txBody>
          <a:bodyPr rtlCol="0" anchor="ctr"/>
          <a:lstStyle/>
          <a:p>
            <a:pPr algn="ctr"/>
            <a:endParaRPr/>
          </a:p>
        </p:txBody>
      </p:sp>
      <p:sp>
        <p:nvSpPr>
          <p:cNvPr id="88" name="Oval 87"/>
          <p:cNvSpPr/>
          <p:nvPr/>
        </p:nvSpPr>
        <p:spPr>
          <a:xfrm>
            <a:off x="3217457" y="2983229"/>
            <a:ext cx="73152" cy="73152"/>
          </a:xfrm>
          <a:prstGeom prst="ellipse">
            <a:avLst/>
          </a:prstGeom>
          <a:solidFill>
            <a:srgbClr val="F5A623"/>
          </a:solidFill>
          <a:ln w="12700">
            <a:solidFill>
              <a:srgbClr val="F5A623"/>
            </a:solidFill>
          </a:ln>
        </p:spPr>
        <p:txBody>
          <a:bodyPr rtlCol="0" anchor="ctr"/>
          <a:lstStyle/>
          <a:p>
            <a:pPr algn="ctr"/>
            <a:endParaRPr/>
          </a:p>
        </p:txBody>
      </p:sp>
      <p:sp>
        <p:nvSpPr>
          <p:cNvPr id="89" name="TextBox 88"/>
          <p:cNvSpPr txBox="1"/>
          <p:nvPr/>
        </p:nvSpPr>
        <p:spPr>
          <a:xfrm>
            <a:off x="3308897" y="2953511"/>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14:10</a:t>
            </a:r>
          </a:p>
        </p:txBody>
      </p:sp>
      <p:sp>
        <p:nvSpPr>
          <p:cNvPr id="90" name="TextBox 89"/>
          <p:cNvSpPr txBox="1"/>
          <p:nvPr/>
        </p:nvSpPr>
        <p:spPr>
          <a:xfrm>
            <a:off x="3520440" y="2953511"/>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91" name="TextBox 90"/>
          <p:cNvSpPr txBox="1"/>
          <p:nvPr/>
        </p:nvSpPr>
        <p:spPr>
          <a:xfrm>
            <a:off x="4023360" y="2953511"/>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13</a:t>
            </a:r>
          </a:p>
        </p:txBody>
      </p:sp>
      <p:sp>
        <p:nvSpPr>
          <p:cNvPr id="92" name="TextBox 91"/>
          <p:cNvSpPr txBox="1"/>
          <p:nvPr/>
        </p:nvSpPr>
        <p:spPr>
          <a:xfrm>
            <a:off x="438912" y="3086100"/>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18Ap</a:t>
            </a:r>
          </a:p>
        </p:txBody>
      </p:sp>
      <p:sp>
        <p:nvSpPr>
          <p:cNvPr id="93" name="Rectangle 92"/>
          <p:cNvSpPr/>
          <p:nvPr/>
        </p:nvSpPr>
        <p:spPr>
          <a:xfrm>
            <a:off x="1188720" y="3099816"/>
            <a:ext cx="868680" cy="105156"/>
          </a:xfrm>
          <a:prstGeom prst="rect">
            <a:avLst/>
          </a:prstGeom>
          <a:solidFill>
            <a:srgbClr val="1F6F78"/>
          </a:solidFill>
          <a:ln w="12700">
            <a:solidFill>
              <a:srgbClr val="1F6F78"/>
            </a:solidFill>
          </a:ln>
        </p:spPr>
        <p:txBody>
          <a:bodyPr rtlCol="0" anchor="ctr"/>
          <a:lstStyle/>
          <a:p>
            <a:pPr algn="ctr"/>
            <a:endParaRPr/>
          </a:p>
        </p:txBody>
      </p:sp>
      <p:sp>
        <p:nvSpPr>
          <p:cNvPr id="94" name="TextBox 93"/>
          <p:cNvSpPr txBox="1"/>
          <p:nvPr/>
        </p:nvSpPr>
        <p:spPr>
          <a:xfrm>
            <a:off x="2084831" y="3086100"/>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95" name="Rectangle 94"/>
          <p:cNvSpPr/>
          <p:nvPr/>
        </p:nvSpPr>
        <p:spPr>
          <a:xfrm>
            <a:off x="2423160" y="3147822"/>
            <a:ext cx="1234439" cy="9144"/>
          </a:xfrm>
          <a:prstGeom prst="rect">
            <a:avLst/>
          </a:prstGeom>
          <a:solidFill>
            <a:srgbClr val="D5DAE1"/>
          </a:solidFill>
          <a:ln w="12700">
            <a:solidFill>
              <a:srgbClr val="D5DAE1"/>
            </a:solidFill>
          </a:ln>
        </p:spPr>
        <p:txBody>
          <a:bodyPr rtlCol="0" anchor="ctr"/>
          <a:lstStyle/>
          <a:p>
            <a:pPr algn="ctr"/>
            <a:endParaRPr/>
          </a:p>
        </p:txBody>
      </p:sp>
      <p:sp>
        <p:nvSpPr>
          <p:cNvPr id="96" name="Oval 95"/>
          <p:cNvSpPr/>
          <p:nvPr/>
        </p:nvSpPr>
        <p:spPr>
          <a:xfrm>
            <a:off x="3241068" y="3115818"/>
            <a:ext cx="73152" cy="73152"/>
          </a:xfrm>
          <a:prstGeom prst="ellipse">
            <a:avLst/>
          </a:prstGeom>
          <a:solidFill>
            <a:srgbClr val="F5A623"/>
          </a:solidFill>
          <a:ln w="12700">
            <a:solidFill>
              <a:srgbClr val="F5A623"/>
            </a:solidFill>
          </a:ln>
        </p:spPr>
        <p:txBody>
          <a:bodyPr rtlCol="0" anchor="ctr"/>
          <a:lstStyle/>
          <a:p>
            <a:pPr algn="ctr"/>
            <a:endParaRPr/>
          </a:p>
        </p:txBody>
      </p:sp>
      <p:sp>
        <p:nvSpPr>
          <p:cNvPr id="97" name="TextBox 96"/>
          <p:cNvSpPr txBox="1"/>
          <p:nvPr/>
        </p:nvSpPr>
        <p:spPr>
          <a:xfrm>
            <a:off x="3332508" y="3086100"/>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14:17</a:t>
            </a:r>
          </a:p>
        </p:txBody>
      </p:sp>
      <p:sp>
        <p:nvSpPr>
          <p:cNvPr id="98" name="TextBox 97"/>
          <p:cNvSpPr txBox="1"/>
          <p:nvPr/>
        </p:nvSpPr>
        <p:spPr>
          <a:xfrm>
            <a:off x="3520440" y="3086100"/>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99" name="TextBox 98"/>
          <p:cNvSpPr txBox="1"/>
          <p:nvPr/>
        </p:nvSpPr>
        <p:spPr>
          <a:xfrm>
            <a:off x="4023360" y="3086100"/>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12</a:t>
            </a:r>
          </a:p>
        </p:txBody>
      </p:sp>
      <p:sp>
        <p:nvSpPr>
          <p:cNvPr id="100" name="Rectangle 99"/>
          <p:cNvSpPr/>
          <p:nvPr/>
        </p:nvSpPr>
        <p:spPr>
          <a:xfrm>
            <a:off x="411480" y="3218687"/>
            <a:ext cx="4114800" cy="132588"/>
          </a:xfrm>
          <a:prstGeom prst="rect">
            <a:avLst/>
          </a:prstGeom>
          <a:solidFill>
            <a:srgbClr val="FFFFFF"/>
          </a:solidFill>
          <a:ln>
            <a:noFill/>
          </a:ln>
        </p:spPr>
        <p:txBody>
          <a:bodyPr rtlCol="0" anchor="ctr"/>
          <a:lstStyle/>
          <a:p>
            <a:pPr algn="ctr"/>
            <a:endParaRPr/>
          </a:p>
        </p:txBody>
      </p:sp>
      <p:sp>
        <p:nvSpPr>
          <p:cNvPr id="101" name="TextBox 100"/>
          <p:cNvSpPr txBox="1"/>
          <p:nvPr/>
        </p:nvSpPr>
        <p:spPr>
          <a:xfrm>
            <a:off x="438912" y="3218687"/>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56</a:t>
            </a:r>
          </a:p>
        </p:txBody>
      </p:sp>
      <p:sp>
        <p:nvSpPr>
          <p:cNvPr id="102" name="Rectangle 101"/>
          <p:cNvSpPr/>
          <p:nvPr/>
        </p:nvSpPr>
        <p:spPr>
          <a:xfrm>
            <a:off x="1188720" y="3232403"/>
            <a:ext cx="868680" cy="105156"/>
          </a:xfrm>
          <a:prstGeom prst="rect">
            <a:avLst/>
          </a:prstGeom>
          <a:solidFill>
            <a:srgbClr val="1F6F78"/>
          </a:solidFill>
          <a:ln w="12700">
            <a:solidFill>
              <a:srgbClr val="1F6F78"/>
            </a:solidFill>
          </a:ln>
        </p:spPr>
        <p:txBody>
          <a:bodyPr rtlCol="0" anchor="ctr"/>
          <a:lstStyle/>
          <a:p>
            <a:pPr algn="ctr"/>
            <a:endParaRPr/>
          </a:p>
        </p:txBody>
      </p:sp>
      <p:sp>
        <p:nvSpPr>
          <p:cNvPr id="103" name="TextBox 102"/>
          <p:cNvSpPr txBox="1"/>
          <p:nvPr/>
        </p:nvSpPr>
        <p:spPr>
          <a:xfrm>
            <a:off x="2084831" y="3218687"/>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104" name="Rectangle 103"/>
          <p:cNvSpPr/>
          <p:nvPr/>
        </p:nvSpPr>
        <p:spPr>
          <a:xfrm>
            <a:off x="2423160" y="3280409"/>
            <a:ext cx="1234439" cy="9144"/>
          </a:xfrm>
          <a:prstGeom prst="rect">
            <a:avLst/>
          </a:prstGeom>
          <a:solidFill>
            <a:srgbClr val="D5DAE1"/>
          </a:solidFill>
          <a:ln w="12700">
            <a:solidFill>
              <a:srgbClr val="D5DAE1"/>
            </a:solidFill>
          </a:ln>
        </p:spPr>
        <p:txBody>
          <a:bodyPr rtlCol="0" anchor="ctr"/>
          <a:lstStyle/>
          <a:p>
            <a:pPr algn="ctr"/>
            <a:endParaRPr/>
          </a:p>
        </p:txBody>
      </p:sp>
      <p:sp>
        <p:nvSpPr>
          <p:cNvPr id="105" name="Oval 104"/>
          <p:cNvSpPr/>
          <p:nvPr/>
        </p:nvSpPr>
        <p:spPr>
          <a:xfrm>
            <a:off x="3212032" y="3248405"/>
            <a:ext cx="73152" cy="73152"/>
          </a:xfrm>
          <a:prstGeom prst="ellipse">
            <a:avLst/>
          </a:prstGeom>
          <a:solidFill>
            <a:srgbClr val="F5A623"/>
          </a:solidFill>
          <a:ln w="12700">
            <a:solidFill>
              <a:srgbClr val="F5A623"/>
            </a:solidFill>
          </a:ln>
        </p:spPr>
        <p:txBody>
          <a:bodyPr rtlCol="0" anchor="ctr"/>
          <a:lstStyle/>
          <a:p>
            <a:pPr algn="ctr"/>
            <a:endParaRPr/>
          </a:p>
        </p:txBody>
      </p:sp>
      <p:sp>
        <p:nvSpPr>
          <p:cNvPr id="106" name="TextBox 105"/>
          <p:cNvSpPr txBox="1"/>
          <p:nvPr/>
        </p:nvSpPr>
        <p:spPr>
          <a:xfrm>
            <a:off x="3303472" y="3218687"/>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14:09</a:t>
            </a:r>
          </a:p>
        </p:txBody>
      </p:sp>
      <p:sp>
        <p:nvSpPr>
          <p:cNvPr id="107" name="TextBox 106"/>
          <p:cNvSpPr txBox="1"/>
          <p:nvPr/>
        </p:nvSpPr>
        <p:spPr>
          <a:xfrm>
            <a:off x="3520440" y="3218687"/>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20%</a:t>
            </a:r>
          </a:p>
        </p:txBody>
      </p:sp>
      <p:sp>
        <p:nvSpPr>
          <p:cNvPr id="108" name="TextBox 107"/>
          <p:cNvSpPr txBox="1"/>
          <p:nvPr/>
        </p:nvSpPr>
        <p:spPr>
          <a:xfrm>
            <a:off x="4023360" y="3218687"/>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12</a:t>
            </a:r>
          </a:p>
        </p:txBody>
      </p:sp>
      <p:sp>
        <p:nvSpPr>
          <p:cNvPr id="109" name="TextBox 108"/>
          <p:cNvSpPr txBox="1"/>
          <p:nvPr/>
        </p:nvSpPr>
        <p:spPr>
          <a:xfrm>
            <a:off x="438912" y="3351276"/>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111</a:t>
            </a:r>
          </a:p>
        </p:txBody>
      </p:sp>
      <p:sp>
        <p:nvSpPr>
          <p:cNvPr id="110" name="Rectangle 109"/>
          <p:cNvSpPr/>
          <p:nvPr/>
        </p:nvSpPr>
        <p:spPr>
          <a:xfrm>
            <a:off x="1188720" y="3364992"/>
            <a:ext cx="839724" cy="105156"/>
          </a:xfrm>
          <a:prstGeom prst="rect">
            <a:avLst/>
          </a:prstGeom>
          <a:solidFill>
            <a:srgbClr val="1F6F78"/>
          </a:solidFill>
          <a:ln w="12700">
            <a:solidFill>
              <a:srgbClr val="1F6F78"/>
            </a:solidFill>
          </a:ln>
        </p:spPr>
        <p:txBody>
          <a:bodyPr rtlCol="0" anchor="ctr"/>
          <a:lstStyle/>
          <a:p>
            <a:pPr algn="ctr"/>
            <a:endParaRPr/>
          </a:p>
        </p:txBody>
      </p:sp>
      <p:sp>
        <p:nvSpPr>
          <p:cNvPr id="111" name="TextBox 110"/>
          <p:cNvSpPr txBox="1"/>
          <p:nvPr/>
        </p:nvSpPr>
        <p:spPr>
          <a:xfrm>
            <a:off x="2055875" y="3351276"/>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12" name="Rectangle 111"/>
          <p:cNvSpPr/>
          <p:nvPr/>
        </p:nvSpPr>
        <p:spPr>
          <a:xfrm>
            <a:off x="2423160" y="3412998"/>
            <a:ext cx="1234439" cy="9144"/>
          </a:xfrm>
          <a:prstGeom prst="rect">
            <a:avLst/>
          </a:prstGeom>
          <a:solidFill>
            <a:srgbClr val="D5DAE1"/>
          </a:solidFill>
          <a:ln w="12700">
            <a:solidFill>
              <a:srgbClr val="D5DAE1"/>
            </a:solidFill>
          </a:ln>
        </p:spPr>
        <p:txBody>
          <a:bodyPr rtlCol="0" anchor="ctr"/>
          <a:lstStyle/>
          <a:p>
            <a:pPr algn="ctr"/>
            <a:endParaRPr/>
          </a:p>
        </p:txBody>
      </p:sp>
      <p:sp>
        <p:nvSpPr>
          <p:cNvPr id="113" name="Oval 112"/>
          <p:cNvSpPr/>
          <p:nvPr/>
        </p:nvSpPr>
        <p:spPr>
          <a:xfrm>
            <a:off x="2653714" y="3380994"/>
            <a:ext cx="73152" cy="73152"/>
          </a:xfrm>
          <a:prstGeom prst="ellipse">
            <a:avLst/>
          </a:prstGeom>
          <a:solidFill>
            <a:srgbClr val="F5A623"/>
          </a:solidFill>
          <a:ln w="12700">
            <a:solidFill>
              <a:srgbClr val="F5A623"/>
            </a:solidFill>
          </a:ln>
        </p:spPr>
        <p:txBody>
          <a:bodyPr rtlCol="0" anchor="ctr"/>
          <a:lstStyle/>
          <a:p>
            <a:pPr algn="ctr"/>
            <a:endParaRPr/>
          </a:p>
        </p:txBody>
      </p:sp>
      <p:sp>
        <p:nvSpPr>
          <p:cNvPr id="114" name="TextBox 113"/>
          <p:cNvSpPr txBox="1"/>
          <p:nvPr/>
        </p:nvSpPr>
        <p:spPr>
          <a:xfrm>
            <a:off x="2745154" y="3351276"/>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11:21</a:t>
            </a:r>
          </a:p>
        </p:txBody>
      </p:sp>
      <p:sp>
        <p:nvSpPr>
          <p:cNvPr id="115" name="TextBox 114"/>
          <p:cNvSpPr txBox="1"/>
          <p:nvPr/>
        </p:nvSpPr>
        <p:spPr>
          <a:xfrm>
            <a:off x="3520440" y="3351276"/>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19%</a:t>
            </a:r>
          </a:p>
        </p:txBody>
      </p:sp>
      <p:sp>
        <p:nvSpPr>
          <p:cNvPr id="116" name="TextBox 115"/>
          <p:cNvSpPr txBox="1"/>
          <p:nvPr/>
        </p:nvSpPr>
        <p:spPr>
          <a:xfrm>
            <a:off x="4023360" y="3351276"/>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30</a:t>
            </a:r>
          </a:p>
        </p:txBody>
      </p:sp>
      <p:sp>
        <p:nvSpPr>
          <p:cNvPr id="117" name="Rectangle 116"/>
          <p:cNvSpPr/>
          <p:nvPr/>
        </p:nvSpPr>
        <p:spPr>
          <a:xfrm>
            <a:off x="411480" y="3483863"/>
            <a:ext cx="4114800" cy="132588"/>
          </a:xfrm>
          <a:prstGeom prst="rect">
            <a:avLst/>
          </a:prstGeom>
          <a:solidFill>
            <a:srgbClr val="FFFFFF"/>
          </a:solidFill>
          <a:ln>
            <a:noFill/>
          </a:ln>
        </p:spPr>
        <p:txBody>
          <a:bodyPr rtlCol="0" anchor="ctr"/>
          <a:lstStyle/>
          <a:p>
            <a:pPr algn="ctr"/>
            <a:endParaRPr/>
          </a:p>
        </p:txBody>
      </p:sp>
      <p:sp>
        <p:nvSpPr>
          <p:cNvPr id="118" name="TextBox 117"/>
          <p:cNvSpPr txBox="1"/>
          <p:nvPr/>
        </p:nvSpPr>
        <p:spPr>
          <a:xfrm>
            <a:off x="438912" y="3483863"/>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73</a:t>
            </a:r>
          </a:p>
        </p:txBody>
      </p:sp>
      <p:sp>
        <p:nvSpPr>
          <p:cNvPr id="119" name="Rectangle 118"/>
          <p:cNvSpPr/>
          <p:nvPr/>
        </p:nvSpPr>
        <p:spPr>
          <a:xfrm>
            <a:off x="1188720" y="3497579"/>
            <a:ext cx="839724" cy="105156"/>
          </a:xfrm>
          <a:prstGeom prst="rect">
            <a:avLst/>
          </a:prstGeom>
          <a:solidFill>
            <a:srgbClr val="1F6F78"/>
          </a:solidFill>
          <a:ln w="12700">
            <a:solidFill>
              <a:srgbClr val="1F6F78"/>
            </a:solidFill>
          </a:ln>
        </p:spPr>
        <p:txBody>
          <a:bodyPr rtlCol="0" anchor="ctr"/>
          <a:lstStyle/>
          <a:p>
            <a:pPr algn="ctr"/>
            <a:endParaRPr/>
          </a:p>
        </p:txBody>
      </p:sp>
      <p:sp>
        <p:nvSpPr>
          <p:cNvPr id="120" name="TextBox 119"/>
          <p:cNvSpPr txBox="1"/>
          <p:nvPr/>
        </p:nvSpPr>
        <p:spPr>
          <a:xfrm>
            <a:off x="2055875" y="3483863"/>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21" name="Rectangle 120"/>
          <p:cNvSpPr/>
          <p:nvPr/>
        </p:nvSpPr>
        <p:spPr>
          <a:xfrm>
            <a:off x="2423160" y="3545585"/>
            <a:ext cx="1234439" cy="9144"/>
          </a:xfrm>
          <a:prstGeom prst="rect">
            <a:avLst/>
          </a:prstGeom>
          <a:solidFill>
            <a:srgbClr val="D5DAE1"/>
          </a:solidFill>
          <a:ln w="12700">
            <a:solidFill>
              <a:srgbClr val="D5DAE1"/>
            </a:solidFill>
          </a:ln>
        </p:spPr>
        <p:txBody>
          <a:bodyPr rtlCol="0" anchor="ctr"/>
          <a:lstStyle/>
          <a:p>
            <a:pPr algn="ctr"/>
            <a:endParaRPr/>
          </a:p>
        </p:txBody>
      </p:sp>
      <p:sp>
        <p:nvSpPr>
          <p:cNvPr id="122" name="Oval 121"/>
          <p:cNvSpPr/>
          <p:nvPr/>
        </p:nvSpPr>
        <p:spPr>
          <a:xfrm>
            <a:off x="2971449" y="3513581"/>
            <a:ext cx="73152" cy="73152"/>
          </a:xfrm>
          <a:prstGeom prst="ellipse">
            <a:avLst/>
          </a:prstGeom>
          <a:solidFill>
            <a:srgbClr val="F5A623"/>
          </a:solidFill>
          <a:ln w="12700">
            <a:solidFill>
              <a:srgbClr val="F5A623"/>
            </a:solidFill>
          </a:ln>
        </p:spPr>
        <p:txBody>
          <a:bodyPr rtlCol="0" anchor="ctr"/>
          <a:lstStyle/>
          <a:p>
            <a:pPr algn="ctr"/>
            <a:endParaRPr/>
          </a:p>
        </p:txBody>
      </p:sp>
      <p:sp>
        <p:nvSpPr>
          <p:cNvPr id="123" name="TextBox 122"/>
          <p:cNvSpPr txBox="1"/>
          <p:nvPr/>
        </p:nvSpPr>
        <p:spPr>
          <a:xfrm>
            <a:off x="3062889" y="3483863"/>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12:56</a:t>
            </a:r>
          </a:p>
        </p:txBody>
      </p:sp>
      <p:sp>
        <p:nvSpPr>
          <p:cNvPr id="124" name="TextBox 123"/>
          <p:cNvSpPr txBox="1"/>
          <p:nvPr/>
        </p:nvSpPr>
        <p:spPr>
          <a:xfrm>
            <a:off x="3520440" y="3483863"/>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16%</a:t>
            </a:r>
          </a:p>
        </p:txBody>
      </p:sp>
      <p:sp>
        <p:nvSpPr>
          <p:cNvPr id="125" name="TextBox 124"/>
          <p:cNvSpPr txBox="1"/>
          <p:nvPr/>
        </p:nvSpPr>
        <p:spPr>
          <a:xfrm>
            <a:off x="4023360" y="3483863"/>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24</a:t>
            </a:r>
          </a:p>
        </p:txBody>
      </p:sp>
      <p:sp>
        <p:nvSpPr>
          <p:cNvPr id="126" name="TextBox 125"/>
          <p:cNvSpPr txBox="1"/>
          <p:nvPr/>
        </p:nvSpPr>
        <p:spPr>
          <a:xfrm>
            <a:off x="438912" y="361645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93p</a:t>
            </a:r>
          </a:p>
        </p:txBody>
      </p:sp>
      <p:sp>
        <p:nvSpPr>
          <p:cNvPr id="127" name="Rectangle 126"/>
          <p:cNvSpPr/>
          <p:nvPr/>
        </p:nvSpPr>
        <p:spPr>
          <a:xfrm>
            <a:off x="1188720" y="3630168"/>
            <a:ext cx="839724" cy="105156"/>
          </a:xfrm>
          <a:prstGeom prst="rect">
            <a:avLst/>
          </a:prstGeom>
          <a:solidFill>
            <a:srgbClr val="1F6F78"/>
          </a:solidFill>
          <a:ln w="12700">
            <a:solidFill>
              <a:srgbClr val="1F6F78"/>
            </a:solidFill>
          </a:ln>
        </p:spPr>
        <p:txBody>
          <a:bodyPr rtlCol="0" anchor="ctr"/>
          <a:lstStyle/>
          <a:p>
            <a:pPr algn="ctr"/>
            <a:endParaRPr/>
          </a:p>
        </p:txBody>
      </p:sp>
      <p:sp>
        <p:nvSpPr>
          <p:cNvPr id="128" name="TextBox 127"/>
          <p:cNvSpPr txBox="1"/>
          <p:nvPr/>
        </p:nvSpPr>
        <p:spPr>
          <a:xfrm>
            <a:off x="2055875" y="3616452"/>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29" name="Rectangle 128"/>
          <p:cNvSpPr/>
          <p:nvPr/>
        </p:nvSpPr>
        <p:spPr>
          <a:xfrm>
            <a:off x="2423160" y="3678174"/>
            <a:ext cx="1234439" cy="9144"/>
          </a:xfrm>
          <a:prstGeom prst="rect">
            <a:avLst/>
          </a:prstGeom>
          <a:solidFill>
            <a:srgbClr val="D5DAE1"/>
          </a:solidFill>
          <a:ln w="12700">
            <a:solidFill>
              <a:srgbClr val="D5DAE1"/>
            </a:solidFill>
          </a:ln>
        </p:spPr>
        <p:txBody>
          <a:bodyPr rtlCol="0" anchor="ctr"/>
          <a:lstStyle/>
          <a:p>
            <a:pPr algn="ctr"/>
            <a:endParaRPr/>
          </a:p>
        </p:txBody>
      </p:sp>
      <p:sp>
        <p:nvSpPr>
          <p:cNvPr id="130" name="Oval 129"/>
          <p:cNvSpPr/>
          <p:nvPr/>
        </p:nvSpPr>
        <p:spPr>
          <a:xfrm>
            <a:off x="3185485" y="3646170"/>
            <a:ext cx="73152" cy="73152"/>
          </a:xfrm>
          <a:prstGeom prst="ellipse">
            <a:avLst/>
          </a:prstGeom>
          <a:solidFill>
            <a:srgbClr val="F5A623"/>
          </a:solidFill>
          <a:ln w="12700">
            <a:solidFill>
              <a:srgbClr val="F5A623"/>
            </a:solidFill>
          </a:ln>
        </p:spPr>
        <p:txBody>
          <a:bodyPr rtlCol="0" anchor="ctr"/>
          <a:lstStyle/>
          <a:p>
            <a:pPr algn="ctr"/>
            <a:endParaRPr/>
          </a:p>
        </p:txBody>
      </p:sp>
      <p:sp>
        <p:nvSpPr>
          <p:cNvPr id="131" name="TextBox 130"/>
          <p:cNvSpPr txBox="1"/>
          <p:nvPr/>
        </p:nvSpPr>
        <p:spPr>
          <a:xfrm>
            <a:off x="3276925" y="361645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14:01</a:t>
            </a:r>
          </a:p>
        </p:txBody>
      </p:sp>
      <p:sp>
        <p:nvSpPr>
          <p:cNvPr id="132" name="TextBox 131"/>
          <p:cNvSpPr txBox="1"/>
          <p:nvPr/>
        </p:nvSpPr>
        <p:spPr>
          <a:xfrm>
            <a:off x="3520440" y="3616452"/>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19%</a:t>
            </a:r>
          </a:p>
        </p:txBody>
      </p:sp>
      <p:sp>
        <p:nvSpPr>
          <p:cNvPr id="133" name="TextBox 132"/>
          <p:cNvSpPr txBox="1"/>
          <p:nvPr/>
        </p:nvSpPr>
        <p:spPr>
          <a:xfrm>
            <a:off x="4023360" y="361645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20</a:t>
            </a:r>
          </a:p>
        </p:txBody>
      </p:sp>
      <p:sp>
        <p:nvSpPr>
          <p:cNvPr id="134" name="Rectangle 133"/>
          <p:cNvSpPr/>
          <p:nvPr/>
        </p:nvSpPr>
        <p:spPr>
          <a:xfrm>
            <a:off x="411480" y="3749039"/>
            <a:ext cx="4114800" cy="132588"/>
          </a:xfrm>
          <a:prstGeom prst="rect">
            <a:avLst/>
          </a:prstGeom>
          <a:solidFill>
            <a:srgbClr val="FFFFFF"/>
          </a:solidFill>
          <a:ln>
            <a:noFill/>
          </a:ln>
        </p:spPr>
        <p:txBody>
          <a:bodyPr rtlCol="0" anchor="ctr"/>
          <a:lstStyle/>
          <a:p>
            <a:pPr algn="ctr"/>
            <a:endParaRPr/>
          </a:p>
        </p:txBody>
      </p:sp>
      <p:sp>
        <p:nvSpPr>
          <p:cNvPr id="135" name="TextBox 134"/>
          <p:cNvSpPr txBox="1"/>
          <p:nvPr/>
        </p:nvSpPr>
        <p:spPr>
          <a:xfrm>
            <a:off x="438912" y="3749039"/>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77</a:t>
            </a:r>
          </a:p>
        </p:txBody>
      </p:sp>
      <p:sp>
        <p:nvSpPr>
          <p:cNvPr id="136" name="Rectangle 135"/>
          <p:cNvSpPr/>
          <p:nvPr/>
        </p:nvSpPr>
        <p:spPr>
          <a:xfrm>
            <a:off x="1188720" y="3762755"/>
            <a:ext cx="839724" cy="105156"/>
          </a:xfrm>
          <a:prstGeom prst="rect">
            <a:avLst/>
          </a:prstGeom>
          <a:solidFill>
            <a:srgbClr val="1F6F78"/>
          </a:solidFill>
          <a:ln w="12700">
            <a:solidFill>
              <a:srgbClr val="1F6F78"/>
            </a:solidFill>
          </a:ln>
        </p:spPr>
        <p:txBody>
          <a:bodyPr rtlCol="0" anchor="ctr"/>
          <a:lstStyle/>
          <a:p>
            <a:pPr algn="ctr"/>
            <a:endParaRPr/>
          </a:p>
        </p:txBody>
      </p:sp>
      <p:sp>
        <p:nvSpPr>
          <p:cNvPr id="137" name="TextBox 136"/>
          <p:cNvSpPr txBox="1"/>
          <p:nvPr/>
        </p:nvSpPr>
        <p:spPr>
          <a:xfrm>
            <a:off x="2055875" y="3749039"/>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38" name="Rectangle 137"/>
          <p:cNvSpPr/>
          <p:nvPr/>
        </p:nvSpPr>
        <p:spPr>
          <a:xfrm>
            <a:off x="2423160" y="3810761"/>
            <a:ext cx="1234439" cy="9144"/>
          </a:xfrm>
          <a:prstGeom prst="rect">
            <a:avLst/>
          </a:prstGeom>
          <a:solidFill>
            <a:srgbClr val="D5DAE1"/>
          </a:solidFill>
          <a:ln w="12700">
            <a:solidFill>
              <a:srgbClr val="D5DAE1"/>
            </a:solidFill>
          </a:ln>
        </p:spPr>
        <p:txBody>
          <a:bodyPr rtlCol="0" anchor="ctr"/>
          <a:lstStyle/>
          <a:p>
            <a:pPr algn="ctr"/>
            <a:endParaRPr/>
          </a:p>
        </p:txBody>
      </p:sp>
      <p:sp>
        <p:nvSpPr>
          <p:cNvPr id="139" name="Oval 138"/>
          <p:cNvSpPr/>
          <p:nvPr/>
        </p:nvSpPr>
        <p:spPr>
          <a:xfrm>
            <a:off x="3054165" y="3778757"/>
            <a:ext cx="73152" cy="73152"/>
          </a:xfrm>
          <a:prstGeom prst="ellipse">
            <a:avLst/>
          </a:prstGeom>
          <a:solidFill>
            <a:srgbClr val="F5A623"/>
          </a:solidFill>
          <a:ln w="12700">
            <a:solidFill>
              <a:srgbClr val="F5A623"/>
            </a:solidFill>
          </a:ln>
        </p:spPr>
        <p:txBody>
          <a:bodyPr rtlCol="0" anchor="ctr"/>
          <a:lstStyle/>
          <a:p>
            <a:pPr algn="ctr"/>
            <a:endParaRPr/>
          </a:p>
        </p:txBody>
      </p:sp>
      <p:sp>
        <p:nvSpPr>
          <p:cNvPr id="140" name="TextBox 139"/>
          <p:cNvSpPr txBox="1"/>
          <p:nvPr/>
        </p:nvSpPr>
        <p:spPr>
          <a:xfrm>
            <a:off x="3145605" y="3749039"/>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13:21</a:t>
            </a:r>
          </a:p>
        </p:txBody>
      </p:sp>
      <p:sp>
        <p:nvSpPr>
          <p:cNvPr id="141" name="TextBox 140"/>
          <p:cNvSpPr txBox="1"/>
          <p:nvPr/>
        </p:nvSpPr>
        <p:spPr>
          <a:xfrm>
            <a:off x="3520440" y="3749039"/>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20%</a:t>
            </a:r>
          </a:p>
        </p:txBody>
      </p:sp>
      <p:sp>
        <p:nvSpPr>
          <p:cNvPr id="142" name="TextBox 141"/>
          <p:cNvSpPr txBox="1"/>
          <p:nvPr/>
        </p:nvSpPr>
        <p:spPr>
          <a:xfrm>
            <a:off x="4023360" y="3749039"/>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17</a:t>
            </a:r>
          </a:p>
        </p:txBody>
      </p:sp>
      <p:sp>
        <p:nvSpPr>
          <p:cNvPr id="143" name="TextBox 142"/>
          <p:cNvSpPr txBox="1"/>
          <p:nvPr/>
        </p:nvSpPr>
        <p:spPr>
          <a:xfrm>
            <a:off x="438912" y="3881627"/>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57</a:t>
            </a:r>
          </a:p>
        </p:txBody>
      </p:sp>
      <p:sp>
        <p:nvSpPr>
          <p:cNvPr id="144" name="Rectangle 143"/>
          <p:cNvSpPr/>
          <p:nvPr/>
        </p:nvSpPr>
        <p:spPr>
          <a:xfrm>
            <a:off x="1188720" y="3895342"/>
            <a:ext cx="839724" cy="105156"/>
          </a:xfrm>
          <a:prstGeom prst="rect">
            <a:avLst/>
          </a:prstGeom>
          <a:solidFill>
            <a:srgbClr val="1F6F78"/>
          </a:solidFill>
          <a:ln w="12700">
            <a:solidFill>
              <a:srgbClr val="1F6F78"/>
            </a:solidFill>
          </a:ln>
        </p:spPr>
        <p:txBody>
          <a:bodyPr rtlCol="0" anchor="ctr"/>
          <a:lstStyle/>
          <a:p>
            <a:pPr algn="ctr"/>
            <a:endParaRPr/>
          </a:p>
        </p:txBody>
      </p:sp>
      <p:sp>
        <p:nvSpPr>
          <p:cNvPr id="145" name="TextBox 144"/>
          <p:cNvSpPr txBox="1"/>
          <p:nvPr/>
        </p:nvSpPr>
        <p:spPr>
          <a:xfrm>
            <a:off x="2055875" y="3881627"/>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46" name="Rectangle 145"/>
          <p:cNvSpPr/>
          <p:nvPr/>
        </p:nvSpPr>
        <p:spPr>
          <a:xfrm>
            <a:off x="2423160" y="3943349"/>
            <a:ext cx="1234439" cy="9144"/>
          </a:xfrm>
          <a:prstGeom prst="rect">
            <a:avLst/>
          </a:prstGeom>
          <a:solidFill>
            <a:srgbClr val="D5DAE1"/>
          </a:solidFill>
          <a:ln w="12700">
            <a:solidFill>
              <a:srgbClr val="D5DAE1"/>
            </a:solidFill>
          </a:ln>
        </p:spPr>
        <p:txBody>
          <a:bodyPr rtlCol="0" anchor="ctr"/>
          <a:lstStyle/>
          <a:p>
            <a:pPr algn="ctr"/>
            <a:endParaRPr/>
          </a:p>
        </p:txBody>
      </p:sp>
      <p:sp>
        <p:nvSpPr>
          <p:cNvPr id="147" name="Oval 146"/>
          <p:cNvSpPr/>
          <p:nvPr/>
        </p:nvSpPr>
        <p:spPr>
          <a:xfrm>
            <a:off x="3083445" y="3911345"/>
            <a:ext cx="73152" cy="73152"/>
          </a:xfrm>
          <a:prstGeom prst="ellipse">
            <a:avLst/>
          </a:prstGeom>
          <a:solidFill>
            <a:srgbClr val="F5A623"/>
          </a:solidFill>
          <a:ln w="12700">
            <a:solidFill>
              <a:srgbClr val="F5A623"/>
            </a:solidFill>
          </a:ln>
        </p:spPr>
        <p:txBody>
          <a:bodyPr rtlCol="0" anchor="ctr"/>
          <a:lstStyle/>
          <a:p>
            <a:pPr algn="ctr"/>
            <a:endParaRPr/>
          </a:p>
        </p:txBody>
      </p:sp>
      <p:sp>
        <p:nvSpPr>
          <p:cNvPr id="148" name="TextBox 147"/>
          <p:cNvSpPr txBox="1"/>
          <p:nvPr/>
        </p:nvSpPr>
        <p:spPr>
          <a:xfrm>
            <a:off x="3174885" y="3881627"/>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13:30</a:t>
            </a:r>
          </a:p>
        </p:txBody>
      </p:sp>
      <p:sp>
        <p:nvSpPr>
          <p:cNvPr id="149" name="TextBox 148"/>
          <p:cNvSpPr txBox="1"/>
          <p:nvPr/>
        </p:nvSpPr>
        <p:spPr>
          <a:xfrm>
            <a:off x="3520440" y="3881627"/>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20%</a:t>
            </a:r>
          </a:p>
        </p:txBody>
      </p:sp>
      <p:sp>
        <p:nvSpPr>
          <p:cNvPr id="150" name="TextBox 149"/>
          <p:cNvSpPr txBox="1"/>
          <p:nvPr/>
        </p:nvSpPr>
        <p:spPr>
          <a:xfrm>
            <a:off x="4023360" y="3881627"/>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15</a:t>
            </a:r>
          </a:p>
        </p:txBody>
      </p:sp>
      <p:sp>
        <p:nvSpPr>
          <p:cNvPr id="151" name="Rectangle 150"/>
          <p:cNvSpPr/>
          <p:nvPr/>
        </p:nvSpPr>
        <p:spPr>
          <a:xfrm>
            <a:off x="411480" y="4014215"/>
            <a:ext cx="4114800" cy="132588"/>
          </a:xfrm>
          <a:prstGeom prst="rect">
            <a:avLst/>
          </a:prstGeom>
          <a:solidFill>
            <a:srgbClr val="FFFFFF"/>
          </a:solidFill>
          <a:ln>
            <a:noFill/>
          </a:ln>
        </p:spPr>
        <p:txBody>
          <a:bodyPr rtlCol="0" anchor="ctr"/>
          <a:lstStyle/>
          <a:p>
            <a:pPr algn="ctr"/>
            <a:endParaRPr/>
          </a:p>
        </p:txBody>
      </p:sp>
      <p:sp>
        <p:nvSpPr>
          <p:cNvPr id="152" name="TextBox 151"/>
          <p:cNvSpPr txBox="1"/>
          <p:nvPr/>
        </p:nvSpPr>
        <p:spPr>
          <a:xfrm>
            <a:off x="438912" y="4014215"/>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102p</a:t>
            </a:r>
          </a:p>
        </p:txBody>
      </p:sp>
      <p:sp>
        <p:nvSpPr>
          <p:cNvPr id="153" name="Rectangle 152"/>
          <p:cNvSpPr/>
          <p:nvPr/>
        </p:nvSpPr>
        <p:spPr>
          <a:xfrm>
            <a:off x="1188720" y="4027931"/>
            <a:ext cx="839724" cy="105156"/>
          </a:xfrm>
          <a:prstGeom prst="rect">
            <a:avLst/>
          </a:prstGeom>
          <a:solidFill>
            <a:srgbClr val="1F6F78"/>
          </a:solidFill>
          <a:ln w="12700">
            <a:solidFill>
              <a:srgbClr val="1F6F78"/>
            </a:solidFill>
          </a:ln>
        </p:spPr>
        <p:txBody>
          <a:bodyPr rtlCol="0" anchor="ctr"/>
          <a:lstStyle/>
          <a:p>
            <a:pPr algn="ctr"/>
            <a:endParaRPr/>
          </a:p>
        </p:txBody>
      </p:sp>
      <p:sp>
        <p:nvSpPr>
          <p:cNvPr id="154" name="TextBox 153"/>
          <p:cNvSpPr txBox="1"/>
          <p:nvPr/>
        </p:nvSpPr>
        <p:spPr>
          <a:xfrm>
            <a:off x="2055875" y="4014215"/>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55" name="Rectangle 154"/>
          <p:cNvSpPr/>
          <p:nvPr/>
        </p:nvSpPr>
        <p:spPr>
          <a:xfrm>
            <a:off x="2423160" y="4075937"/>
            <a:ext cx="1234439" cy="9144"/>
          </a:xfrm>
          <a:prstGeom prst="rect">
            <a:avLst/>
          </a:prstGeom>
          <a:solidFill>
            <a:srgbClr val="D5DAE1"/>
          </a:solidFill>
          <a:ln w="12700">
            <a:solidFill>
              <a:srgbClr val="D5DAE1"/>
            </a:solidFill>
          </a:ln>
        </p:spPr>
        <p:txBody>
          <a:bodyPr rtlCol="0" anchor="ctr"/>
          <a:lstStyle/>
          <a:p>
            <a:pPr algn="ctr"/>
            <a:endParaRPr/>
          </a:p>
        </p:txBody>
      </p:sp>
      <p:sp>
        <p:nvSpPr>
          <p:cNvPr id="156" name="Oval 155"/>
          <p:cNvSpPr/>
          <p:nvPr/>
        </p:nvSpPr>
        <p:spPr>
          <a:xfrm>
            <a:off x="3382100" y="4043933"/>
            <a:ext cx="73152" cy="73152"/>
          </a:xfrm>
          <a:prstGeom prst="ellipse">
            <a:avLst/>
          </a:prstGeom>
          <a:solidFill>
            <a:srgbClr val="F5A623"/>
          </a:solidFill>
          <a:ln w="12700">
            <a:solidFill>
              <a:srgbClr val="F5A623"/>
            </a:solidFill>
          </a:ln>
        </p:spPr>
        <p:txBody>
          <a:bodyPr rtlCol="0" anchor="ctr"/>
          <a:lstStyle/>
          <a:p>
            <a:pPr algn="ctr"/>
            <a:endParaRPr/>
          </a:p>
        </p:txBody>
      </p:sp>
      <p:sp>
        <p:nvSpPr>
          <p:cNvPr id="157" name="TextBox 156"/>
          <p:cNvSpPr txBox="1"/>
          <p:nvPr/>
        </p:nvSpPr>
        <p:spPr>
          <a:xfrm>
            <a:off x="3473540" y="4014215"/>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15:00</a:t>
            </a:r>
          </a:p>
        </p:txBody>
      </p:sp>
      <p:sp>
        <p:nvSpPr>
          <p:cNvPr id="158" name="TextBox 157"/>
          <p:cNvSpPr txBox="1"/>
          <p:nvPr/>
        </p:nvSpPr>
        <p:spPr>
          <a:xfrm>
            <a:off x="3520440" y="4014215"/>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16%</a:t>
            </a:r>
          </a:p>
        </p:txBody>
      </p:sp>
      <p:sp>
        <p:nvSpPr>
          <p:cNvPr id="159" name="TextBox 158"/>
          <p:cNvSpPr txBox="1"/>
          <p:nvPr/>
        </p:nvSpPr>
        <p:spPr>
          <a:xfrm>
            <a:off x="4023360" y="4014215"/>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8</a:t>
            </a:r>
          </a:p>
        </p:txBody>
      </p:sp>
      <p:sp>
        <p:nvSpPr>
          <p:cNvPr id="160" name="TextBox 159"/>
          <p:cNvSpPr txBox="1"/>
          <p:nvPr/>
        </p:nvSpPr>
        <p:spPr>
          <a:xfrm>
            <a:off x="438912" y="414680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24</a:t>
            </a:r>
          </a:p>
        </p:txBody>
      </p:sp>
      <p:sp>
        <p:nvSpPr>
          <p:cNvPr id="161" name="Rectangle 160"/>
          <p:cNvSpPr/>
          <p:nvPr/>
        </p:nvSpPr>
        <p:spPr>
          <a:xfrm>
            <a:off x="1188720" y="4160520"/>
            <a:ext cx="839724" cy="105156"/>
          </a:xfrm>
          <a:prstGeom prst="rect">
            <a:avLst/>
          </a:prstGeom>
          <a:solidFill>
            <a:srgbClr val="1F6F78"/>
          </a:solidFill>
          <a:ln w="12700">
            <a:solidFill>
              <a:srgbClr val="1F6F78"/>
            </a:solidFill>
          </a:ln>
        </p:spPr>
        <p:txBody>
          <a:bodyPr rtlCol="0" anchor="ctr"/>
          <a:lstStyle/>
          <a:p>
            <a:pPr algn="ctr"/>
            <a:endParaRPr/>
          </a:p>
        </p:txBody>
      </p:sp>
      <p:sp>
        <p:nvSpPr>
          <p:cNvPr id="162" name="TextBox 161"/>
          <p:cNvSpPr txBox="1"/>
          <p:nvPr/>
        </p:nvSpPr>
        <p:spPr>
          <a:xfrm>
            <a:off x="2055875" y="4146804"/>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63" name="Rectangle 162"/>
          <p:cNvSpPr/>
          <p:nvPr/>
        </p:nvSpPr>
        <p:spPr>
          <a:xfrm>
            <a:off x="2423160" y="4208526"/>
            <a:ext cx="1234439" cy="9144"/>
          </a:xfrm>
          <a:prstGeom prst="rect">
            <a:avLst/>
          </a:prstGeom>
          <a:solidFill>
            <a:srgbClr val="D5DAE1"/>
          </a:solidFill>
          <a:ln w="12700">
            <a:solidFill>
              <a:srgbClr val="D5DAE1"/>
            </a:solidFill>
          </a:ln>
        </p:spPr>
        <p:txBody>
          <a:bodyPr rtlCol="0" anchor="ctr"/>
          <a:lstStyle/>
          <a:p>
            <a:pPr algn="ctr"/>
            <a:endParaRPr/>
          </a:p>
        </p:txBody>
      </p:sp>
      <p:sp>
        <p:nvSpPr>
          <p:cNvPr id="164" name="Oval 163"/>
          <p:cNvSpPr/>
          <p:nvPr/>
        </p:nvSpPr>
        <p:spPr>
          <a:xfrm>
            <a:off x="3382100" y="4176522"/>
            <a:ext cx="73152" cy="73152"/>
          </a:xfrm>
          <a:prstGeom prst="ellipse">
            <a:avLst/>
          </a:prstGeom>
          <a:solidFill>
            <a:srgbClr val="F5A623"/>
          </a:solidFill>
          <a:ln w="12700">
            <a:solidFill>
              <a:srgbClr val="F5A623"/>
            </a:solidFill>
          </a:ln>
        </p:spPr>
        <p:txBody>
          <a:bodyPr rtlCol="0" anchor="ctr"/>
          <a:lstStyle/>
          <a:p>
            <a:pPr algn="ctr"/>
            <a:endParaRPr/>
          </a:p>
        </p:txBody>
      </p:sp>
      <p:sp>
        <p:nvSpPr>
          <p:cNvPr id="165" name="TextBox 164"/>
          <p:cNvSpPr txBox="1"/>
          <p:nvPr/>
        </p:nvSpPr>
        <p:spPr>
          <a:xfrm>
            <a:off x="3473540" y="414680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15:00</a:t>
            </a:r>
          </a:p>
        </p:txBody>
      </p:sp>
      <p:sp>
        <p:nvSpPr>
          <p:cNvPr id="166" name="TextBox 165"/>
          <p:cNvSpPr txBox="1"/>
          <p:nvPr/>
        </p:nvSpPr>
        <p:spPr>
          <a:xfrm>
            <a:off x="3520440" y="4146804"/>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167" name="TextBox 166"/>
          <p:cNvSpPr txBox="1"/>
          <p:nvPr/>
        </p:nvSpPr>
        <p:spPr>
          <a:xfrm>
            <a:off x="4023360" y="414680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a:t>
            </a:r>
          </a:p>
        </p:txBody>
      </p:sp>
      <p:sp>
        <p:nvSpPr>
          <p:cNvPr id="168" name="Rectangle 167"/>
          <p:cNvSpPr/>
          <p:nvPr/>
        </p:nvSpPr>
        <p:spPr>
          <a:xfrm>
            <a:off x="411480" y="4279392"/>
            <a:ext cx="4114800" cy="132588"/>
          </a:xfrm>
          <a:prstGeom prst="rect">
            <a:avLst/>
          </a:prstGeom>
          <a:solidFill>
            <a:srgbClr val="FFFFFF"/>
          </a:solidFill>
          <a:ln>
            <a:noFill/>
          </a:ln>
        </p:spPr>
        <p:txBody>
          <a:bodyPr rtlCol="0" anchor="ctr"/>
          <a:lstStyle/>
          <a:p>
            <a:pPr algn="ctr"/>
            <a:endParaRPr/>
          </a:p>
        </p:txBody>
      </p:sp>
      <p:sp>
        <p:nvSpPr>
          <p:cNvPr id="169" name="TextBox 168"/>
          <p:cNvSpPr txBox="1"/>
          <p:nvPr/>
        </p:nvSpPr>
        <p:spPr>
          <a:xfrm>
            <a:off x="438912" y="427939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15p</a:t>
            </a:r>
          </a:p>
        </p:txBody>
      </p:sp>
      <p:sp>
        <p:nvSpPr>
          <p:cNvPr id="170" name="Rectangle 169"/>
          <p:cNvSpPr/>
          <p:nvPr/>
        </p:nvSpPr>
        <p:spPr>
          <a:xfrm>
            <a:off x="1188720" y="4293107"/>
            <a:ext cx="839724" cy="105156"/>
          </a:xfrm>
          <a:prstGeom prst="rect">
            <a:avLst/>
          </a:prstGeom>
          <a:solidFill>
            <a:srgbClr val="1F6F78"/>
          </a:solidFill>
          <a:ln w="12700">
            <a:solidFill>
              <a:srgbClr val="1F6F78"/>
            </a:solidFill>
          </a:ln>
        </p:spPr>
        <p:txBody>
          <a:bodyPr rtlCol="0" anchor="ctr"/>
          <a:lstStyle/>
          <a:p>
            <a:pPr algn="ctr"/>
            <a:endParaRPr/>
          </a:p>
        </p:txBody>
      </p:sp>
      <p:sp>
        <p:nvSpPr>
          <p:cNvPr id="171" name="TextBox 170"/>
          <p:cNvSpPr txBox="1"/>
          <p:nvPr/>
        </p:nvSpPr>
        <p:spPr>
          <a:xfrm>
            <a:off x="2055875" y="4279392"/>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72" name="Rectangle 171"/>
          <p:cNvSpPr/>
          <p:nvPr/>
        </p:nvSpPr>
        <p:spPr>
          <a:xfrm>
            <a:off x="2423160" y="4341114"/>
            <a:ext cx="1234439" cy="9144"/>
          </a:xfrm>
          <a:prstGeom prst="rect">
            <a:avLst/>
          </a:prstGeom>
          <a:solidFill>
            <a:srgbClr val="D5DAE1"/>
          </a:solidFill>
          <a:ln w="12700">
            <a:solidFill>
              <a:srgbClr val="D5DAE1"/>
            </a:solidFill>
          </a:ln>
        </p:spPr>
        <p:txBody>
          <a:bodyPr rtlCol="0" anchor="ctr"/>
          <a:lstStyle/>
          <a:p>
            <a:pPr algn="ctr"/>
            <a:endParaRPr/>
          </a:p>
        </p:txBody>
      </p:sp>
      <p:sp>
        <p:nvSpPr>
          <p:cNvPr id="173" name="TextBox 172"/>
          <p:cNvSpPr txBox="1"/>
          <p:nvPr/>
        </p:nvSpPr>
        <p:spPr>
          <a:xfrm>
            <a:off x="2423160" y="4279392"/>
            <a:ext cx="1188720" cy="132588"/>
          </a:xfrm>
          <a:prstGeom prst="rect">
            <a:avLst/>
          </a:prstGeom>
          <a:noFill/>
        </p:spPr>
        <p:txBody>
          <a:bodyPr wrap="square" lIns="0" tIns="0" rIns="0" bIns="0" anchor="ctr">
            <a:spAutoFit/>
          </a:bodyPr>
          <a:lstStyle/>
          <a:p>
            <a:pPr algn="l">
              <a:spcAft>
                <a:spcPts val="0"/>
              </a:spcAft>
            </a:pPr>
            <a:r>
              <a:rPr sz="620" b="0" i="1">
                <a:solidFill>
                  <a:srgbClr val="E63946"/>
                </a:solidFill>
                <a:latin typeface="Calibri"/>
              </a:rPr>
              <a:t>nunca llegó</a:t>
            </a:r>
          </a:p>
        </p:txBody>
      </p:sp>
      <p:sp>
        <p:nvSpPr>
          <p:cNvPr id="174" name="TextBox 173"/>
          <p:cNvSpPr txBox="1"/>
          <p:nvPr/>
        </p:nvSpPr>
        <p:spPr>
          <a:xfrm>
            <a:off x="3520440" y="4279392"/>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16%</a:t>
            </a:r>
          </a:p>
        </p:txBody>
      </p:sp>
      <p:sp>
        <p:nvSpPr>
          <p:cNvPr id="175" name="TextBox 174"/>
          <p:cNvSpPr txBox="1"/>
          <p:nvPr/>
        </p:nvSpPr>
        <p:spPr>
          <a:xfrm>
            <a:off x="4023360" y="427939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0</a:t>
            </a:r>
          </a:p>
        </p:txBody>
      </p:sp>
      <p:sp>
        <p:nvSpPr>
          <p:cNvPr id="176" name="TextBox 175"/>
          <p:cNvSpPr txBox="1"/>
          <p:nvPr/>
        </p:nvSpPr>
        <p:spPr>
          <a:xfrm>
            <a:off x="438912" y="4411979"/>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42</a:t>
            </a:r>
          </a:p>
        </p:txBody>
      </p:sp>
      <p:sp>
        <p:nvSpPr>
          <p:cNvPr id="177" name="Rectangle 176"/>
          <p:cNvSpPr/>
          <p:nvPr/>
        </p:nvSpPr>
        <p:spPr>
          <a:xfrm>
            <a:off x="1188720" y="4425696"/>
            <a:ext cx="810768" cy="105156"/>
          </a:xfrm>
          <a:prstGeom prst="rect">
            <a:avLst/>
          </a:prstGeom>
          <a:solidFill>
            <a:srgbClr val="1F6F78"/>
          </a:solidFill>
          <a:ln w="12700">
            <a:solidFill>
              <a:srgbClr val="1F6F78"/>
            </a:solidFill>
          </a:ln>
        </p:spPr>
        <p:txBody>
          <a:bodyPr rtlCol="0" anchor="ctr"/>
          <a:lstStyle/>
          <a:p>
            <a:pPr algn="ctr"/>
            <a:endParaRPr/>
          </a:p>
        </p:txBody>
      </p:sp>
      <p:sp>
        <p:nvSpPr>
          <p:cNvPr id="178" name="TextBox 177"/>
          <p:cNvSpPr txBox="1"/>
          <p:nvPr/>
        </p:nvSpPr>
        <p:spPr>
          <a:xfrm>
            <a:off x="2026919" y="4411979"/>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28</a:t>
            </a:r>
          </a:p>
        </p:txBody>
      </p:sp>
      <p:sp>
        <p:nvSpPr>
          <p:cNvPr id="179" name="Rectangle 178"/>
          <p:cNvSpPr/>
          <p:nvPr/>
        </p:nvSpPr>
        <p:spPr>
          <a:xfrm>
            <a:off x="2423160" y="4473701"/>
            <a:ext cx="1234439" cy="9144"/>
          </a:xfrm>
          <a:prstGeom prst="rect">
            <a:avLst/>
          </a:prstGeom>
          <a:solidFill>
            <a:srgbClr val="D5DAE1"/>
          </a:solidFill>
          <a:ln w="12700">
            <a:solidFill>
              <a:srgbClr val="D5DAE1"/>
            </a:solidFill>
          </a:ln>
        </p:spPr>
        <p:txBody>
          <a:bodyPr rtlCol="0" anchor="ctr"/>
          <a:lstStyle/>
          <a:p>
            <a:pPr algn="ctr"/>
            <a:endParaRPr/>
          </a:p>
        </p:txBody>
      </p:sp>
      <p:sp>
        <p:nvSpPr>
          <p:cNvPr id="180" name="Oval 179"/>
          <p:cNvSpPr/>
          <p:nvPr/>
        </p:nvSpPr>
        <p:spPr>
          <a:xfrm>
            <a:off x="3172330" y="4441697"/>
            <a:ext cx="73152" cy="73152"/>
          </a:xfrm>
          <a:prstGeom prst="ellipse">
            <a:avLst/>
          </a:prstGeom>
          <a:solidFill>
            <a:srgbClr val="F5A623"/>
          </a:solidFill>
          <a:ln w="12700">
            <a:solidFill>
              <a:srgbClr val="F5A623"/>
            </a:solidFill>
          </a:ln>
        </p:spPr>
        <p:txBody>
          <a:bodyPr rtlCol="0" anchor="ctr"/>
          <a:lstStyle/>
          <a:p>
            <a:pPr algn="ctr"/>
            <a:endParaRPr/>
          </a:p>
        </p:txBody>
      </p:sp>
      <p:sp>
        <p:nvSpPr>
          <p:cNvPr id="181" name="TextBox 180"/>
          <p:cNvSpPr txBox="1"/>
          <p:nvPr/>
        </p:nvSpPr>
        <p:spPr>
          <a:xfrm>
            <a:off x="3263770" y="4411979"/>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13:57</a:t>
            </a:r>
          </a:p>
        </p:txBody>
      </p:sp>
      <p:sp>
        <p:nvSpPr>
          <p:cNvPr id="182" name="TextBox 181"/>
          <p:cNvSpPr txBox="1"/>
          <p:nvPr/>
        </p:nvSpPr>
        <p:spPr>
          <a:xfrm>
            <a:off x="3520440" y="4411979"/>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17%</a:t>
            </a:r>
          </a:p>
        </p:txBody>
      </p:sp>
      <p:sp>
        <p:nvSpPr>
          <p:cNvPr id="183" name="TextBox 182"/>
          <p:cNvSpPr txBox="1"/>
          <p:nvPr/>
        </p:nvSpPr>
        <p:spPr>
          <a:xfrm>
            <a:off x="4023360" y="4411979"/>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14</a:t>
            </a:r>
          </a:p>
        </p:txBody>
      </p:sp>
      <p:sp>
        <p:nvSpPr>
          <p:cNvPr id="184" name="Rectangle 183"/>
          <p:cNvSpPr/>
          <p:nvPr/>
        </p:nvSpPr>
        <p:spPr>
          <a:xfrm>
            <a:off x="411480" y="4544568"/>
            <a:ext cx="4114800" cy="132588"/>
          </a:xfrm>
          <a:prstGeom prst="rect">
            <a:avLst/>
          </a:prstGeom>
          <a:solidFill>
            <a:srgbClr val="FFFFFF"/>
          </a:solidFill>
          <a:ln>
            <a:noFill/>
          </a:ln>
        </p:spPr>
        <p:txBody>
          <a:bodyPr rtlCol="0" anchor="ctr"/>
          <a:lstStyle/>
          <a:p>
            <a:pPr algn="ctr"/>
            <a:endParaRPr/>
          </a:p>
        </p:txBody>
      </p:sp>
      <p:sp>
        <p:nvSpPr>
          <p:cNvPr id="185" name="TextBox 184"/>
          <p:cNvSpPr txBox="1"/>
          <p:nvPr/>
        </p:nvSpPr>
        <p:spPr>
          <a:xfrm>
            <a:off x="438912" y="4544568"/>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23</a:t>
            </a:r>
          </a:p>
        </p:txBody>
      </p:sp>
      <p:sp>
        <p:nvSpPr>
          <p:cNvPr id="186" name="Rectangle 185"/>
          <p:cNvSpPr/>
          <p:nvPr/>
        </p:nvSpPr>
        <p:spPr>
          <a:xfrm>
            <a:off x="1188720" y="4558283"/>
            <a:ext cx="781812" cy="105156"/>
          </a:xfrm>
          <a:prstGeom prst="rect">
            <a:avLst/>
          </a:prstGeom>
          <a:solidFill>
            <a:srgbClr val="1F6F78"/>
          </a:solidFill>
          <a:ln w="12700">
            <a:solidFill>
              <a:srgbClr val="1F6F78"/>
            </a:solidFill>
          </a:ln>
        </p:spPr>
        <p:txBody>
          <a:bodyPr rtlCol="0" anchor="ctr"/>
          <a:lstStyle/>
          <a:p>
            <a:pPr algn="ctr"/>
            <a:endParaRPr/>
          </a:p>
        </p:txBody>
      </p:sp>
      <p:sp>
        <p:nvSpPr>
          <p:cNvPr id="187" name="TextBox 186"/>
          <p:cNvSpPr txBox="1"/>
          <p:nvPr/>
        </p:nvSpPr>
        <p:spPr>
          <a:xfrm>
            <a:off x="1997964" y="4544568"/>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27</a:t>
            </a:r>
          </a:p>
        </p:txBody>
      </p:sp>
      <p:sp>
        <p:nvSpPr>
          <p:cNvPr id="188" name="Rectangle 187"/>
          <p:cNvSpPr/>
          <p:nvPr/>
        </p:nvSpPr>
        <p:spPr>
          <a:xfrm>
            <a:off x="2423160" y="4606290"/>
            <a:ext cx="1234439" cy="9144"/>
          </a:xfrm>
          <a:prstGeom prst="rect">
            <a:avLst/>
          </a:prstGeom>
          <a:solidFill>
            <a:srgbClr val="D5DAE1"/>
          </a:solidFill>
          <a:ln w="12700">
            <a:solidFill>
              <a:srgbClr val="D5DAE1"/>
            </a:solidFill>
          </a:ln>
        </p:spPr>
        <p:txBody>
          <a:bodyPr rtlCol="0" anchor="ctr"/>
          <a:lstStyle/>
          <a:p>
            <a:pPr algn="ctr"/>
            <a:endParaRPr/>
          </a:p>
        </p:txBody>
      </p:sp>
      <p:sp>
        <p:nvSpPr>
          <p:cNvPr id="189" name="Oval 188"/>
          <p:cNvSpPr/>
          <p:nvPr/>
        </p:nvSpPr>
        <p:spPr>
          <a:xfrm>
            <a:off x="3097666" y="4574286"/>
            <a:ext cx="73152" cy="73152"/>
          </a:xfrm>
          <a:prstGeom prst="ellipse">
            <a:avLst/>
          </a:prstGeom>
          <a:solidFill>
            <a:srgbClr val="F5A623"/>
          </a:solidFill>
          <a:ln w="12700">
            <a:solidFill>
              <a:srgbClr val="F5A623"/>
            </a:solidFill>
          </a:ln>
        </p:spPr>
        <p:txBody>
          <a:bodyPr rtlCol="0" anchor="ctr"/>
          <a:lstStyle/>
          <a:p>
            <a:pPr algn="ctr"/>
            <a:endParaRPr/>
          </a:p>
        </p:txBody>
      </p:sp>
      <p:sp>
        <p:nvSpPr>
          <p:cNvPr id="190" name="TextBox 189"/>
          <p:cNvSpPr txBox="1"/>
          <p:nvPr/>
        </p:nvSpPr>
        <p:spPr>
          <a:xfrm>
            <a:off x="3189106" y="4544568"/>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13:34</a:t>
            </a:r>
          </a:p>
        </p:txBody>
      </p:sp>
      <p:sp>
        <p:nvSpPr>
          <p:cNvPr id="191" name="TextBox 190"/>
          <p:cNvSpPr txBox="1"/>
          <p:nvPr/>
        </p:nvSpPr>
        <p:spPr>
          <a:xfrm>
            <a:off x="3520440" y="4544568"/>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21%</a:t>
            </a:r>
          </a:p>
        </p:txBody>
      </p:sp>
      <p:sp>
        <p:nvSpPr>
          <p:cNvPr id="192" name="TextBox 191"/>
          <p:cNvSpPr txBox="1"/>
          <p:nvPr/>
        </p:nvSpPr>
        <p:spPr>
          <a:xfrm>
            <a:off x="4023360" y="4544568"/>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21</a:t>
            </a:r>
          </a:p>
        </p:txBody>
      </p:sp>
      <p:sp>
        <p:nvSpPr>
          <p:cNvPr id="193" name="TextBox 192"/>
          <p:cNvSpPr txBox="1"/>
          <p:nvPr/>
        </p:nvSpPr>
        <p:spPr>
          <a:xfrm>
            <a:off x="4636008" y="1920240"/>
            <a:ext cx="77724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Casa</a:t>
            </a:r>
          </a:p>
        </p:txBody>
      </p:sp>
      <p:sp>
        <p:nvSpPr>
          <p:cNvPr id="194" name="TextBox 193"/>
          <p:cNvSpPr txBox="1"/>
          <p:nvPr/>
        </p:nvSpPr>
        <p:spPr>
          <a:xfrm>
            <a:off x="5413248" y="1920240"/>
            <a:ext cx="118872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Noches en el piso (de 30)</a:t>
            </a:r>
          </a:p>
        </p:txBody>
      </p:sp>
      <p:sp>
        <p:nvSpPr>
          <p:cNvPr id="195" name="TextBox 194"/>
          <p:cNvSpPr txBox="1"/>
          <p:nvPr/>
        </p:nvSpPr>
        <p:spPr>
          <a:xfrm>
            <a:off x="7744968" y="1920240"/>
            <a:ext cx="50292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Amanecer</a:t>
            </a:r>
          </a:p>
        </p:txBody>
      </p:sp>
      <p:sp>
        <p:nvSpPr>
          <p:cNvPr id="196" name="TextBox 195"/>
          <p:cNvSpPr txBox="1"/>
          <p:nvPr/>
        </p:nvSpPr>
        <p:spPr>
          <a:xfrm>
            <a:off x="8247888" y="1920240"/>
            <a:ext cx="50292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Días 100%</a:t>
            </a:r>
          </a:p>
        </p:txBody>
      </p:sp>
      <p:sp>
        <p:nvSpPr>
          <p:cNvPr id="197" name="TextBox 196"/>
          <p:cNvSpPr txBox="1"/>
          <p:nvPr/>
        </p:nvSpPr>
        <p:spPr>
          <a:xfrm>
            <a:off x="6601968" y="1920240"/>
            <a:ext cx="1188720" cy="182880"/>
          </a:xfrm>
          <a:prstGeom prst="rect">
            <a:avLst/>
          </a:prstGeom>
          <a:noFill/>
        </p:spPr>
        <p:txBody>
          <a:bodyPr wrap="square" lIns="0" tIns="0" rIns="0" bIns="0" anchor="ctr">
            <a:spAutoFit/>
          </a:bodyPr>
          <a:lstStyle/>
          <a:p>
            <a:pPr algn="ctr">
              <a:spcAft>
                <a:spcPts val="0"/>
              </a:spcAft>
            </a:pPr>
            <a:r>
              <a:rPr sz="680" b="1" i="0">
                <a:solidFill>
                  <a:srgbClr val="7F8C8D"/>
                </a:solidFill>
                <a:latin typeface="Calibri"/>
              </a:rPr>
              <a:t>Hora al llegar al 100%</a:t>
            </a:r>
          </a:p>
        </p:txBody>
      </p:sp>
      <p:sp>
        <p:nvSpPr>
          <p:cNvPr id="198" name="TextBox 197"/>
          <p:cNvSpPr txBox="1"/>
          <p:nvPr/>
        </p:nvSpPr>
        <p:spPr>
          <a:xfrm>
            <a:off x="6510528"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10h</a:t>
            </a:r>
          </a:p>
        </p:txBody>
      </p:sp>
      <p:sp>
        <p:nvSpPr>
          <p:cNvPr id="199" name="TextBox 198"/>
          <p:cNvSpPr txBox="1"/>
          <p:nvPr/>
        </p:nvSpPr>
        <p:spPr>
          <a:xfrm>
            <a:off x="6908734"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12h</a:t>
            </a:r>
          </a:p>
        </p:txBody>
      </p:sp>
      <p:sp>
        <p:nvSpPr>
          <p:cNvPr id="200" name="TextBox 199"/>
          <p:cNvSpPr txBox="1"/>
          <p:nvPr/>
        </p:nvSpPr>
        <p:spPr>
          <a:xfrm>
            <a:off x="7306940"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14h</a:t>
            </a:r>
          </a:p>
        </p:txBody>
      </p:sp>
      <p:sp>
        <p:nvSpPr>
          <p:cNvPr id="201" name="TextBox 200"/>
          <p:cNvSpPr txBox="1"/>
          <p:nvPr/>
        </p:nvSpPr>
        <p:spPr>
          <a:xfrm>
            <a:off x="7705147"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16h</a:t>
            </a:r>
          </a:p>
        </p:txBody>
      </p:sp>
      <p:sp>
        <p:nvSpPr>
          <p:cNvPr id="202" name="Rectangle 201"/>
          <p:cNvSpPr/>
          <p:nvPr/>
        </p:nvSpPr>
        <p:spPr>
          <a:xfrm>
            <a:off x="4636008" y="2157984"/>
            <a:ext cx="4114800" cy="132588"/>
          </a:xfrm>
          <a:prstGeom prst="rect">
            <a:avLst/>
          </a:prstGeom>
          <a:solidFill>
            <a:srgbClr val="FFFFFF"/>
          </a:solidFill>
          <a:ln>
            <a:noFill/>
          </a:ln>
        </p:spPr>
        <p:txBody>
          <a:bodyPr rtlCol="0" anchor="ctr"/>
          <a:lstStyle/>
          <a:p>
            <a:pPr algn="ctr"/>
            <a:endParaRPr/>
          </a:p>
        </p:txBody>
      </p:sp>
      <p:sp>
        <p:nvSpPr>
          <p:cNvPr id="203" name="TextBox 202"/>
          <p:cNvSpPr txBox="1"/>
          <p:nvPr/>
        </p:nvSpPr>
        <p:spPr>
          <a:xfrm>
            <a:off x="4663440" y="215798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18</a:t>
            </a:r>
          </a:p>
        </p:txBody>
      </p:sp>
      <p:sp>
        <p:nvSpPr>
          <p:cNvPr id="204" name="Rectangle 203"/>
          <p:cNvSpPr/>
          <p:nvPr/>
        </p:nvSpPr>
        <p:spPr>
          <a:xfrm>
            <a:off x="5413248" y="2171699"/>
            <a:ext cx="723900" cy="105156"/>
          </a:xfrm>
          <a:prstGeom prst="rect">
            <a:avLst/>
          </a:prstGeom>
          <a:solidFill>
            <a:srgbClr val="1F6F78"/>
          </a:solidFill>
          <a:ln w="12700">
            <a:solidFill>
              <a:srgbClr val="1F6F78"/>
            </a:solidFill>
          </a:ln>
        </p:spPr>
        <p:txBody>
          <a:bodyPr rtlCol="0" anchor="ctr"/>
          <a:lstStyle/>
          <a:p>
            <a:pPr algn="ctr"/>
            <a:endParaRPr/>
          </a:p>
        </p:txBody>
      </p:sp>
      <p:sp>
        <p:nvSpPr>
          <p:cNvPr id="205" name="TextBox 204"/>
          <p:cNvSpPr txBox="1"/>
          <p:nvPr/>
        </p:nvSpPr>
        <p:spPr>
          <a:xfrm>
            <a:off x="6164580" y="2157984"/>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25</a:t>
            </a:r>
          </a:p>
        </p:txBody>
      </p:sp>
      <p:sp>
        <p:nvSpPr>
          <p:cNvPr id="206" name="Rectangle 205"/>
          <p:cNvSpPr/>
          <p:nvPr/>
        </p:nvSpPr>
        <p:spPr>
          <a:xfrm>
            <a:off x="6647688" y="2219706"/>
            <a:ext cx="1234440" cy="9144"/>
          </a:xfrm>
          <a:prstGeom prst="rect">
            <a:avLst/>
          </a:prstGeom>
          <a:solidFill>
            <a:srgbClr val="D5DAE1"/>
          </a:solidFill>
          <a:ln w="12700">
            <a:solidFill>
              <a:srgbClr val="D5DAE1"/>
            </a:solidFill>
          </a:ln>
        </p:spPr>
        <p:txBody>
          <a:bodyPr rtlCol="0" anchor="ctr"/>
          <a:lstStyle/>
          <a:p>
            <a:pPr algn="ctr"/>
            <a:endParaRPr/>
          </a:p>
        </p:txBody>
      </p:sp>
      <p:sp>
        <p:nvSpPr>
          <p:cNvPr id="207" name="Oval 206"/>
          <p:cNvSpPr/>
          <p:nvPr/>
        </p:nvSpPr>
        <p:spPr>
          <a:xfrm>
            <a:off x="7286196" y="2187701"/>
            <a:ext cx="73152" cy="73152"/>
          </a:xfrm>
          <a:prstGeom prst="ellipse">
            <a:avLst/>
          </a:prstGeom>
          <a:solidFill>
            <a:srgbClr val="F5A623"/>
          </a:solidFill>
          <a:ln w="12700">
            <a:solidFill>
              <a:srgbClr val="F5A623"/>
            </a:solidFill>
          </a:ln>
        </p:spPr>
        <p:txBody>
          <a:bodyPr rtlCol="0" anchor="ctr"/>
          <a:lstStyle/>
          <a:p>
            <a:pPr algn="ctr"/>
            <a:endParaRPr/>
          </a:p>
        </p:txBody>
      </p:sp>
      <p:sp>
        <p:nvSpPr>
          <p:cNvPr id="208" name="TextBox 207"/>
          <p:cNvSpPr txBox="1"/>
          <p:nvPr/>
        </p:nvSpPr>
        <p:spPr>
          <a:xfrm>
            <a:off x="7377636" y="215798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13:23</a:t>
            </a:r>
          </a:p>
        </p:txBody>
      </p:sp>
      <p:sp>
        <p:nvSpPr>
          <p:cNvPr id="209" name="TextBox 208"/>
          <p:cNvSpPr txBox="1"/>
          <p:nvPr/>
        </p:nvSpPr>
        <p:spPr>
          <a:xfrm>
            <a:off x="7744968" y="2157984"/>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22%</a:t>
            </a:r>
          </a:p>
        </p:txBody>
      </p:sp>
      <p:sp>
        <p:nvSpPr>
          <p:cNvPr id="210" name="TextBox 209"/>
          <p:cNvSpPr txBox="1"/>
          <p:nvPr/>
        </p:nvSpPr>
        <p:spPr>
          <a:xfrm>
            <a:off x="8247888" y="215798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16</a:t>
            </a:r>
          </a:p>
        </p:txBody>
      </p:sp>
      <p:sp>
        <p:nvSpPr>
          <p:cNvPr id="211" name="TextBox 210"/>
          <p:cNvSpPr txBox="1"/>
          <p:nvPr/>
        </p:nvSpPr>
        <p:spPr>
          <a:xfrm>
            <a:off x="4663440" y="229057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12</a:t>
            </a:r>
          </a:p>
        </p:txBody>
      </p:sp>
      <p:sp>
        <p:nvSpPr>
          <p:cNvPr id="212" name="Rectangle 211"/>
          <p:cNvSpPr/>
          <p:nvPr/>
        </p:nvSpPr>
        <p:spPr>
          <a:xfrm>
            <a:off x="5413248" y="2304287"/>
            <a:ext cx="694944" cy="105156"/>
          </a:xfrm>
          <a:prstGeom prst="rect">
            <a:avLst/>
          </a:prstGeom>
          <a:solidFill>
            <a:srgbClr val="1F6F78"/>
          </a:solidFill>
          <a:ln w="12700">
            <a:solidFill>
              <a:srgbClr val="1F6F78"/>
            </a:solidFill>
          </a:ln>
        </p:spPr>
        <p:txBody>
          <a:bodyPr rtlCol="0" anchor="ctr"/>
          <a:lstStyle/>
          <a:p>
            <a:pPr algn="ctr"/>
            <a:endParaRPr/>
          </a:p>
        </p:txBody>
      </p:sp>
      <p:sp>
        <p:nvSpPr>
          <p:cNvPr id="213" name="TextBox 212"/>
          <p:cNvSpPr txBox="1"/>
          <p:nvPr/>
        </p:nvSpPr>
        <p:spPr>
          <a:xfrm>
            <a:off x="6135624" y="2290572"/>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24</a:t>
            </a:r>
          </a:p>
        </p:txBody>
      </p:sp>
      <p:sp>
        <p:nvSpPr>
          <p:cNvPr id="214" name="Rectangle 213"/>
          <p:cNvSpPr/>
          <p:nvPr/>
        </p:nvSpPr>
        <p:spPr>
          <a:xfrm>
            <a:off x="6647688" y="2352294"/>
            <a:ext cx="1234440" cy="9144"/>
          </a:xfrm>
          <a:prstGeom prst="rect">
            <a:avLst/>
          </a:prstGeom>
          <a:solidFill>
            <a:srgbClr val="D5DAE1"/>
          </a:solidFill>
          <a:ln w="12700">
            <a:solidFill>
              <a:srgbClr val="D5DAE1"/>
            </a:solidFill>
          </a:ln>
        </p:spPr>
        <p:txBody>
          <a:bodyPr rtlCol="0" anchor="ctr"/>
          <a:lstStyle/>
          <a:p>
            <a:pPr algn="ctr"/>
            <a:endParaRPr/>
          </a:p>
        </p:txBody>
      </p:sp>
      <p:sp>
        <p:nvSpPr>
          <p:cNvPr id="215" name="Oval 214"/>
          <p:cNvSpPr/>
          <p:nvPr/>
        </p:nvSpPr>
        <p:spPr>
          <a:xfrm>
            <a:off x="7317928" y="2320289"/>
            <a:ext cx="73152" cy="73152"/>
          </a:xfrm>
          <a:prstGeom prst="ellipse">
            <a:avLst/>
          </a:prstGeom>
          <a:solidFill>
            <a:srgbClr val="F5A623"/>
          </a:solidFill>
          <a:ln w="12700">
            <a:solidFill>
              <a:srgbClr val="F5A623"/>
            </a:solidFill>
          </a:ln>
        </p:spPr>
        <p:txBody>
          <a:bodyPr rtlCol="0" anchor="ctr"/>
          <a:lstStyle/>
          <a:p>
            <a:pPr algn="ctr"/>
            <a:endParaRPr/>
          </a:p>
        </p:txBody>
      </p:sp>
      <p:sp>
        <p:nvSpPr>
          <p:cNvPr id="216" name="TextBox 215"/>
          <p:cNvSpPr txBox="1"/>
          <p:nvPr/>
        </p:nvSpPr>
        <p:spPr>
          <a:xfrm>
            <a:off x="7409368" y="229057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13:33</a:t>
            </a:r>
          </a:p>
        </p:txBody>
      </p:sp>
      <p:sp>
        <p:nvSpPr>
          <p:cNvPr id="217" name="TextBox 216"/>
          <p:cNvSpPr txBox="1"/>
          <p:nvPr/>
        </p:nvSpPr>
        <p:spPr>
          <a:xfrm>
            <a:off x="7744968" y="2290572"/>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19%</a:t>
            </a:r>
          </a:p>
        </p:txBody>
      </p:sp>
      <p:sp>
        <p:nvSpPr>
          <p:cNvPr id="218" name="TextBox 217"/>
          <p:cNvSpPr txBox="1"/>
          <p:nvPr/>
        </p:nvSpPr>
        <p:spPr>
          <a:xfrm>
            <a:off x="8247888" y="229057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25</a:t>
            </a:r>
          </a:p>
        </p:txBody>
      </p:sp>
      <p:sp>
        <p:nvSpPr>
          <p:cNvPr id="219" name="Rectangle 218"/>
          <p:cNvSpPr/>
          <p:nvPr/>
        </p:nvSpPr>
        <p:spPr>
          <a:xfrm>
            <a:off x="4636008" y="2423160"/>
            <a:ext cx="4114800" cy="132588"/>
          </a:xfrm>
          <a:prstGeom prst="rect">
            <a:avLst/>
          </a:prstGeom>
          <a:solidFill>
            <a:srgbClr val="FFFFFF"/>
          </a:solidFill>
          <a:ln>
            <a:noFill/>
          </a:ln>
        </p:spPr>
        <p:txBody>
          <a:bodyPr rtlCol="0" anchor="ctr"/>
          <a:lstStyle/>
          <a:p>
            <a:pPr algn="ctr"/>
            <a:endParaRPr/>
          </a:p>
        </p:txBody>
      </p:sp>
      <p:sp>
        <p:nvSpPr>
          <p:cNvPr id="220" name="TextBox 219"/>
          <p:cNvSpPr txBox="1"/>
          <p:nvPr/>
        </p:nvSpPr>
        <p:spPr>
          <a:xfrm>
            <a:off x="4663440" y="2423160"/>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a:t>
            </a:r>
          </a:p>
        </p:txBody>
      </p:sp>
      <p:sp>
        <p:nvSpPr>
          <p:cNvPr id="221" name="Rectangle 220"/>
          <p:cNvSpPr/>
          <p:nvPr/>
        </p:nvSpPr>
        <p:spPr>
          <a:xfrm>
            <a:off x="5413248" y="2436875"/>
            <a:ext cx="694944" cy="105156"/>
          </a:xfrm>
          <a:prstGeom prst="rect">
            <a:avLst/>
          </a:prstGeom>
          <a:solidFill>
            <a:srgbClr val="1F6F78"/>
          </a:solidFill>
          <a:ln w="12700">
            <a:solidFill>
              <a:srgbClr val="1F6F78"/>
            </a:solidFill>
          </a:ln>
        </p:spPr>
        <p:txBody>
          <a:bodyPr rtlCol="0" anchor="ctr"/>
          <a:lstStyle/>
          <a:p>
            <a:pPr algn="ctr"/>
            <a:endParaRPr/>
          </a:p>
        </p:txBody>
      </p:sp>
      <p:sp>
        <p:nvSpPr>
          <p:cNvPr id="222" name="TextBox 221"/>
          <p:cNvSpPr txBox="1"/>
          <p:nvPr/>
        </p:nvSpPr>
        <p:spPr>
          <a:xfrm>
            <a:off x="6135624" y="2423160"/>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24</a:t>
            </a:r>
          </a:p>
        </p:txBody>
      </p:sp>
      <p:sp>
        <p:nvSpPr>
          <p:cNvPr id="223" name="Rectangle 222"/>
          <p:cNvSpPr/>
          <p:nvPr/>
        </p:nvSpPr>
        <p:spPr>
          <a:xfrm>
            <a:off x="6647688" y="2484882"/>
            <a:ext cx="1234440" cy="9144"/>
          </a:xfrm>
          <a:prstGeom prst="rect">
            <a:avLst/>
          </a:prstGeom>
          <a:solidFill>
            <a:srgbClr val="D5DAE1"/>
          </a:solidFill>
          <a:ln w="12700">
            <a:solidFill>
              <a:srgbClr val="D5DAE1"/>
            </a:solidFill>
          </a:ln>
        </p:spPr>
        <p:txBody>
          <a:bodyPr rtlCol="0" anchor="ctr"/>
          <a:lstStyle/>
          <a:p>
            <a:pPr algn="ctr"/>
            <a:endParaRPr/>
          </a:p>
        </p:txBody>
      </p:sp>
      <p:sp>
        <p:nvSpPr>
          <p:cNvPr id="224" name="Oval 223"/>
          <p:cNvSpPr/>
          <p:nvPr/>
        </p:nvSpPr>
        <p:spPr>
          <a:xfrm>
            <a:off x="7096426" y="2452877"/>
            <a:ext cx="73152" cy="73152"/>
          </a:xfrm>
          <a:prstGeom prst="ellipse">
            <a:avLst/>
          </a:prstGeom>
          <a:solidFill>
            <a:srgbClr val="F5A623"/>
          </a:solidFill>
          <a:ln w="12700">
            <a:solidFill>
              <a:srgbClr val="F5A623"/>
            </a:solidFill>
          </a:ln>
        </p:spPr>
        <p:txBody>
          <a:bodyPr rtlCol="0" anchor="ctr"/>
          <a:lstStyle/>
          <a:p>
            <a:pPr algn="ctr"/>
            <a:endParaRPr/>
          </a:p>
        </p:txBody>
      </p:sp>
      <p:sp>
        <p:nvSpPr>
          <p:cNvPr id="225" name="TextBox 224"/>
          <p:cNvSpPr txBox="1"/>
          <p:nvPr/>
        </p:nvSpPr>
        <p:spPr>
          <a:xfrm>
            <a:off x="7187866" y="2423160"/>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12:26</a:t>
            </a:r>
          </a:p>
        </p:txBody>
      </p:sp>
      <p:sp>
        <p:nvSpPr>
          <p:cNvPr id="226" name="TextBox 225"/>
          <p:cNvSpPr txBox="1"/>
          <p:nvPr/>
        </p:nvSpPr>
        <p:spPr>
          <a:xfrm>
            <a:off x="7744968" y="2423160"/>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22%</a:t>
            </a:r>
          </a:p>
        </p:txBody>
      </p:sp>
      <p:sp>
        <p:nvSpPr>
          <p:cNvPr id="227" name="TextBox 226"/>
          <p:cNvSpPr txBox="1"/>
          <p:nvPr/>
        </p:nvSpPr>
        <p:spPr>
          <a:xfrm>
            <a:off x="8247888" y="2423160"/>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20</a:t>
            </a:r>
          </a:p>
        </p:txBody>
      </p:sp>
      <p:sp>
        <p:nvSpPr>
          <p:cNvPr id="228" name="TextBox 227"/>
          <p:cNvSpPr txBox="1"/>
          <p:nvPr/>
        </p:nvSpPr>
        <p:spPr>
          <a:xfrm>
            <a:off x="4663440" y="2555748"/>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11</a:t>
            </a:r>
          </a:p>
        </p:txBody>
      </p:sp>
      <p:sp>
        <p:nvSpPr>
          <p:cNvPr id="229" name="Rectangle 228"/>
          <p:cNvSpPr/>
          <p:nvPr/>
        </p:nvSpPr>
        <p:spPr>
          <a:xfrm>
            <a:off x="5413248" y="2569463"/>
            <a:ext cx="665988" cy="105156"/>
          </a:xfrm>
          <a:prstGeom prst="rect">
            <a:avLst/>
          </a:prstGeom>
          <a:solidFill>
            <a:srgbClr val="2B5BA3"/>
          </a:solidFill>
          <a:ln w="12700">
            <a:solidFill>
              <a:srgbClr val="2B5BA3"/>
            </a:solidFill>
          </a:ln>
        </p:spPr>
        <p:txBody>
          <a:bodyPr rtlCol="0" anchor="ctr"/>
          <a:lstStyle/>
          <a:p>
            <a:pPr algn="ctr"/>
            <a:endParaRPr/>
          </a:p>
        </p:txBody>
      </p:sp>
      <p:sp>
        <p:nvSpPr>
          <p:cNvPr id="230" name="TextBox 229"/>
          <p:cNvSpPr txBox="1"/>
          <p:nvPr/>
        </p:nvSpPr>
        <p:spPr>
          <a:xfrm>
            <a:off x="6106668" y="2555748"/>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23</a:t>
            </a:r>
          </a:p>
        </p:txBody>
      </p:sp>
      <p:sp>
        <p:nvSpPr>
          <p:cNvPr id="231" name="Rectangle 230"/>
          <p:cNvSpPr/>
          <p:nvPr/>
        </p:nvSpPr>
        <p:spPr>
          <a:xfrm>
            <a:off x="6647688" y="2617470"/>
            <a:ext cx="1234440" cy="9144"/>
          </a:xfrm>
          <a:prstGeom prst="rect">
            <a:avLst/>
          </a:prstGeom>
          <a:solidFill>
            <a:srgbClr val="D5DAE1"/>
          </a:solidFill>
          <a:ln w="12700">
            <a:solidFill>
              <a:srgbClr val="D5DAE1"/>
            </a:solidFill>
          </a:ln>
        </p:spPr>
        <p:txBody>
          <a:bodyPr rtlCol="0" anchor="ctr"/>
          <a:lstStyle/>
          <a:p>
            <a:pPr algn="ctr"/>
            <a:endParaRPr/>
          </a:p>
        </p:txBody>
      </p:sp>
      <p:sp>
        <p:nvSpPr>
          <p:cNvPr id="232" name="Oval 231"/>
          <p:cNvSpPr/>
          <p:nvPr/>
        </p:nvSpPr>
        <p:spPr>
          <a:xfrm>
            <a:off x="7381173" y="2585465"/>
            <a:ext cx="73152" cy="73152"/>
          </a:xfrm>
          <a:prstGeom prst="ellipse">
            <a:avLst/>
          </a:prstGeom>
          <a:solidFill>
            <a:srgbClr val="F5A623"/>
          </a:solidFill>
          <a:ln w="12700">
            <a:solidFill>
              <a:srgbClr val="F5A623"/>
            </a:solidFill>
          </a:ln>
        </p:spPr>
        <p:txBody>
          <a:bodyPr rtlCol="0" anchor="ctr"/>
          <a:lstStyle/>
          <a:p>
            <a:pPr algn="ctr"/>
            <a:endParaRPr/>
          </a:p>
        </p:txBody>
      </p:sp>
      <p:sp>
        <p:nvSpPr>
          <p:cNvPr id="233" name="TextBox 232"/>
          <p:cNvSpPr txBox="1"/>
          <p:nvPr/>
        </p:nvSpPr>
        <p:spPr>
          <a:xfrm>
            <a:off x="7472613" y="2555748"/>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13:52</a:t>
            </a:r>
          </a:p>
        </p:txBody>
      </p:sp>
      <p:sp>
        <p:nvSpPr>
          <p:cNvPr id="234" name="TextBox 233"/>
          <p:cNvSpPr txBox="1"/>
          <p:nvPr/>
        </p:nvSpPr>
        <p:spPr>
          <a:xfrm>
            <a:off x="7744968" y="2555748"/>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22%</a:t>
            </a:r>
          </a:p>
        </p:txBody>
      </p:sp>
      <p:sp>
        <p:nvSpPr>
          <p:cNvPr id="235" name="TextBox 234"/>
          <p:cNvSpPr txBox="1"/>
          <p:nvPr/>
        </p:nvSpPr>
        <p:spPr>
          <a:xfrm>
            <a:off x="8247888" y="2555748"/>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17</a:t>
            </a:r>
          </a:p>
        </p:txBody>
      </p:sp>
      <p:sp>
        <p:nvSpPr>
          <p:cNvPr id="236" name="Rectangle 235"/>
          <p:cNvSpPr/>
          <p:nvPr/>
        </p:nvSpPr>
        <p:spPr>
          <a:xfrm>
            <a:off x="4636008" y="2688336"/>
            <a:ext cx="4114800" cy="132588"/>
          </a:xfrm>
          <a:prstGeom prst="rect">
            <a:avLst/>
          </a:prstGeom>
          <a:solidFill>
            <a:srgbClr val="FFFFFF"/>
          </a:solidFill>
          <a:ln>
            <a:noFill/>
          </a:ln>
        </p:spPr>
        <p:txBody>
          <a:bodyPr rtlCol="0" anchor="ctr"/>
          <a:lstStyle/>
          <a:p>
            <a:pPr algn="ctr"/>
            <a:endParaRPr/>
          </a:p>
        </p:txBody>
      </p:sp>
      <p:sp>
        <p:nvSpPr>
          <p:cNvPr id="237" name="TextBox 236"/>
          <p:cNvSpPr txBox="1"/>
          <p:nvPr/>
        </p:nvSpPr>
        <p:spPr>
          <a:xfrm>
            <a:off x="4663440" y="2688336"/>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23p</a:t>
            </a:r>
          </a:p>
        </p:txBody>
      </p:sp>
      <p:sp>
        <p:nvSpPr>
          <p:cNvPr id="238" name="Rectangle 237"/>
          <p:cNvSpPr/>
          <p:nvPr/>
        </p:nvSpPr>
        <p:spPr>
          <a:xfrm>
            <a:off x="5413248" y="2702052"/>
            <a:ext cx="665988" cy="105156"/>
          </a:xfrm>
          <a:prstGeom prst="rect">
            <a:avLst/>
          </a:prstGeom>
          <a:solidFill>
            <a:srgbClr val="2B5BA3"/>
          </a:solidFill>
          <a:ln w="12700">
            <a:solidFill>
              <a:srgbClr val="2B5BA3"/>
            </a:solidFill>
          </a:ln>
        </p:spPr>
        <p:txBody>
          <a:bodyPr rtlCol="0" anchor="ctr"/>
          <a:lstStyle/>
          <a:p>
            <a:pPr algn="ctr"/>
            <a:endParaRPr/>
          </a:p>
        </p:txBody>
      </p:sp>
      <p:sp>
        <p:nvSpPr>
          <p:cNvPr id="239" name="TextBox 238"/>
          <p:cNvSpPr txBox="1"/>
          <p:nvPr/>
        </p:nvSpPr>
        <p:spPr>
          <a:xfrm>
            <a:off x="6106668" y="2688336"/>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23</a:t>
            </a:r>
          </a:p>
        </p:txBody>
      </p:sp>
      <p:sp>
        <p:nvSpPr>
          <p:cNvPr id="240" name="Rectangle 239"/>
          <p:cNvSpPr/>
          <p:nvPr/>
        </p:nvSpPr>
        <p:spPr>
          <a:xfrm>
            <a:off x="6647688" y="2750058"/>
            <a:ext cx="1234440" cy="9144"/>
          </a:xfrm>
          <a:prstGeom prst="rect">
            <a:avLst/>
          </a:prstGeom>
          <a:solidFill>
            <a:srgbClr val="D5DAE1"/>
          </a:solidFill>
          <a:ln w="12700">
            <a:solidFill>
              <a:srgbClr val="D5DAE1"/>
            </a:solidFill>
          </a:ln>
        </p:spPr>
        <p:txBody>
          <a:bodyPr rtlCol="0" anchor="ctr"/>
          <a:lstStyle/>
          <a:p>
            <a:pPr algn="ctr"/>
            <a:endParaRPr/>
          </a:p>
        </p:txBody>
      </p:sp>
      <p:sp>
        <p:nvSpPr>
          <p:cNvPr id="241" name="Oval 240"/>
          <p:cNvSpPr/>
          <p:nvPr/>
        </p:nvSpPr>
        <p:spPr>
          <a:xfrm>
            <a:off x="7430150" y="2718053"/>
            <a:ext cx="73152" cy="73152"/>
          </a:xfrm>
          <a:prstGeom prst="ellipse">
            <a:avLst/>
          </a:prstGeom>
          <a:solidFill>
            <a:srgbClr val="F5A623"/>
          </a:solidFill>
          <a:ln w="12700">
            <a:solidFill>
              <a:srgbClr val="F5A623"/>
            </a:solidFill>
          </a:ln>
        </p:spPr>
        <p:txBody>
          <a:bodyPr rtlCol="0" anchor="ctr"/>
          <a:lstStyle/>
          <a:p>
            <a:pPr algn="ctr"/>
            <a:endParaRPr/>
          </a:p>
        </p:txBody>
      </p:sp>
      <p:sp>
        <p:nvSpPr>
          <p:cNvPr id="242" name="TextBox 241"/>
          <p:cNvSpPr txBox="1"/>
          <p:nvPr/>
        </p:nvSpPr>
        <p:spPr>
          <a:xfrm>
            <a:off x="7521590" y="2688336"/>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14:07</a:t>
            </a:r>
          </a:p>
        </p:txBody>
      </p:sp>
      <p:sp>
        <p:nvSpPr>
          <p:cNvPr id="243" name="TextBox 242"/>
          <p:cNvSpPr txBox="1"/>
          <p:nvPr/>
        </p:nvSpPr>
        <p:spPr>
          <a:xfrm>
            <a:off x="7744968" y="2688336"/>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18%</a:t>
            </a:r>
          </a:p>
        </p:txBody>
      </p:sp>
      <p:sp>
        <p:nvSpPr>
          <p:cNvPr id="244" name="TextBox 243"/>
          <p:cNvSpPr txBox="1"/>
          <p:nvPr/>
        </p:nvSpPr>
        <p:spPr>
          <a:xfrm>
            <a:off x="8247888" y="2688336"/>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11</a:t>
            </a:r>
          </a:p>
        </p:txBody>
      </p:sp>
      <p:sp>
        <p:nvSpPr>
          <p:cNvPr id="245" name="TextBox 244"/>
          <p:cNvSpPr txBox="1"/>
          <p:nvPr/>
        </p:nvSpPr>
        <p:spPr>
          <a:xfrm>
            <a:off x="4663440" y="282092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104</a:t>
            </a:r>
          </a:p>
        </p:txBody>
      </p:sp>
      <p:sp>
        <p:nvSpPr>
          <p:cNvPr id="246" name="Rectangle 245"/>
          <p:cNvSpPr/>
          <p:nvPr/>
        </p:nvSpPr>
        <p:spPr>
          <a:xfrm>
            <a:off x="5413248" y="2834640"/>
            <a:ext cx="637031" cy="105156"/>
          </a:xfrm>
          <a:prstGeom prst="rect">
            <a:avLst/>
          </a:prstGeom>
          <a:solidFill>
            <a:srgbClr val="2B5BA3"/>
          </a:solidFill>
          <a:ln w="12700">
            <a:solidFill>
              <a:srgbClr val="2B5BA3"/>
            </a:solidFill>
          </a:ln>
        </p:spPr>
        <p:txBody>
          <a:bodyPr rtlCol="0" anchor="ctr"/>
          <a:lstStyle/>
          <a:p>
            <a:pPr algn="ctr"/>
            <a:endParaRPr/>
          </a:p>
        </p:txBody>
      </p:sp>
      <p:sp>
        <p:nvSpPr>
          <p:cNvPr id="247" name="TextBox 246"/>
          <p:cNvSpPr txBox="1"/>
          <p:nvPr/>
        </p:nvSpPr>
        <p:spPr>
          <a:xfrm>
            <a:off x="6077712" y="2820924"/>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22</a:t>
            </a:r>
          </a:p>
        </p:txBody>
      </p:sp>
      <p:sp>
        <p:nvSpPr>
          <p:cNvPr id="248" name="Rectangle 247"/>
          <p:cNvSpPr/>
          <p:nvPr/>
        </p:nvSpPr>
        <p:spPr>
          <a:xfrm>
            <a:off x="6647688" y="2882646"/>
            <a:ext cx="1234440" cy="9144"/>
          </a:xfrm>
          <a:prstGeom prst="rect">
            <a:avLst/>
          </a:prstGeom>
          <a:solidFill>
            <a:srgbClr val="D5DAE1"/>
          </a:solidFill>
          <a:ln w="12700">
            <a:solidFill>
              <a:srgbClr val="D5DAE1"/>
            </a:solidFill>
          </a:ln>
        </p:spPr>
        <p:txBody>
          <a:bodyPr rtlCol="0" anchor="ctr"/>
          <a:lstStyle/>
          <a:p>
            <a:pPr algn="ctr"/>
            <a:endParaRPr/>
          </a:p>
        </p:txBody>
      </p:sp>
      <p:sp>
        <p:nvSpPr>
          <p:cNvPr id="249" name="Oval 248"/>
          <p:cNvSpPr/>
          <p:nvPr/>
        </p:nvSpPr>
        <p:spPr>
          <a:xfrm>
            <a:off x="7208421" y="2850641"/>
            <a:ext cx="73152" cy="73152"/>
          </a:xfrm>
          <a:prstGeom prst="ellipse">
            <a:avLst/>
          </a:prstGeom>
          <a:solidFill>
            <a:srgbClr val="F5A623"/>
          </a:solidFill>
          <a:ln w="12700">
            <a:solidFill>
              <a:srgbClr val="F5A623"/>
            </a:solidFill>
          </a:ln>
        </p:spPr>
        <p:txBody>
          <a:bodyPr rtlCol="0" anchor="ctr"/>
          <a:lstStyle/>
          <a:p>
            <a:pPr algn="ctr"/>
            <a:endParaRPr/>
          </a:p>
        </p:txBody>
      </p:sp>
      <p:sp>
        <p:nvSpPr>
          <p:cNvPr id="250" name="TextBox 249"/>
          <p:cNvSpPr txBox="1"/>
          <p:nvPr/>
        </p:nvSpPr>
        <p:spPr>
          <a:xfrm>
            <a:off x="7299861" y="282092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13:00</a:t>
            </a:r>
          </a:p>
        </p:txBody>
      </p:sp>
      <p:sp>
        <p:nvSpPr>
          <p:cNvPr id="251" name="TextBox 250"/>
          <p:cNvSpPr txBox="1"/>
          <p:nvPr/>
        </p:nvSpPr>
        <p:spPr>
          <a:xfrm>
            <a:off x="7744968" y="2820924"/>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33%</a:t>
            </a:r>
          </a:p>
        </p:txBody>
      </p:sp>
      <p:sp>
        <p:nvSpPr>
          <p:cNvPr id="252" name="TextBox 251"/>
          <p:cNvSpPr txBox="1"/>
          <p:nvPr/>
        </p:nvSpPr>
        <p:spPr>
          <a:xfrm>
            <a:off x="8247888" y="282092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26</a:t>
            </a:r>
          </a:p>
        </p:txBody>
      </p:sp>
      <p:sp>
        <p:nvSpPr>
          <p:cNvPr id="253" name="Rectangle 252"/>
          <p:cNvSpPr/>
          <p:nvPr/>
        </p:nvSpPr>
        <p:spPr>
          <a:xfrm>
            <a:off x="4636008" y="2953511"/>
            <a:ext cx="4114800" cy="132588"/>
          </a:xfrm>
          <a:prstGeom prst="rect">
            <a:avLst/>
          </a:prstGeom>
          <a:solidFill>
            <a:srgbClr val="FFFFFF"/>
          </a:solidFill>
          <a:ln>
            <a:noFill/>
          </a:ln>
        </p:spPr>
        <p:txBody>
          <a:bodyPr rtlCol="0" anchor="ctr"/>
          <a:lstStyle/>
          <a:p>
            <a:pPr algn="ctr"/>
            <a:endParaRPr/>
          </a:p>
        </p:txBody>
      </p:sp>
      <p:sp>
        <p:nvSpPr>
          <p:cNvPr id="254" name="TextBox 253"/>
          <p:cNvSpPr txBox="1"/>
          <p:nvPr/>
        </p:nvSpPr>
        <p:spPr>
          <a:xfrm>
            <a:off x="4663440" y="2953511"/>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155</a:t>
            </a:r>
          </a:p>
        </p:txBody>
      </p:sp>
      <p:sp>
        <p:nvSpPr>
          <p:cNvPr id="255" name="Rectangle 254"/>
          <p:cNvSpPr/>
          <p:nvPr/>
        </p:nvSpPr>
        <p:spPr>
          <a:xfrm>
            <a:off x="5413248" y="2967227"/>
            <a:ext cx="521207" cy="105156"/>
          </a:xfrm>
          <a:prstGeom prst="rect">
            <a:avLst/>
          </a:prstGeom>
          <a:solidFill>
            <a:srgbClr val="2B5BA3"/>
          </a:solidFill>
          <a:ln w="12700">
            <a:solidFill>
              <a:srgbClr val="2B5BA3"/>
            </a:solidFill>
          </a:ln>
        </p:spPr>
        <p:txBody>
          <a:bodyPr rtlCol="0" anchor="ctr"/>
          <a:lstStyle/>
          <a:p>
            <a:pPr algn="ctr"/>
            <a:endParaRPr/>
          </a:p>
        </p:txBody>
      </p:sp>
      <p:sp>
        <p:nvSpPr>
          <p:cNvPr id="256" name="TextBox 255"/>
          <p:cNvSpPr txBox="1"/>
          <p:nvPr/>
        </p:nvSpPr>
        <p:spPr>
          <a:xfrm>
            <a:off x="5961888" y="2953511"/>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18</a:t>
            </a:r>
          </a:p>
        </p:txBody>
      </p:sp>
      <p:sp>
        <p:nvSpPr>
          <p:cNvPr id="257" name="Rectangle 256"/>
          <p:cNvSpPr/>
          <p:nvPr/>
        </p:nvSpPr>
        <p:spPr>
          <a:xfrm>
            <a:off x="6647688" y="3015233"/>
            <a:ext cx="1234440" cy="9144"/>
          </a:xfrm>
          <a:prstGeom prst="rect">
            <a:avLst/>
          </a:prstGeom>
          <a:solidFill>
            <a:srgbClr val="D5DAE1"/>
          </a:solidFill>
          <a:ln w="12700">
            <a:solidFill>
              <a:srgbClr val="D5DAE1"/>
            </a:solidFill>
          </a:ln>
        </p:spPr>
        <p:txBody>
          <a:bodyPr rtlCol="0" anchor="ctr"/>
          <a:lstStyle/>
          <a:p>
            <a:pPr algn="ctr"/>
            <a:endParaRPr/>
          </a:p>
        </p:txBody>
      </p:sp>
      <p:sp>
        <p:nvSpPr>
          <p:cNvPr id="258" name="Oval 257"/>
          <p:cNvSpPr/>
          <p:nvPr/>
        </p:nvSpPr>
        <p:spPr>
          <a:xfrm>
            <a:off x="7160560" y="2983229"/>
            <a:ext cx="73152" cy="73152"/>
          </a:xfrm>
          <a:prstGeom prst="ellipse">
            <a:avLst/>
          </a:prstGeom>
          <a:solidFill>
            <a:srgbClr val="F5A623"/>
          </a:solidFill>
          <a:ln w="12700">
            <a:solidFill>
              <a:srgbClr val="F5A623"/>
            </a:solidFill>
          </a:ln>
        </p:spPr>
        <p:txBody>
          <a:bodyPr rtlCol="0" anchor="ctr"/>
          <a:lstStyle/>
          <a:p>
            <a:pPr algn="ctr"/>
            <a:endParaRPr/>
          </a:p>
        </p:txBody>
      </p:sp>
      <p:sp>
        <p:nvSpPr>
          <p:cNvPr id="259" name="TextBox 258"/>
          <p:cNvSpPr txBox="1"/>
          <p:nvPr/>
        </p:nvSpPr>
        <p:spPr>
          <a:xfrm>
            <a:off x="7252000" y="2953511"/>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12:46</a:t>
            </a:r>
          </a:p>
        </p:txBody>
      </p:sp>
      <p:sp>
        <p:nvSpPr>
          <p:cNvPr id="260" name="TextBox 259"/>
          <p:cNvSpPr txBox="1"/>
          <p:nvPr/>
        </p:nvSpPr>
        <p:spPr>
          <a:xfrm>
            <a:off x="7744968" y="2953511"/>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22%</a:t>
            </a:r>
          </a:p>
        </p:txBody>
      </p:sp>
      <p:sp>
        <p:nvSpPr>
          <p:cNvPr id="261" name="TextBox 260"/>
          <p:cNvSpPr txBox="1"/>
          <p:nvPr/>
        </p:nvSpPr>
        <p:spPr>
          <a:xfrm>
            <a:off x="8247888" y="2953511"/>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26</a:t>
            </a:r>
          </a:p>
        </p:txBody>
      </p:sp>
      <p:sp>
        <p:nvSpPr>
          <p:cNvPr id="262" name="TextBox 261"/>
          <p:cNvSpPr txBox="1"/>
          <p:nvPr/>
        </p:nvSpPr>
        <p:spPr>
          <a:xfrm>
            <a:off x="4663440" y="3086100"/>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10p</a:t>
            </a:r>
          </a:p>
        </p:txBody>
      </p:sp>
      <p:sp>
        <p:nvSpPr>
          <p:cNvPr id="263" name="Rectangle 262"/>
          <p:cNvSpPr/>
          <p:nvPr/>
        </p:nvSpPr>
        <p:spPr>
          <a:xfrm>
            <a:off x="5413248" y="3099816"/>
            <a:ext cx="521207" cy="105156"/>
          </a:xfrm>
          <a:prstGeom prst="rect">
            <a:avLst/>
          </a:prstGeom>
          <a:solidFill>
            <a:srgbClr val="2B5BA3"/>
          </a:solidFill>
          <a:ln w="12700">
            <a:solidFill>
              <a:srgbClr val="2B5BA3"/>
            </a:solidFill>
          </a:ln>
        </p:spPr>
        <p:txBody>
          <a:bodyPr rtlCol="0" anchor="ctr"/>
          <a:lstStyle/>
          <a:p>
            <a:pPr algn="ctr"/>
            <a:endParaRPr/>
          </a:p>
        </p:txBody>
      </p:sp>
      <p:sp>
        <p:nvSpPr>
          <p:cNvPr id="264" name="TextBox 263"/>
          <p:cNvSpPr txBox="1"/>
          <p:nvPr/>
        </p:nvSpPr>
        <p:spPr>
          <a:xfrm>
            <a:off x="5961888" y="3086100"/>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18</a:t>
            </a:r>
          </a:p>
        </p:txBody>
      </p:sp>
      <p:sp>
        <p:nvSpPr>
          <p:cNvPr id="265" name="Rectangle 264"/>
          <p:cNvSpPr/>
          <p:nvPr/>
        </p:nvSpPr>
        <p:spPr>
          <a:xfrm>
            <a:off x="6647688" y="3147822"/>
            <a:ext cx="1234440" cy="9144"/>
          </a:xfrm>
          <a:prstGeom prst="rect">
            <a:avLst/>
          </a:prstGeom>
          <a:solidFill>
            <a:srgbClr val="D5DAE1"/>
          </a:solidFill>
          <a:ln w="12700">
            <a:solidFill>
              <a:srgbClr val="D5DAE1"/>
            </a:solidFill>
          </a:ln>
        </p:spPr>
        <p:txBody>
          <a:bodyPr rtlCol="0" anchor="ctr"/>
          <a:lstStyle/>
          <a:p>
            <a:pPr algn="ctr"/>
            <a:endParaRPr/>
          </a:p>
        </p:txBody>
      </p:sp>
      <p:sp>
        <p:nvSpPr>
          <p:cNvPr id="266" name="Oval 265"/>
          <p:cNvSpPr/>
          <p:nvPr/>
        </p:nvSpPr>
        <p:spPr>
          <a:xfrm>
            <a:off x="7325286" y="3115818"/>
            <a:ext cx="73152" cy="73152"/>
          </a:xfrm>
          <a:prstGeom prst="ellipse">
            <a:avLst/>
          </a:prstGeom>
          <a:solidFill>
            <a:srgbClr val="F5A623"/>
          </a:solidFill>
          <a:ln w="12700">
            <a:solidFill>
              <a:srgbClr val="F5A623"/>
            </a:solidFill>
          </a:ln>
        </p:spPr>
        <p:txBody>
          <a:bodyPr rtlCol="0" anchor="ctr"/>
          <a:lstStyle/>
          <a:p>
            <a:pPr algn="ctr"/>
            <a:endParaRPr/>
          </a:p>
        </p:txBody>
      </p:sp>
      <p:sp>
        <p:nvSpPr>
          <p:cNvPr id="267" name="TextBox 266"/>
          <p:cNvSpPr txBox="1"/>
          <p:nvPr/>
        </p:nvSpPr>
        <p:spPr>
          <a:xfrm>
            <a:off x="7416726" y="3086100"/>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13:35</a:t>
            </a:r>
          </a:p>
        </p:txBody>
      </p:sp>
      <p:sp>
        <p:nvSpPr>
          <p:cNvPr id="268" name="TextBox 267"/>
          <p:cNvSpPr txBox="1"/>
          <p:nvPr/>
        </p:nvSpPr>
        <p:spPr>
          <a:xfrm>
            <a:off x="7744968" y="3086100"/>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23%</a:t>
            </a:r>
          </a:p>
        </p:txBody>
      </p:sp>
      <p:sp>
        <p:nvSpPr>
          <p:cNvPr id="269" name="TextBox 268"/>
          <p:cNvSpPr txBox="1"/>
          <p:nvPr/>
        </p:nvSpPr>
        <p:spPr>
          <a:xfrm>
            <a:off x="8247888" y="3086100"/>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23</a:t>
            </a:r>
          </a:p>
        </p:txBody>
      </p:sp>
      <p:sp>
        <p:nvSpPr>
          <p:cNvPr id="270" name="Rectangle 269"/>
          <p:cNvSpPr/>
          <p:nvPr/>
        </p:nvSpPr>
        <p:spPr>
          <a:xfrm>
            <a:off x="4636008" y="3218687"/>
            <a:ext cx="4114800" cy="132588"/>
          </a:xfrm>
          <a:prstGeom prst="rect">
            <a:avLst/>
          </a:prstGeom>
          <a:solidFill>
            <a:srgbClr val="FFFFFF"/>
          </a:solidFill>
          <a:ln>
            <a:noFill/>
          </a:ln>
        </p:spPr>
        <p:txBody>
          <a:bodyPr rtlCol="0" anchor="ctr"/>
          <a:lstStyle/>
          <a:p>
            <a:pPr algn="ctr"/>
            <a:endParaRPr/>
          </a:p>
        </p:txBody>
      </p:sp>
      <p:sp>
        <p:nvSpPr>
          <p:cNvPr id="271" name="TextBox 270"/>
          <p:cNvSpPr txBox="1"/>
          <p:nvPr/>
        </p:nvSpPr>
        <p:spPr>
          <a:xfrm>
            <a:off x="4663440" y="3218687"/>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74</a:t>
            </a:r>
          </a:p>
        </p:txBody>
      </p:sp>
      <p:sp>
        <p:nvSpPr>
          <p:cNvPr id="272" name="Rectangle 271"/>
          <p:cNvSpPr/>
          <p:nvPr/>
        </p:nvSpPr>
        <p:spPr>
          <a:xfrm>
            <a:off x="5413248" y="3232403"/>
            <a:ext cx="463295" cy="105156"/>
          </a:xfrm>
          <a:prstGeom prst="rect">
            <a:avLst/>
          </a:prstGeom>
          <a:solidFill>
            <a:srgbClr val="2B5BA3"/>
          </a:solidFill>
          <a:ln w="12700">
            <a:solidFill>
              <a:srgbClr val="2B5BA3"/>
            </a:solidFill>
          </a:ln>
        </p:spPr>
        <p:txBody>
          <a:bodyPr rtlCol="0" anchor="ctr"/>
          <a:lstStyle/>
          <a:p>
            <a:pPr algn="ctr"/>
            <a:endParaRPr/>
          </a:p>
        </p:txBody>
      </p:sp>
      <p:sp>
        <p:nvSpPr>
          <p:cNvPr id="273" name="TextBox 272"/>
          <p:cNvSpPr txBox="1"/>
          <p:nvPr/>
        </p:nvSpPr>
        <p:spPr>
          <a:xfrm>
            <a:off x="5903976" y="3218687"/>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74" name="Rectangle 273"/>
          <p:cNvSpPr/>
          <p:nvPr/>
        </p:nvSpPr>
        <p:spPr>
          <a:xfrm>
            <a:off x="6647688" y="3280409"/>
            <a:ext cx="1234440" cy="9144"/>
          </a:xfrm>
          <a:prstGeom prst="rect">
            <a:avLst/>
          </a:prstGeom>
          <a:solidFill>
            <a:srgbClr val="D5DAE1"/>
          </a:solidFill>
          <a:ln w="12700">
            <a:solidFill>
              <a:srgbClr val="D5DAE1"/>
            </a:solidFill>
          </a:ln>
        </p:spPr>
        <p:txBody>
          <a:bodyPr rtlCol="0" anchor="ctr"/>
          <a:lstStyle/>
          <a:p>
            <a:pPr algn="ctr"/>
            <a:endParaRPr/>
          </a:p>
        </p:txBody>
      </p:sp>
      <p:sp>
        <p:nvSpPr>
          <p:cNvPr id="275" name="Oval 274"/>
          <p:cNvSpPr/>
          <p:nvPr/>
        </p:nvSpPr>
        <p:spPr>
          <a:xfrm>
            <a:off x="7083123" y="3248405"/>
            <a:ext cx="73152" cy="73152"/>
          </a:xfrm>
          <a:prstGeom prst="ellipse">
            <a:avLst/>
          </a:prstGeom>
          <a:solidFill>
            <a:srgbClr val="F5A623"/>
          </a:solidFill>
          <a:ln w="12700">
            <a:solidFill>
              <a:srgbClr val="F5A623"/>
            </a:solidFill>
          </a:ln>
        </p:spPr>
        <p:txBody>
          <a:bodyPr rtlCol="0" anchor="ctr"/>
          <a:lstStyle/>
          <a:p>
            <a:pPr algn="ctr"/>
            <a:endParaRPr/>
          </a:p>
        </p:txBody>
      </p:sp>
      <p:sp>
        <p:nvSpPr>
          <p:cNvPr id="276" name="TextBox 275"/>
          <p:cNvSpPr txBox="1"/>
          <p:nvPr/>
        </p:nvSpPr>
        <p:spPr>
          <a:xfrm>
            <a:off x="7174563" y="3218687"/>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12:22</a:t>
            </a:r>
          </a:p>
        </p:txBody>
      </p:sp>
      <p:sp>
        <p:nvSpPr>
          <p:cNvPr id="277" name="TextBox 276"/>
          <p:cNvSpPr txBox="1"/>
          <p:nvPr/>
        </p:nvSpPr>
        <p:spPr>
          <a:xfrm>
            <a:off x="7744968" y="3218687"/>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30%</a:t>
            </a:r>
          </a:p>
        </p:txBody>
      </p:sp>
      <p:sp>
        <p:nvSpPr>
          <p:cNvPr id="278" name="TextBox 277"/>
          <p:cNvSpPr txBox="1"/>
          <p:nvPr/>
        </p:nvSpPr>
        <p:spPr>
          <a:xfrm>
            <a:off x="8247888" y="3218687"/>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29</a:t>
            </a:r>
          </a:p>
        </p:txBody>
      </p:sp>
      <p:sp>
        <p:nvSpPr>
          <p:cNvPr id="279" name="TextBox 278"/>
          <p:cNvSpPr txBox="1"/>
          <p:nvPr/>
        </p:nvSpPr>
        <p:spPr>
          <a:xfrm>
            <a:off x="4663440" y="3351276"/>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76</a:t>
            </a:r>
          </a:p>
        </p:txBody>
      </p:sp>
      <p:sp>
        <p:nvSpPr>
          <p:cNvPr id="280" name="Rectangle 279"/>
          <p:cNvSpPr/>
          <p:nvPr/>
        </p:nvSpPr>
        <p:spPr>
          <a:xfrm>
            <a:off x="5413248" y="3364992"/>
            <a:ext cx="463295" cy="105156"/>
          </a:xfrm>
          <a:prstGeom prst="rect">
            <a:avLst/>
          </a:prstGeom>
          <a:solidFill>
            <a:srgbClr val="2B5BA3"/>
          </a:solidFill>
          <a:ln w="12700">
            <a:solidFill>
              <a:srgbClr val="2B5BA3"/>
            </a:solidFill>
          </a:ln>
        </p:spPr>
        <p:txBody>
          <a:bodyPr rtlCol="0" anchor="ctr"/>
          <a:lstStyle/>
          <a:p>
            <a:pPr algn="ctr"/>
            <a:endParaRPr/>
          </a:p>
        </p:txBody>
      </p:sp>
      <p:sp>
        <p:nvSpPr>
          <p:cNvPr id="281" name="TextBox 280"/>
          <p:cNvSpPr txBox="1"/>
          <p:nvPr/>
        </p:nvSpPr>
        <p:spPr>
          <a:xfrm>
            <a:off x="5903976" y="3351276"/>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82" name="Rectangle 281"/>
          <p:cNvSpPr/>
          <p:nvPr/>
        </p:nvSpPr>
        <p:spPr>
          <a:xfrm>
            <a:off x="6647688" y="3412998"/>
            <a:ext cx="1234440" cy="9144"/>
          </a:xfrm>
          <a:prstGeom prst="rect">
            <a:avLst/>
          </a:prstGeom>
          <a:solidFill>
            <a:srgbClr val="D5DAE1"/>
          </a:solidFill>
          <a:ln w="12700">
            <a:solidFill>
              <a:srgbClr val="D5DAE1"/>
            </a:solidFill>
          </a:ln>
        </p:spPr>
        <p:txBody>
          <a:bodyPr rtlCol="0" anchor="ctr"/>
          <a:lstStyle/>
          <a:p>
            <a:pPr algn="ctr"/>
            <a:endParaRPr/>
          </a:p>
        </p:txBody>
      </p:sp>
      <p:sp>
        <p:nvSpPr>
          <p:cNvPr id="283" name="Oval 282"/>
          <p:cNvSpPr/>
          <p:nvPr/>
        </p:nvSpPr>
        <p:spPr>
          <a:xfrm>
            <a:off x="7238287" y="3380994"/>
            <a:ext cx="73152" cy="73152"/>
          </a:xfrm>
          <a:prstGeom prst="ellipse">
            <a:avLst/>
          </a:prstGeom>
          <a:solidFill>
            <a:srgbClr val="F5A623"/>
          </a:solidFill>
          <a:ln w="12700">
            <a:solidFill>
              <a:srgbClr val="F5A623"/>
            </a:solidFill>
          </a:ln>
        </p:spPr>
        <p:txBody>
          <a:bodyPr rtlCol="0" anchor="ctr"/>
          <a:lstStyle/>
          <a:p>
            <a:pPr algn="ctr"/>
            <a:endParaRPr/>
          </a:p>
        </p:txBody>
      </p:sp>
      <p:sp>
        <p:nvSpPr>
          <p:cNvPr id="284" name="TextBox 283"/>
          <p:cNvSpPr txBox="1"/>
          <p:nvPr/>
        </p:nvSpPr>
        <p:spPr>
          <a:xfrm>
            <a:off x="7329727" y="3351276"/>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13:09</a:t>
            </a:r>
          </a:p>
        </p:txBody>
      </p:sp>
      <p:sp>
        <p:nvSpPr>
          <p:cNvPr id="285" name="TextBox 284"/>
          <p:cNvSpPr txBox="1"/>
          <p:nvPr/>
        </p:nvSpPr>
        <p:spPr>
          <a:xfrm>
            <a:off x="7744968" y="3351276"/>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31%</a:t>
            </a:r>
          </a:p>
        </p:txBody>
      </p:sp>
      <p:sp>
        <p:nvSpPr>
          <p:cNvPr id="286" name="TextBox 285"/>
          <p:cNvSpPr txBox="1"/>
          <p:nvPr/>
        </p:nvSpPr>
        <p:spPr>
          <a:xfrm>
            <a:off x="8247888" y="3351276"/>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20</a:t>
            </a:r>
          </a:p>
        </p:txBody>
      </p:sp>
      <p:sp>
        <p:nvSpPr>
          <p:cNvPr id="287" name="Rectangle 286"/>
          <p:cNvSpPr/>
          <p:nvPr/>
        </p:nvSpPr>
        <p:spPr>
          <a:xfrm>
            <a:off x="4636008" y="3483863"/>
            <a:ext cx="4114800" cy="132588"/>
          </a:xfrm>
          <a:prstGeom prst="rect">
            <a:avLst/>
          </a:prstGeom>
          <a:solidFill>
            <a:srgbClr val="FFFFFF"/>
          </a:solidFill>
          <a:ln>
            <a:noFill/>
          </a:ln>
        </p:spPr>
        <p:txBody>
          <a:bodyPr rtlCol="0" anchor="ctr"/>
          <a:lstStyle/>
          <a:p>
            <a:pPr algn="ctr"/>
            <a:endParaRPr/>
          </a:p>
        </p:txBody>
      </p:sp>
      <p:sp>
        <p:nvSpPr>
          <p:cNvPr id="288" name="TextBox 287"/>
          <p:cNvSpPr txBox="1"/>
          <p:nvPr/>
        </p:nvSpPr>
        <p:spPr>
          <a:xfrm>
            <a:off x="4663440" y="3483863"/>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63</a:t>
            </a:r>
          </a:p>
        </p:txBody>
      </p:sp>
      <p:sp>
        <p:nvSpPr>
          <p:cNvPr id="289" name="Rectangle 288"/>
          <p:cNvSpPr/>
          <p:nvPr/>
        </p:nvSpPr>
        <p:spPr>
          <a:xfrm>
            <a:off x="5413248" y="3497579"/>
            <a:ext cx="463295" cy="105156"/>
          </a:xfrm>
          <a:prstGeom prst="rect">
            <a:avLst/>
          </a:prstGeom>
          <a:solidFill>
            <a:srgbClr val="2B5BA3"/>
          </a:solidFill>
          <a:ln w="12700">
            <a:solidFill>
              <a:srgbClr val="2B5BA3"/>
            </a:solidFill>
          </a:ln>
        </p:spPr>
        <p:txBody>
          <a:bodyPr rtlCol="0" anchor="ctr"/>
          <a:lstStyle/>
          <a:p>
            <a:pPr algn="ctr"/>
            <a:endParaRPr/>
          </a:p>
        </p:txBody>
      </p:sp>
      <p:sp>
        <p:nvSpPr>
          <p:cNvPr id="290" name="TextBox 289"/>
          <p:cNvSpPr txBox="1"/>
          <p:nvPr/>
        </p:nvSpPr>
        <p:spPr>
          <a:xfrm>
            <a:off x="5903976" y="3483863"/>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91" name="Rectangle 290"/>
          <p:cNvSpPr/>
          <p:nvPr/>
        </p:nvSpPr>
        <p:spPr>
          <a:xfrm>
            <a:off x="6647688" y="3545585"/>
            <a:ext cx="1234440" cy="9144"/>
          </a:xfrm>
          <a:prstGeom prst="rect">
            <a:avLst/>
          </a:prstGeom>
          <a:solidFill>
            <a:srgbClr val="D5DAE1"/>
          </a:solidFill>
          <a:ln w="12700">
            <a:solidFill>
              <a:srgbClr val="D5DAE1"/>
            </a:solidFill>
          </a:ln>
        </p:spPr>
        <p:txBody>
          <a:bodyPr rtlCol="0" anchor="ctr"/>
          <a:lstStyle/>
          <a:p>
            <a:pPr algn="ctr"/>
            <a:endParaRPr/>
          </a:p>
        </p:txBody>
      </p:sp>
      <p:sp>
        <p:nvSpPr>
          <p:cNvPr id="292" name="Oval 291"/>
          <p:cNvSpPr/>
          <p:nvPr/>
        </p:nvSpPr>
        <p:spPr>
          <a:xfrm>
            <a:off x="7307973" y="3513581"/>
            <a:ext cx="73152" cy="73152"/>
          </a:xfrm>
          <a:prstGeom prst="ellipse">
            <a:avLst/>
          </a:prstGeom>
          <a:solidFill>
            <a:srgbClr val="F5A623"/>
          </a:solidFill>
          <a:ln w="12700">
            <a:solidFill>
              <a:srgbClr val="F5A623"/>
            </a:solidFill>
          </a:ln>
        </p:spPr>
        <p:txBody>
          <a:bodyPr rtlCol="0" anchor="ctr"/>
          <a:lstStyle/>
          <a:p>
            <a:pPr algn="ctr"/>
            <a:endParaRPr/>
          </a:p>
        </p:txBody>
      </p:sp>
      <p:sp>
        <p:nvSpPr>
          <p:cNvPr id="293" name="TextBox 292"/>
          <p:cNvSpPr txBox="1"/>
          <p:nvPr/>
        </p:nvSpPr>
        <p:spPr>
          <a:xfrm>
            <a:off x="7399413" y="3483863"/>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13:30</a:t>
            </a:r>
          </a:p>
        </p:txBody>
      </p:sp>
      <p:sp>
        <p:nvSpPr>
          <p:cNvPr id="294" name="TextBox 293"/>
          <p:cNvSpPr txBox="1"/>
          <p:nvPr/>
        </p:nvSpPr>
        <p:spPr>
          <a:xfrm>
            <a:off x="7744968" y="3483863"/>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27%</a:t>
            </a:r>
          </a:p>
        </p:txBody>
      </p:sp>
      <p:sp>
        <p:nvSpPr>
          <p:cNvPr id="295" name="TextBox 294"/>
          <p:cNvSpPr txBox="1"/>
          <p:nvPr/>
        </p:nvSpPr>
        <p:spPr>
          <a:xfrm>
            <a:off x="8247888" y="3483863"/>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15</a:t>
            </a:r>
          </a:p>
        </p:txBody>
      </p:sp>
      <p:sp>
        <p:nvSpPr>
          <p:cNvPr id="296" name="TextBox 295"/>
          <p:cNvSpPr txBox="1"/>
          <p:nvPr/>
        </p:nvSpPr>
        <p:spPr>
          <a:xfrm>
            <a:off x="4663440" y="361645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287</a:t>
            </a:r>
          </a:p>
        </p:txBody>
      </p:sp>
      <p:sp>
        <p:nvSpPr>
          <p:cNvPr id="297" name="Rectangle 296"/>
          <p:cNvSpPr/>
          <p:nvPr/>
        </p:nvSpPr>
        <p:spPr>
          <a:xfrm>
            <a:off x="5413248" y="3630168"/>
            <a:ext cx="463295" cy="105156"/>
          </a:xfrm>
          <a:prstGeom prst="rect">
            <a:avLst/>
          </a:prstGeom>
          <a:solidFill>
            <a:srgbClr val="2B5BA3"/>
          </a:solidFill>
          <a:ln w="12700">
            <a:solidFill>
              <a:srgbClr val="2B5BA3"/>
            </a:solidFill>
          </a:ln>
        </p:spPr>
        <p:txBody>
          <a:bodyPr rtlCol="0" anchor="ctr"/>
          <a:lstStyle/>
          <a:p>
            <a:pPr algn="ctr"/>
            <a:endParaRPr/>
          </a:p>
        </p:txBody>
      </p:sp>
      <p:sp>
        <p:nvSpPr>
          <p:cNvPr id="298" name="TextBox 297"/>
          <p:cNvSpPr txBox="1"/>
          <p:nvPr/>
        </p:nvSpPr>
        <p:spPr>
          <a:xfrm>
            <a:off x="5903976" y="3616452"/>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99" name="Rectangle 298"/>
          <p:cNvSpPr/>
          <p:nvPr/>
        </p:nvSpPr>
        <p:spPr>
          <a:xfrm>
            <a:off x="6647688" y="3678174"/>
            <a:ext cx="1234440" cy="9144"/>
          </a:xfrm>
          <a:prstGeom prst="rect">
            <a:avLst/>
          </a:prstGeom>
          <a:solidFill>
            <a:srgbClr val="D5DAE1"/>
          </a:solidFill>
          <a:ln w="12700">
            <a:solidFill>
              <a:srgbClr val="D5DAE1"/>
            </a:solidFill>
          </a:ln>
        </p:spPr>
        <p:txBody>
          <a:bodyPr rtlCol="0" anchor="ctr"/>
          <a:lstStyle/>
          <a:p>
            <a:pPr algn="ctr"/>
            <a:endParaRPr/>
          </a:p>
        </p:txBody>
      </p:sp>
      <p:sp>
        <p:nvSpPr>
          <p:cNvPr id="300" name="Oval 299"/>
          <p:cNvSpPr/>
          <p:nvPr/>
        </p:nvSpPr>
        <p:spPr>
          <a:xfrm>
            <a:off x="7078238" y="3646170"/>
            <a:ext cx="73152" cy="73152"/>
          </a:xfrm>
          <a:prstGeom prst="ellipse">
            <a:avLst/>
          </a:prstGeom>
          <a:solidFill>
            <a:srgbClr val="F5A623"/>
          </a:solidFill>
          <a:ln w="12700">
            <a:solidFill>
              <a:srgbClr val="F5A623"/>
            </a:solidFill>
          </a:ln>
        </p:spPr>
        <p:txBody>
          <a:bodyPr rtlCol="0" anchor="ctr"/>
          <a:lstStyle/>
          <a:p>
            <a:pPr algn="ctr"/>
            <a:endParaRPr/>
          </a:p>
        </p:txBody>
      </p:sp>
      <p:sp>
        <p:nvSpPr>
          <p:cNvPr id="301" name="TextBox 300"/>
          <p:cNvSpPr txBox="1"/>
          <p:nvPr/>
        </p:nvSpPr>
        <p:spPr>
          <a:xfrm>
            <a:off x="7169678" y="361645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12:21</a:t>
            </a:r>
          </a:p>
        </p:txBody>
      </p:sp>
      <p:sp>
        <p:nvSpPr>
          <p:cNvPr id="302" name="TextBox 301"/>
          <p:cNvSpPr txBox="1"/>
          <p:nvPr/>
        </p:nvSpPr>
        <p:spPr>
          <a:xfrm>
            <a:off x="7744968" y="3616452"/>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29%</a:t>
            </a:r>
          </a:p>
        </p:txBody>
      </p:sp>
      <p:sp>
        <p:nvSpPr>
          <p:cNvPr id="303" name="TextBox 302"/>
          <p:cNvSpPr txBox="1"/>
          <p:nvPr/>
        </p:nvSpPr>
        <p:spPr>
          <a:xfrm>
            <a:off x="8247888" y="361645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13</a:t>
            </a:r>
          </a:p>
        </p:txBody>
      </p:sp>
      <p:sp>
        <p:nvSpPr>
          <p:cNvPr id="304" name="Rectangle 303"/>
          <p:cNvSpPr/>
          <p:nvPr/>
        </p:nvSpPr>
        <p:spPr>
          <a:xfrm>
            <a:off x="4636008" y="3749039"/>
            <a:ext cx="4114800" cy="132588"/>
          </a:xfrm>
          <a:prstGeom prst="rect">
            <a:avLst/>
          </a:prstGeom>
          <a:solidFill>
            <a:srgbClr val="FFFFFF"/>
          </a:solidFill>
          <a:ln>
            <a:noFill/>
          </a:ln>
        </p:spPr>
        <p:txBody>
          <a:bodyPr rtlCol="0" anchor="ctr"/>
          <a:lstStyle/>
          <a:p>
            <a:pPr algn="ctr"/>
            <a:endParaRPr/>
          </a:p>
        </p:txBody>
      </p:sp>
      <p:sp>
        <p:nvSpPr>
          <p:cNvPr id="305" name="TextBox 304"/>
          <p:cNvSpPr txBox="1"/>
          <p:nvPr/>
        </p:nvSpPr>
        <p:spPr>
          <a:xfrm>
            <a:off x="4663440" y="3749039"/>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a:t>
            </a:r>
          </a:p>
        </p:txBody>
      </p:sp>
      <p:sp>
        <p:nvSpPr>
          <p:cNvPr id="306" name="Rectangle 305"/>
          <p:cNvSpPr/>
          <p:nvPr/>
        </p:nvSpPr>
        <p:spPr>
          <a:xfrm>
            <a:off x="5413248" y="3762755"/>
            <a:ext cx="434340" cy="105156"/>
          </a:xfrm>
          <a:prstGeom prst="rect">
            <a:avLst/>
          </a:prstGeom>
          <a:solidFill>
            <a:srgbClr val="2B5BA3"/>
          </a:solidFill>
          <a:ln w="12700">
            <a:solidFill>
              <a:srgbClr val="2B5BA3"/>
            </a:solidFill>
          </a:ln>
        </p:spPr>
        <p:txBody>
          <a:bodyPr rtlCol="0" anchor="ctr"/>
          <a:lstStyle/>
          <a:p>
            <a:pPr algn="ctr"/>
            <a:endParaRPr/>
          </a:p>
        </p:txBody>
      </p:sp>
      <p:sp>
        <p:nvSpPr>
          <p:cNvPr id="307" name="TextBox 306"/>
          <p:cNvSpPr txBox="1"/>
          <p:nvPr/>
        </p:nvSpPr>
        <p:spPr>
          <a:xfrm>
            <a:off x="5875020" y="3749039"/>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15</a:t>
            </a:r>
          </a:p>
        </p:txBody>
      </p:sp>
      <p:sp>
        <p:nvSpPr>
          <p:cNvPr id="308" name="Rectangle 307"/>
          <p:cNvSpPr/>
          <p:nvPr/>
        </p:nvSpPr>
        <p:spPr>
          <a:xfrm>
            <a:off x="6647688" y="3810761"/>
            <a:ext cx="1234440" cy="9144"/>
          </a:xfrm>
          <a:prstGeom prst="rect">
            <a:avLst/>
          </a:prstGeom>
          <a:solidFill>
            <a:srgbClr val="D5DAE1"/>
          </a:solidFill>
          <a:ln w="12700">
            <a:solidFill>
              <a:srgbClr val="D5DAE1"/>
            </a:solidFill>
          </a:ln>
        </p:spPr>
        <p:txBody>
          <a:bodyPr rtlCol="0" anchor="ctr"/>
          <a:lstStyle/>
          <a:p>
            <a:pPr algn="ctr"/>
            <a:endParaRPr/>
          </a:p>
        </p:txBody>
      </p:sp>
      <p:sp>
        <p:nvSpPr>
          <p:cNvPr id="309" name="Oval 308"/>
          <p:cNvSpPr/>
          <p:nvPr/>
        </p:nvSpPr>
        <p:spPr>
          <a:xfrm>
            <a:off x="7250539" y="3778757"/>
            <a:ext cx="73152" cy="73152"/>
          </a:xfrm>
          <a:prstGeom prst="ellipse">
            <a:avLst/>
          </a:prstGeom>
          <a:solidFill>
            <a:srgbClr val="F5A623"/>
          </a:solidFill>
          <a:ln w="12700">
            <a:solidFill>
              <a:srgbClr val="F5A623"/>
            </a:solidFill>
          </a:ln>
        </p:spPr>
        <p:txBody>
          <a:bodyPr rtlCol="0" anchor="ctr"/>
          <a:lstStyle/>
          <a:p>
            <a:pPr algn="ctr"/>
            <a:endParaRPr/>
          </a:p>
        </p:txBody>
      </p:sp>
      <p:sp>
        <p:nvSpPr>
          <p:cNvPr id="310" name="TextBox 309"/>
          <p:cNvSpPr txBox="1"/>
          <p:nvPr/>
        </p:nvSpPr>
        <p:spPr>
          <a:xfrm>
            <a:off x="7341979" y="3749039"/>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13:13</a:t>
            </a:r>
          </a:p>
        </p:txBody>
      </p:sp>
      <p:sp>
        <p:nvSpPr>
          <p:cNvPr id="311" name="TextBox 310"/>
          <p:cNvSpPr txBox="1"/>
          <p:nvPr/>
        </p:nvSpPr>
        <p:spPr>
          <a:xfrm>
            <a:off x="7744968" y="3749039"/>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23%</a:t>
            </a:r>
          </a:p>
        </p:txBody>
      </p:sp>
      <p:sp>
        <p:nvSpPr>
          <p:cNvPr id="312" name="TextBox 311"/>
          <p:cNvSpPr txBox="1"/>
          <p:nvPr/>
        </p:nvSpPr>
        <p:spPr>
          <a:xfrm>
            <a:off x="8247888" y="3749039"/>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13</a:t>
            </a:r>
          </a:p>
        </p:txBody>
      </p:sp>
      <p:sp>
        <p:nvSpPr>
          <p:cNvPr id="313" name="TextBox 312"/>
          <p:cNvSpPr txBox="1"/>
          <p:nvPr/>
        </p:nvSpPr>
        <p:spPr>
          <a:xfrm>
            <a:off x="4663440" y="3881627"/>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446p</a:t>
            </a:r>
          </a:p>
        </p:txBody>
      </p:sp>
      <p:sp>
        <p:nvSpPr>
          <p:cNvPr id="314" name="Rectangle 313"/>
          <p:cNvSpPr/>
          <p:nvPr/>
        </p:nvSpPr>
        <p:spPr>
          <a:xfrm>
            <a:off x="5413248" y="3895342"/>
            <a:ext cx="376428" cy="105156"/>
          </a:xfrm>
          <a:prstGeom prst="rect">
            <a:avLst/>
          </a:prstGeom>
          <a:solidFill>
            <a:srgbClr val="2B5BA3"/>
          </a:solidFill>
          <a:ln w="12700">
            <a:solidFill>
              <a:srgbClr val="2B5BA3"/>
            </a:solidFill>
          </a:ln>
        </p:spPr>
        <p:txBody>
          <a:bodyPr rtlCol="0" anchor="ctr"/>
          <a:lstStyle/>
          <a:p>
            <a:pPr algn="ctr"/>
            <a:endParaRPr/>
          </a:p>
        </p:txBody>
      </p:sp>
      <p:sp>
        <p:nvSpPr>
          <p:cNvPr id="315" name="TextBox 314"/>
          <p:cNvSpPr txBox="1"/>
          <p:nvPr/>
        </p:nvSpPr>
        <p:spPr>
          <a:xfrm>
            <a:off x="5817108" y="3881627"/>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13</a:t>
            </a:r>
          </a:p>
        </p:txBody>
      </p:sp>
      <p:sp>
        <p:nvSpPr>
          <p:cNvPr id="316" name="Rectangle 315"/>
          <p:cNvSpPr/>
          <p:nvPr/>
        </p:nvSpPr>
        <p:spPr>
          <a:xfrm>
            <a:off x="6647688" y="3943349"/>
            <a:ext cx="1234440" cy="9144"/>
          </a:xfrm>
          <a:prstGeom prst="rect">
            <a:avLst/>
          </a:prstGeom>
          <a:solidFill>
            <a:srgbClr val="D5DAE1"/>
          </a:solidFill>
          <a:ln w="12700">
            <a:solidFill>
              <a:srgbClr val="D5DAE1"/>
            </a:solidFill>
          </a:ln>
        </p:spPr>
        <p:txBody>
          <a:bodyPr rtlCol="0" anchor="ctr"/>
          <a:lstStyle/>
          <a:p>
            <a:pPr algn="ctr"/>
            <a:endParaRPr/>
          </a:p>
        </p:txBody>
      </p:sp>
      <p:sp>
        <p:nvSpPr>
          <p:cNvPr id="317" name="Oval 316"/>
          <p:cNvSpPr/>
          <p:nvPr/>
        </p:nvSpPr>
        <p:spPr>
          <a:xfrm>
            <a:off x="7122271" y="3911345"/>
            <a:ext cx="73152" cy="73152"/>
          </a:xfrm>
          <a:prstGeom prst="ellipse">
            <a:avLst/>
          </a:prstGeom>
          <a:solidFill>
            <a:srgbClr val="F5A623"/>
          </a:solidFill>
          <a:ln w="12700">
            <a:solidFill>
              <a:srgbClr val="F5A623"/>
            </a:solidFill>
          </a:ln>
        </p:spPr>
        <p:txBody>
          <a:bodyPr rtlCol="0" anchor="ctr"/>
          <a:lstStyle/>
          <a:p>
            <a:pPr algn="ctr"/>
            <a:endParaRPr/>
          </a:p>
        </p:txBody>
      </p:sp>
      <p:sp>
        <p:nvSpPr>
          <p:cNvPr id="318" name="TextBox 317"/>
          <p:cNvSpPr txBox="1"/>
          <p:nvPr/>
        </p:nvSpPr>
        <p:spPr>
          <a:xfrm>
            <a:off x="7213711" y="3881627"/>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12:34</a:t>
            </a:r>
          </a:p>
        </p:txBody>
      </p:sp>
      <p:sp>
        <p:nvSpPr>
          <p:cNvPr id="319" name="TextBox 318"/>
          <p:cNvSpPr txBox="1"/>
          <p:nvPr/>
        </p:nvSpPr>
        <p:spPr>
          <a:xfrm>
            <a:off x="7744968" y="3881627"/>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24%</a:t>
            </a:r>
          </a:p>
        </p:txBody>
      </p:sp>
      <p:sp>
        <p:nvSpPr>
          <p:cNvPr id="320" name="TextBox 319"/>
          <p:cNvSpPr txBox="1"/>
          <p:nvPr/>
        </p:nvSpPr>
        <p:spPr>
          <a:xfrm>
            <a:off x="8247888" y="3881627"/>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26</a:t>
            </a:r>
          </a:p>
        </p:txBody>
      </p:sp>
      <p:sp>
        <p:nvSpPr>
          <p:cNvPr id="321" name="Rectangle 320"/>
          <p:cNvSpPr/>
          <p:nvPr/>
        </p:nvSpPr>
        <p:spPr>
          <a:xfrm>
            <a:off x="4636008" y="4014215"/>
            <a:ext cx="4114800" cy="132588"/>
          </a:xfrm>
          <a:prstGeom prst="rect">
            <a:avLst/>
          </a:prstGeom>
          <a:solidFill>
            <a:srgbClr val="FFFFFF"/>
          </a:solidFill>
          <a:ln>
            <a:noFill/>
          </a:ln>
        </p:spPr>
        <p:txBody>
          <a:bodyPr rtlCol="0" anchor="ctr"/>
          <a:lstStyle/>
          <a:p>
            <a:pPr algn="ctr"/>
            <a:endParaRPr/>
          </a:p>
        </p:txBody>
      </p:sp>
      <p:sp>
        <p:nvSpPr>
          <p:cNvPr id="322" name="TextBox 321"/>
          <p:cNvSpPr txBox="1"/>
          <p:nvPr/>
        </p:nvSpPr>
        <p:spPr>
          <a:xfrm>
            <a:off x="4663440" y="4014215"/>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99</a:t>
            </a:r>
          </a:p>
        </p:txBody>
      </p:sp>
      <p:sp>
        <p:nvSpPr>
          <p:cNvPr id="323" name="Rectangle 322"/>
          <p:cNvSpPr/>
          <p:nvPr/>
        </p:nvSpPr>
        <p:spPr>
          <a:xfrm>
            <a:off x="5413248" y="4027931"/>
            <a:ext cx="376428" cy="105156"/>
          </a:xfrm>
          <a:prstGeom prst="rect">
            <a:avLst/>
          </a:prstGeom>
          <a:solidFill>
            <a:srgbClr val="2B5BA3"/>
          </a:solidFill>
          <a:ln w="12700">
            <a:solidFill>
              <a:srgbClr val="2B5BA3"/>
            </a:solidFill>
          </a:ln>
        </p:spPr>
        <p:txBody>
          <a:bodyPr rtlCol="0" anchor="ctr"/>
          <a:lstStyle/>
          <a:p>
            <a:pPr algn="ctr"/>
            <a:endParaRPr/>
          </a:p>
        </p:txBody>
      </p:sp>
      <p:sp>
        <p:nvSpPr>
          <p:cNvPr id="324" name="TextBox 323"/>
          <p:cNvSpPr txBox="1"/>
          <p:nvPr/>
        </p:nvSpPr>
        <p:spPr>
          <a:xfrm>
            <a:off x="5817108" y="4014215"/>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13</a:t>
            </a:r>
          </a:p>
        </p:txBody>
      </p:sp>
      <p:sp>
        <p:nvSpPr>
          <p:cNvPr id="325" name="Rectangle 324"/>
          <p:cNvSpPr/>
          <p:nvPr/>
        </p:nvSpPr>
        <p:spPr>
          <a:xfrm>
            <a:off x="6647688" y="4075937"/>
            <a:ext cx="1234440" cy="9144"/>
          </a:xfrm>
          <a:prstGeom prst="rect">
            <a:avLst/>
          </a:prstGeom>
          <a:solidFill>
            <a:srgbClr val="D5DAE1"/>
          </a:solidFill>
          <a:ln w="12700">
            <a:solidFill>
              <a:srgbClr val="D5DAE1"/>
            </a:solidFill>
          </a:ln>
        </p:spPr>
        <p:txBody>
          <a:bodyPr rtlCol="0" anchor="ctr"/>
          <a:lstStyle/>
          <a:p>
            <a:pPr algn="ctr"/>
            <a:endParaRPr/>
          </a:p>
        </p:txBody>
      </p:sp>
      <p:sp>
        <p:nvSpPr>
          <p:cNvPr id="326" name="Oval 325"/>
          <p:cNvSpPr/>
          <p:nvPr/>
        </p:nvSpPr>
        <p:spPr>
          <a:xfrm>
            <a:off x="6961616" y="4043933"/>
            <a:ext cx="73152" cy="73152"/>
          </a:xfrm>
          <a:prstGeom prst="ellipse">
            <a:avLst/>
          </a:prstGeom>
          <a:solidFill>
            <a:srgbClr val="F5A623"/>
          </a:solidFill>
          <a:ln w="12700">
            <a:solidFill>
              <a:srgbClr val="F5A623"/>
            </a:solidFill>
          </a:ln>
        </p:spPr>
        <p:txBody>
          <a:bodyPr rtlCol="0" anchor="ctr"/>
          <a:lstStyle/>
          <a:p>
            <a:pPr algn="ctr"/>
            <a:endParaRPr/>
          </a:p>
        </p:txBody>
      </p:sp>
      <p:sp>
        <p:nvSpPr>
          <p:cNvPr id="327" name="TextBox 326"/>
          <p:cNvSpPr txBox="1"/>
          <p:nvPr/>
        </p:nvSpPr>
        <p:spPr>
          <a:xfrm>
            <a:off x="7053056" y="4014215"/>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11:46</a:t>
            </a:r>
          </a:p>
        </p:txBody>
      </p:sp>
      <p:sp>
        <p:nvSpPr>
          <p:cNvPr id="328" name="TextBox 327"/>
          <p:cNvSpPr txBox="1"/>
          <p:nvPr/>
        </p:nvSpPr>
        <p:spPr>
          <a:xfrm>
            <a:off x="7744968" y="4014215"/>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34%</a:t>
            </a:r>
          </a:p>
        </p:txBody>
      </p:sp>
      <p:sp>
        <p:nvSpPr>
          <p:cNvPr id="329" name="TextBox 328"/>
          <p:cNvSpPr txBox="1"/>
          <p:nvPr/>
        </p:nvSpPr>
        <p:spPr>
          <a:xfrm>
            <a:off x="8247888" y="4014215"/>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24</a:t>
            </a:r>
          </a:p>
        </p:txBody>
      </p:sp>
      <p:sp>
        <p:nvSpPr>
          <p:cNvPr id="330" name="TextBox 329"/>
          <p:cNvSpPr txBox="1"/>
          <p:nvPr/>
        </p:nvSpPr>
        <p:spPr>
          <a:xfrm>
            <a:off x="4663440" y="414680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108</a:t>
            </a:r>
          </a:p>
        </p:txBody>
      </p:sp>
      <p:sp>
        <p:nvSpPr>
          <p:cNvPr id="331" name="Rectangle 330"/>
          <p:cNvSpPr/>
          <p:nvPr/>
        </p:nvSpPr>
        <p:spPr>
          <a:xfrm>
            <a:off x="5413248" y="4160520"/>
            <a:ext cx="376428" cy="105156"/>
          </a:xfrm>
          <a:prstGeom prst="rect">
            <a:avLst/>
          </a:prstGeom>
          <a:solidFill>
            <a:srgbClr val="2B5BA3"/>
          </a:solidFill>
          <a:ln w="12700">
            <a:solidFill>
              <a:srgbClr val="2B5BA3"/>
            </a:solidFill>
          </a:ln>
        </p:spPr>
        <p:txBody>
          <a:bodyPr rtlCol="0" anchor="ctr"/>
          <a:lstStyle/>
          <a:p>
            <a:pPr algn="ctr"/>
            <a:endParaRPr/>
          </a:p>
        </p:txBody>
      </p:sp>
      <p:sp>
        <p:nvSpPr>
          <p:cNvPr id="332" name="TextBox 331"/>
          <p:cNvSpPr txBox="1"/>
          <p:nvPr/>
        </p:nvSpPr>
        <p:spPr>
          <a:xfrm>
            <a:off x="5817108" y="4146804"/>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13</a:t>
            </a:r>
          </a:p>
        </p:txBody>
      </p:sp>
      <p:sp>
        <p:nvSpPr>
          <p:cNvPr id="333" name="Rectangle 332"/>
          <p:cNvSpPr/>
          <p:nvPr/>
        </p:nvSpPr>
        <p:spPr>
          <a:xfrm>
            <a:off x="6647688" y="4208526"/>
            <a:ext cx="1234440" cy="9144"/>
          </a:xfrm>
          <a:prstGeom prst="rect">
            <a:avLst/>
          </a:prstGeom>
          <a:solidFill>
            <a:srgbClr val="D5DAE1"/>
          </a:solidFill>
          <a:ln w="12700">
            <a:solidFill>
              <a:srgbClr val="D5DAE1"/>
            </a:solidFill>
          </a:ln>
        </p:spPr>
        <p:txBody>
          <a:bodyPr rtlCol="0" anchor="ctr"/>
          <a:lstStyle/>
          <a:p>
            <a:pPr algn="ctr"/>
            <a:endParaRPr/>
          </a:p>
        </p:txBody>
      </p:sp>
      <p:sp>
        <p:nvSpPr>
          <p:cNvPr id="334" name="Oval 333"/>
          <p:cNvSpPr/>
          <p:nvPr/>
        </p:nvSpPr>
        <p:spPr>
          <a:xfrm>
            <a:off x="7059094" y="4176522"/>
            <a:ext cx="73152" cy="73152"/>
          </a:xfrm>
          <a:prstGeom prst="ellipse">
            <a:avLst/>
          </a:prstGeom>
          <a:solidFill>
            <a:srgbClr val="F5A623"/>
          </a:solidFill>
          <a:ln w="12700">
            <a:solidFill>
              <a:srgbClr val="F5A623"/>
            </a:solidFill>
          </a:ln>
        </p:spPr>
        <p:txBody>
          <a:bodyPr rtlCol="0" anchor="ctr"/>
          <a:lstStyle/>
          <a:p>
            <a:pPr algn="ctr"/>
            <a:endParaRPr/>
          </a:p>
        </p:txBody>
      </p:sp>
      <p:sp>
        <p:nvSpPr>
          <p:cNvPr id="335" name="TextBox 334"/>
          <p:cNvSpPr txBox="1"/>
          <p:nvPr/>
        </p:nvSpPr>
        <p:spPr>
          <a:xfrm>
            <a:off x="7150534" y="414680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12:15</a:t>
            </a:r>
          </a:p>
        </p:txBody>
      </p:sp>
      <p:sp>
        <p:nvSpPr>
          <p:cNvPr id="336" name="TextBox 335"/>
          <p:cNvSpPr txBox="1"/>
          <p:nvPr/>
        </p:nvSpPr>
        <p:spPr>
          <a:xfrm>
            <a:off x="7744968" y="4146804"/>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38%</a:t>
            </a:r>
          </a:p>
        </p:txBody>
      </p:sp>
      <p:sp>
        <p:nvSpPr>
          <p:cNvPr id="337" name="TextBox 336"/>
          <p:cNvSpPr txBox="1"/>
          <p:nvPr/>
        </p:nvSpPr>
        <p:spPr>
          <a:xfrm>
            <a:off x="8247888" y="414680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13</a:t>
            </a:r>
          </a:p>
        </p:txBody>
      </p:sp>
      <p:sp>
        <p:nvSpPr>
          <p:cNvPr id="338" name="Rectangle 337"/>
          <p:cNvSpPr/>
          <p:nvPr/>
        </p:nvSpPr>
        <p:spPr>
          <a:xfrm>
            <a:off x="4636008" y="4279392"/>
            <a:ext cx="4114800" cy="132588"/>
          </a:xfrm>
          <a:prstGeom prst="rect">
            <a:avLst/>
          </a:prstGeom>
          <a:solidFill>
            <a:srgbClr val="FFFFFF"/>
          </a:solidFill>
          <a:ln>
            <a:noFill/>
          </a:ln>
        </p:spPr>
        <p:txBody>
          <a:bodyPr rtlCol="0" anchor="ctr"/>
          <a:lstStyle/>
          <a:p>
            <a:pPr algn="ctr"/>
            <a:endParaRPr/>
          </a:p>
        </p:txBody>
      </p:sp>
      <p:sp>
        <p:nvSpPr>
          <p:cNvPr id="339" name="TextBox 338"/>
          <p:cNvSpPr txBox="1"/>
          <p:nvPr/>
        </p:nvSpPr>
        <p:spPr>
          <a:xfrm>
            <a:off x="4663440" y="427939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29</a:t>
            </a:r>
          </a:p>
        </p:txBody>
      </p:sp>
      <p:sp>
        <p:nvSpPr>
          <p:cNvPr id="340" name="Rectangle 339"/>
          <p:cNvSpPr/>
          <p:nvPr/>
        </p:nvSpPr>
        <p:spPr>
          <a:xfrm>
            <a:off x="5413248" y="4293107"/>
            <a:ext cx="289560" cy="105156"/>
          </a:xfrm>
          <a:prstGeom prst="rect">
            <a:avLst/>
          </a:prstGeom>
          <a:solidFill>
            <a:srgbClr val="A9C1E8"/>
          </a:solidFill>
          <a:ln w="12700">
            <a:solidFill>
              <a:srgbClr val="A9C1E8"/>
            </a:solidFill>
          </a:ln>
        </p:spPr>
        <p:txBody>
          <a:bodyPr rtlCol="0" anchor="ctr"/>
          <a:lstStyle/>
          <a:p>
            <a:pPr algn="ctr"/>
            <a:endParaRPr/>
          </a:p>
        </p:txBody>
      </p:sp>
      <p:sp>
        <p:nvSpPr>
          <p:cNvPr id="341" name="TextBox 340"/>
          <p:cNvSpPr txBox="1"/>
          <p:nvPr/>
        </p:nvSpPr>
        <p:spPr>
          <a:xfrm>
            <a:off x="5730240" y="4279392"/>
            <a:ext cx="274320" cy="132588"/>
          </a:xfrm>
          <a:prstGeom prst="rect">
            <a:avLst/>
          </a:prstGeom>
          <a:noFill/>
        </p:spPr>
        <p:txBody>
          <a:bodyPr wrap="square" lIns="0" tIns="0" rIns="0" bIns="0" anchor="ctr">
            <a:spAutoFit/>
          </a:bodyPr>
          <a:lstStyle/>
          <a:p>
            <a:pPr algn="l">
              <a:spcAft>
                <a:spcPts val="0"/>
              </a:spcAft>
            </a:pPr>
            <a:r>
              <a:rPr sz="680" b="1" i="0">
                <a:solidFill>
                  <a:srgbClr val="55636E"/>
                </a:solidFill>
                <a:latin typeface="Calibri"/>
              </a:rPr>
              <a:t>10</a:t>
            </a:r>
          </a:p>
        </p:txBody>
      </p:sp>
      <p:sp>
        <p:nvSpPr>
          <p:cNvPr id="342" name="Rectangle 341"/>
          <p:cNvSpPr/>
          <p:nvPr/>
        </p:nvSpPr>
        <p:spPr>
          <a:xfrm>
            <a:off x="6647688" y="4341114"/>
            <a:ext cx="1234440" cy="9144"/>
          </a:xfrm>
          <a:prstGeom prst="rect">
            <a:avLst/>
          </a:prstGeom>
          <a:solidFill>
            <a:srgbClr val="D5DAE1"/>
          </a:solidFill>
          <a:ln w="12700">
            <a:solidFill>
              <a:srgbClr val="D5DAE1"/>
            </a:solidFill>
          </a:ln>
        </p:spPr>
        <p:txBody>
          <a:bodyPr rtlCol="0" anchor="ctr"/>
          <a:lstStyle/>
          <a:p>
            <a:pPr algn="ctr"/>
            <a:endParaRPr/>
          </a:p>
        </p:txBody>
      </p:sp>
      <p:sp>
        <p:nvSpPr>
          <p:cNvPr id="343" name="Oval 342"/>
          <p:cNvSpPr/>
          <p:nvPr/>
        </p:nvSpPr>
        <p:spPr>
          <a:xfrm>
            <a:off x="7217902" y="4309109"/>
            <a:ext cx="73152" cy="73152"/>
          </a:xfrm>
          <a:prstGeom prst="ellipse">
            <a:avLst/>
          </a:prstGeom>
          <a:solidFill>
            <a:srgbClr val="F5A623"/>
          </a:solidFill>
          <a:ln w="12700">
            <a:solidFill>
              <a:srgbClr val="F5A623"/>
            </a:solidFill>
          </a:ln>
        </p:spPr>
        <p:txBody>
          <a:bodyPr rtlCol="0" anchor="ctr"/>
          <a:lstStyle/>
          <a:p>
            <a:pPr algn="ctr"/>
            <a:endParaRPr/>
          </a:p>
        </p:txBody>
      </p:sp>
      <p:sp>
        <p:nvSpPr>
          <p:cNvPr id="344" name="TextBox 343"/>
          <p:cNvSpPr txBox="1"/>
          <p:nvPr/>
        </p:nvSpPr>
        <p:spPr>
          <a:xfrm>
            <a:off x="7309342" y="427939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13:03</a:t>
            </a:r>
          </a:p>
        </p:txBody>
      </p:sp>
      <p:sp>
        <p:nvSpPr>
          <p:cNvPr id="345" name="TextBox 344"/>
          <p:cNvSpPr txBox="1"/>
          <p:nvPr/>
        </p:nvSpPr>
        <p:spPr>
          <a:xfrm>
            <a:off x="7744968" y="4279392"/>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31%</a:t>
            </a:r>
          </a:p>
        </p:txBody>
      </p:sp>
      <p:sp>
        <p:nvSpPr>
          <p:cNvPr id="346" name="TextBox 345"/>
          <p:cNvSpPr txBox="1"/>
          <p:nvPr/>
        </p:nvSpPr>
        <p:spPr>
          <a:xfrm>
            <a:off x="8247888" y="427939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21</a:t>
            </a:r>
          </a:p>
        </p:txBody>
      </p:sp>
      <p:sp>
        <p:nvSpPr>
          <p:cNvPr id="347" name="TextBox 346"/>
          <p:cNvSpPr txBox="1"/>
          <p:nvPr/>
        </p:nvSpPr>
        <p:spPr>
          <a:xfrm>
            <a:off x="4663440" y="4411979"/>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48</a:t>
            </a:r>
          </a:p>
        </p:txBody>
      </p:sp>
      <p:sp>
        <p:nvSpPr>
          <p:cNvPr id="348" name="Rectangle 347"/>
          <p:cNvSpPr/>
          <p:nvPr/>
        </p:nvSpPr>
        <p:spPr>
          <a:xfrm>
            <a:off x="5413248" y="4425696"/>
            <a:ext cx="231647" cy="105156"/>
          </a:xfrm>
          <a:prstGeom prst="rect">
            <a:avLst/>
          </a:prstGeom>
          <a:solidFill>
            <a:srgbClr val="A9C1E8"/>
          </a:solidFill>
          <a:ln w="12700">
            <a:solidFill>
              <a:srgbClr val="A9C1E8"/>
            </a:solidFill>
          </a:ln>
        </p:spPr>
        <p:txBody>
          <a:bodyPr rtlCol="0" anchor="ctr"/>
          <a:lstStyle/>
          <a:p>
            <a:pPr algn="ctr"/>
            <a:endParaRPr/>
          </a:p>
        </p:txBody>
      </p:sp>
      <p:sp>
        <p:nvSpPr>
          <p:cNvPr id="349" name="TextBox 348"/>
          <p:cNvSpPr txBox="1"/>
          <p:nvPr/>
        </p:nvSpPr>
        <p:spPr>
          <a:xfrm>
            <a:off x="5672328" y="4411979"/>
            <a:ext cx="274320" cy="132588"/>
          </a:xfrm>
          <a:prstGeom prst="rect">
            <a:avLst/>
          </a:prstGeom>
          <a:noFill/>
        </p:spPr>
        <p:txBody>
          <a:bodyPr wrap="square" lIns="0" tIns="0" rIns="0" bIns="0" anchor="ctr">
            <a:spAutoFit/>
          </a:bodyPr>
          <a:lstStyle/>
          <a:p>
            <a:pPr algn="l">
              <a:spcAft>
                <a:spcPts val="0"/>
              </a:spcAft>
            </a:pPr>
            <a:r>
              <a:rPr sz="680" b="1" i="0">
                <a:solidFill>
                  <a:srgbClr val="55636E"/>
                </a:solidFill>
                <a:latin typeface="Calibri"/>
              </a:rPr>
              <a:t>8</a:t>
            </a:r>
          </a:p>
        </p:txBody>
      </p:sp>
      <p:sp>
        <p:nvSpPr>
          <p:cNvPr id="350" name="Rectangle 349"/>
          <p:cNvSpPr/>
          <p:nvPr/>
        </p:nvSpPr>
        <p:spPr>
          <a:xfrm>
            <a:off x="6647688" y="4473701"/>
            <a:ext cx="1234440" cy="9144"/>
          </a:xfrm>
          <a:prstGeom prst="rect">
            <a:avLst/>
          </a:prstGeom>
          <a:solidFill>
            <a:srgbClr val="D5DAE1"/>
          </a:solidFill>
          <a:ln w="12700">
            <a:solidFill>
              <a:srgbClr val="D5DAE1"/>
            </a:solidFill>
          </a:ln>
        </p:spPr>
        <p:txBody>
          <a:bodyPr rtlCol="0" anchor="ctr"/>
          <a:lstStyle/>
          <a:p>
            <a:pPr algn="ctr"/>
            <a:endParaRPr/>
          </a:p>
        </p:txBody>
      </p:sp>
      <p:sp>
        <p:nvSpPr>
          <p:cNvPr id="351" name="Oval 350"/>
          <p:cNvSpPr/>
          <p:nvPr/>
        </p:nvSpPr>
        <p:spPr>
          <a:xfrm>
            <a:off x="7418004" y="4441697"/>
            <a:ext cx="73152" cy="73152"/>
          </a:xfrm>
          <a:prstGeom prst="ellipse">
            <a:avLst/>
          </a:prstGeom>
          <a:solidFill>
            <a:srgbClr val="F5A623"/>
          </a:solidFill>
          <a:ln w="12700">
            <a:solidFill>
              <a:srgbClr val="F5A623"/>
            </a:solidFill>
          </a:ln>
        </p:spPr>
        <p:txBody>
          <a:bodyPr rtlCol="0" anchor="ctr"/>
          <a:lstStyle/>
          <a:p>
            <a:pPr algn="ctr"/>
            <a:endParaRPr/>
          </a:p>
        </p:txBody>
      </p:sp>
      <p:sp>
        <p:nvSpPr>
          <p:cNvPr id="352" name="TextBox 351"/>
          <p:cNvSpPr txBox="1"/>
          <p:nvPr/>
        </p:nvSpPr>
        <p:spPr>
          <a:xfrm>
            <a:off x="7509444" y="4411979"/>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14:03</a:t>
            </a:r>
          </a:p>
        </p:txBody>
      </p:sp>
      <p:sp>
        <p:nvSpPr>
          <p:cNvPr id="353" name="TextBox 352"/>
          <p:cNvSpPr txBox="1"/>
          <p:nvPr/>
        </p:nvSpPr>
        <p:spPr>
          <a:xfrm>
            <a:off x="7744968" y="4411979"/>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30%</a:t>
            </a:r>
          </a:p>
        </p:txBody>
      </p:sp>
      <p:sp>
        <p:nvSpPr>
          <p:cNvPr id="354" name="TextBox 353"/>
          <p:cNvSpPr txBox="1"/>
          <p:nvPr/>
        </p:nvSpPr>
        <p:spPr>
          <a:xfrm>
            <a:off x="8247888" y="4411979"/>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19</a:t>
            </a:r>
          </a:p>
        </p:txBody>
      </p:sp>
      <p:sp>
        <p:nvSpPr>
          <p:cNvPr id="355" name="Rectangle 354"/>
          <p:cNvSpPr/>
          <p:nvPr/>
        </p:nvSpPr>
        <p:spPr>
          <a:xfrm>
            <a:off x="4636008" y="4544568"/>
            <a:ext cx="4114800" cy="132588"/>
          </a:xfrm>
          <a:prstGeom prst="rect">
            <a:avLst/>
          </a:prstGeom>
          <a:solidFill>
            <a:srgbClr val="FFFFFF"/>
          </a:solidFill>
          <a:ln>
            <a:noFill/>
          </a:ln>
        </p:spPr>
        <p:txBody>
          <a:bodyPr rtlCol="0" anchor="ctr"/>
          <a:lstStyle/>
          <a:p>
            <a:pPr algn="ctr"/>
            <a:endParaRPr/>
          </a:p>
        </p:txBody>
      </p:sp>
      <p:sp>
        <p:nvSpPr>
          <p:cNvPr id="356" name="TextBox 355"/>
          <p:cNvSpPr txBox="1"/>
          <p:nvPr/>
        </p:nvSpPr>
        <p:spPr>
          <a:xfrm>
            <a:off x="4663440" y="4544568"/>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55p</a:t>
            </a:r>
          </a:p>
        </p:txBody>
      </p:sp>
      <p:sp>
        <p:nvSpPr>
          <p:cNvPr id="357" name="Rectangle 356"/>
          <p:cNvSpPr/>
          <p:nvPr/>
        </p:nvSpPr>
        <p:spPr>
          <a:xfrm>
            <a:off x="5413248" y="4558283"/>
            <a:ext cx="93072" cy="105156"/>
          </a:xfrm>
          <a:prstGeom prst="rect">
            <a:avLst/>
          </a:prstGeom>
          <a:solidFill>
            <a:srgbClr val="A9C1E8"/>
          </a:solidFill>
          <a:ln w="12700">
            <a:solidFill>
              <a:srgbClr val="A9C1E8"/>
            </a:solidFill>
          </a:ln>
        </p:spPr>
        <p:txBody>
          <a:bodyPr rtlCol="0" anchor="ctr"/>
          <a:lstStyle/>
          <a:p>
            <a:pPr algn="ctr"/>
            <a:endParaRPr/>
          </a:p>
        </p:txBody>
      </p:sp>
      <p:sp>
        <p:nvSpPr>
          <p:cNvPr id="358" name="TextBox 357"/>
          <p:cNvSpPr txBox="1"/>
          <p:nvPr/>
        </p:nvSpPr>
        <p:spPr>
          <a:xfrm>
            <a:off x="5533752" y="4544568"/>
            <a:ext cx="274320" cy="132588"/>
          </a:xfrm>
          <a:prstGeom prst="rect">
            <a:avLst/>
          </a:prstGeom>
          <a:noFill/>
        </p:spPr>
        <p:txBody>
          <a:bodyPr wrap="square" lIns="0" tIns="0" rIns="0" bIns="0" anchor="ctr">
            <a:spAutoFit/>
          </a:bodyPr>
          <a:lstStyle/>
          <a:p>
            <a:pPr algn="l">
              <a:spcAft>
                <a:spcPts val="0"/>
              </a:spcAft>
            </a:pPr>
            <a:r>
              <a:rPr sz="680" b="1" i="0">
                <a:solidFill>
                  <a:srgbClr val="55636E"/>
                </a:solidFill>
                <a:latin typeface="Calibri"/>
              </a:rPr>
              <a:t>3</a:t>
            </a:r>
          </a:p>
        </p:txBody>
      </p:sp>
      <p:sp>
        <p:nvSpPr>
          <p:cNvPr id="359" name="Rectangle 358"/>
          <p:cNvSpPr/>
          <p:nvPr/>
        </p:nvSpPr>
        <p:spPr>
          <a:xfrm>
            <a:off x="6647688" y="4606290"/>
            <a:ext cx="1234440" cy="9144"/>
          </a:xfrm>
          <a:prstGeom prst="rect">
            <a:avLst/>
          </a:prstGeom>
          <a:solidFill>
            <a:srgbClr val="D5DAE1"/>
          </a:solidFill>
          <a:ln w="12700">
            <a:solidFill>
              <a:srgbClr val="D5DAE1"/>
            </a:solidFill>
          </a:ln>
        </p:spPr>
        <p:txBody>
          <a:bodyPr rtlCol="0" anchor="ctr"/>
          <a:lstStyle/>
          <a:p>
            <a:pPr algn="ctr"/>
            <a:endParaRPr/>
          </a:p>
        </p:txBody>
      </p:sp>
      <p:sp>
        <p:nvSpPr>
          <p:cNvPr id="360" name="Oval 359"/>
          <p:cNvSpPr/>
          <p:nvPr/>
        </p:nvSpPr>
        <p:spPr>
          <a:xfrm>
            <a:off x="7052601" y="4574286"/>
            <a:ext cx="73152" cy="73152"/>
          </a:xfrm>
          <a:prstGeom prst="ellipse">
            <a:avLst/>
          </a:prstGeom>
          <a:solidFill>
            <a:srgbClr val="F5A623"/>
          </a:solidFill>
          <a:ln w="12700">
            <a:solidFill>
              <a:srgbClr val="F5A623"/>
            </a:solidFill>
          </a:ln>
        </p:spPr>
        <p:txBody>
          <a:bodyPr rtlCol="0" anchor="ctr"/>
          <a:lstStyle/>
          <a:p>
            <a:pPr algn="ctr"/>
            <a:endParaRPr/>
          </a:p>
        </p:txBody>
      </p:sp>
      <p:sp>
        <p:nvSpPr>
          <p:cNvPr id="361" name="TextBox 360"/>
          <p:cNvSpPr txBox="1"/>
          <p:nvPr/>
        </p:nvSpPr>
        <p:spPr>
          <a:xfrm>
            <a:off x="7144041" y="4544568"/>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12:13</a:t>
            </a:r>
          </a:p>
        </p:txBody>
      </p:sp>
      <p:sp>
        <p:nvSpPr>
          <p:cNvPr id="362" name="TextBox 361"/>
          <p:cNvSpPr txBox="1"/>
          <p:nvPr/>
        </p:nvSpPr>
        <p:spPr>
          <a:xfrm>
            <a:off x="7744968" y="4544568"/>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41%</a:t>
            </a:r>
          </a:p>
        </p:txBody>
      </p:sp>
      <p:sp>
        <p:nvSpPr>
          <p:cNvPr id="363" name="TextBox 362"/>
          <p:cNvSpPr txBox="1"/>
          <p:nvPr/>
        </p:nvSpPr>
        <p:spPr>
          <a:xfrm>
            <a:off x="8247888" y="4544568"/>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23</a:t>
            </a:r>
          </a:p>
        </p:txBody>
      </p:sp>
      <p:sp>
        <p:nvSpPr>
          <p:cNvPr id="364" name="TextBox 363"/>
          <p:cNvSpPr txBox="1"/>
          <p:nvPr/>
        </p:nvSpPr>
        <p:spPr>
          <a:xfrm>
            <a:off x="411480" y="4690872"/>
            <a:ext cx="8321040" cy="237744"/>
          </a:xfrm>
          <a:prstGeom prst="rect">
            <a:avLst/>
          </a:prstGeom>
          <a:noFill/>
        </p:spPr>
        <p:txBody>
          <a:bodyPr wrap="square" lIns="0" tIns="0" rIns="0" bIns="0" anchor="ctr">
            <a:spAutoFit/>
          </a:bodyPr>
          <a:lstStyle/>
          <a:p>
            <a:pPr algn="l">
              <a:spcAft>
                <a:spcPts val="0"/>
              </a:spcAft>
            </a:pPr>
            <a:r>
              <a:rPr sz="700" b="0" i="1">
                <a:solidFill>
                  <a:srgbClr val="55636E"/>
                </a:solidFill>
                <a:latin typeface="Calibri"/>
              </a:rPr>
              <a:t>Piso: SOC ≤ 21% de noche · Hora en la barra: hora media (18:00 a 06:00) en que llega al piso · Hora: promedio de la 1.ª hora del día con 100% · Días 100%: días del mes que lo logra · Amanecer en rojo ≤ 20% · 🧳 posible ausencia.</a:t>
            </a:r>
          </a:p>
        </p:txBody>
      </p:sp>
      <p:sp>
        <p:nvSpPr>
          <p:cNvPr id="365" name="Hora media en el piso"/>
          <p:cNvSpPr txBox="1"/>
          <p:nvPr/>
        </p:nvSpPr>
        <p:spPr>
          <a:xfrm>
            <a:off x="1220724" y="2171699"/>
            <a:ext cx="832103" cy="105156"/>
          </a:xfrm>
          <a:prstGeom prst="rect">
            <a:avLst/>
          </a:prstGeom>
          <a:noFill/>
        </p:spPr>
        <p:txBody>
          <a:bodyPr wrap="none" lIns="0" rIns="0" tIns="0" bIns="0" anchor="ctr">
            <a:spAutoFit/>
          </a:bodyPr>
          <a:lstStyle/>
          <a:p>
            <a:pPr algn="l"/>
            <a:r>
              <a:rPr sz="600" b="1">
                <a:solidFill>
                  <a:srgbClr val="FFFFFF"/>
                </a:solidFill>
                <a:latin typeface="Calibri"/>
              </a:rPr>
              <a:t>23:15</a:t>
            </a:r>
          </a:p>
        </p:txBody>
      </p:sp>
      <p:sp>
        <p:nvSpPr>
          <p:cNvPr id="366" name="Hora media en el piso"/>
          <p:cNvSpPr txBox="1"/>
          <p:nvPr/>
        </p:nvSpPr>
        <p:spPr>
          <a:xfrm>
            <a:off x="1220724" y="2304287"/>
            <a:ext cx="832103" cy="105156"/>
          </a:xfrm>
          <a:prstGeom prst="rect">
            <a:avLst/>
          </a:prstGeom>
          <a:noFill/>
        </p:spPr>
        <p:txBody>
          <a:bodyPr wrap="none" lIns="0" rIns="0" tIns="0" bIns="0" anchor="ctr">
            <a:spAutoFit/>
          </a:bodyPr>
          <a:lstStyle/>
          <a:p>
            <a:pPr algn="l"/>
            <a:r>
              <a:rPr sz="600" b="1">
                <a:solidFill>
                  <a:srgbClr val="FFFFFF"/>
                </a:solidFill>
                <a:latin typeface="Calibri"/>
              </a:rPr>
              <a:t>00:10</a:t>
            </a:r>
          </a:p>
        </p:txBody>
      </p:sp>
      <p:sp>
        <p:nvSpPr>
          <p:cNvPr id="367" name="Hora media en el piso"/>
          <p:cNvSpPr txBox="1"/>
          <p:nvPr/>
        </p:nvSpPr>
        <p:spPr>
          <a:xfrm>
            <a:off x="1220724" y="2436875"/>
            <a:ext cx="832103" cy="105156"/>
          </a:xfrm>
          <a:prstGeom prst="rect">
            <a:avLst/>
          </a:prstGeom>
          <a:noFill/>
        </p:spPr>
        <p:txBody>
          <a:bodyPr wrap="none" lIns="0" rIns="0" tIns="0" bIns="0" anchor="ctr">
            <a:spAutoFit/>
          </a:bodyPr>
          <a:lstStyle/>
          <a:p>
            <a:pPr algn="l"/>
            <a:r>
              <a:rPr sz="600" b="1">
                <a:solidFill>
                  <a:srgbClr val="FFFFFF"/>
                </a:solidFill>
                <a:latin typeface="Calibri"/>
              </a:rPr>
              <a:t>00:36</a:t>
            </a:r>
          </a:p>
        </p:txBody>
      </p:sp>
      <p:sp>
        <p:nvSpPr>
          <p:cNvPr id="368" name="Hora media en el piso"/>
          <p:cNvSpPr txBox="1"/>
          <p:nvPr/>
        </p:nvSpPr>
        <p:spPr>
          <a:xfrm>
            <a:off x="1220724" y="2569463"/>
            <a:ext cx="832103" cy="105156"/>
          </a:xfrm>
          <a:prstGeom prst="rect">
            <a:avLst/>
          </a:prstGeom>
          <a:noFill/>
        </p:spPr>
        <p:txBody>
          <a:bodyPr wrap="none" lIns="0" rIns="0" tIns="0" bIns="0" anchor="ctr">
            <a:spAutoFit/>
          </a:bodyPr>
          <a:lstStyle/>
          <a:p>
            <a:pPr algn="l"/>
            <a:r>
              <a:rPr sz="600" b="1">
                <a:solidFill>
                  <a:srgbClr val="FFFFFF"/>
                </a:solidFill>
                <a:latin typeface="Calibri"/>
              </a:rPr>
              <a:t>21:12</a:t>
            </a:r>
          </a:p>
        </p:txBody>
      </p:sp>
      <p:sp>
        <p:nvSpPr>
          <p:cNvPr id="369" name="Hora media en el piso"/>
          <p:cNvSpPr txBox="1"/>
          <p:nvPr/>
        </p:nvSpPr>
        <p:spPr>
          <a:xfrm>
            <a:off x="1220724" y="2702052"/>
            <a:ext cx="832103" cy="105156"/>
          </a:xfrm>
          <a:prstGeom prst="rect">
            <a:avLst/>
          </a:prstGeom>
          <a:noFill/>
        </p:spPr>
        <p:txBody>
          <a:bodyPr wrap="none" lIns="0" rIns="0" tIns="0" bIns="0" anchor="ctr">
            <a:spAutoFit/>
          </a:bodyPr>
          <a:lstStyle/>
          <a:p>
            <a:pPr algn="l"/>
            <a:r>
              <a:rPr sz="600" b="1">
                <a:solidFill>
                  <a:srgbClr val="FFFFFF"/>
                </a:solidFill>
                <a:latin typeface="Calibri"/>
              </a:rPr>
              <a:t>01:39</a:t>
            </a:r>
          </a:p>
        </p:txBody>
      </p:sp>
      <p:sp>
        <p:nvSpPr>
          <p:cNvPr id="370" name="Hora media en el piso"/>
          <p:cNvSpPr txBox="1"/>
          <p:nvPr/>
        </p:nvSpPr>
        <p:spPr>
          <a:xfrm>
            <a:off x="1220724" y="2834640"/>
            <a:ext cx="832103" cy="105156"/>
          </a:xfrm>
          <a:prstGeom prst="rect">
            <a:avLst/>
          </a:prstGeom>
          <a:noFill/>
        </p:spPr>
        <p:txBody>
          <a:bodyPr wrap="none" lIns="0" rIns="0" tIns="0" bIns="0" anchor="ctr">
            <a:spAutoFit/>
          </a:bodyPr>
          <a:lstStyle/>
          <a:p>
            <a:pPr algn="l"/>
            <a:r>
              <a:rPr sz="600" b="1">
                <a:solidFill>
                  <a:srgbClr val="FFFFFF"/>
                </a:solidFill>
                <a:latin typeface="Calibri"/>
              </a:rPr>
              <a:t>22:59</a:t>
            </a:r>
          </a:p>
        </p:txBody>
      </p:sp>
      <p:sp>
        <p:nvSpPr>
          <p:cNvPr id="371" name="Hora media en el piso"/>
          <p:cNvSpPr txBox="1"/>
          <p:nvPr/>
        </p:nvSpPr>
        <p:spPr>
          <a:xfrm>
            <a:off x="1220724" y="2967227"/>
            <a:ext cx="832103" cy="105156"/>
          </a:xfrm>
          <a:prstGeom prst="rect">
            <a:avLst/>
          </a:prstGeom>
          <a:noFill/>
        </p:spPr>
        <p:txBody>
          <a:bodyPr wrap="none" lIns="0" rIns="0" tIns="0" bIns="0" anchor="ctr">
            <a:spAutoFit/>
          </a:bodyPr>
          <a:lstStyle/>
          <a:p>
            <a:pPr algn="l"/>
            <a:r>
              <a:rPr sz="600" b="1">
                <a:solidFill>
                  <a:srgbClr val="FFFFFF"/>
                </a:solidFill>
                <a:latin typeface="Calibri"/>
              </a:rPr>
              <a:t>23:29</a:t>
            </a:r>
          </a:p>
        </p:txBody>
      </p:sp>
      <p:sp>
        <p:nvSpPr>
          <p:cNvPr id="372" name="Hora media en el piso"/>
          <p:cNvSpPr txBox="1"/>
          <p:nvPr/>
        </p:nvSpPr>
        <p:spPr>
          <a:xfrm>
            <a:off x="1220724" y="3099816"/>
            <a:ext cx="832103" cy="105156"/>
          </a:xfrm>
          <a:prstGeom prst="rect">
            <a:avLst/>
          </a:prstGeom>
          <a:noFill/>
        </p:spPr>
        <p:txBody>
          <a:bodyPr wrap="none" lIns="0" rIns="0" tIns="0" bIns="0" anchor="ctr">
            <a:spAutoFit/>
          </a:bodyPr>
          <a:lstStyle/>
          <a:p>
            <a:pPr algn="l"/>
            <a:r>
              <a:rPr sz="600" b="1">
                <a:solidFill>
                  <a:srgbClr val="FFFFFF"/>
                </a:solidFill>
                <a:latin typeface="Calibri"/>
              </a:rPr>
              <a:t>22:53</a:t>
            </a:r>
          </a:p>
        </p:txBody>
      </p:sp>
      <p:sp>
        <p:nvSpPr>
          <p:cNvPr id="373" name="Hora media en el piso"/>
          <p:cNvSpPr txBox="1"/>
          <p:nvPr/>
        </p:nvSpPr>
        <p:spPr>
          <a:xfrm>
            <a:off x="1220724" y="3232403"/>
            <a:ext cx="832103" cy="105156"/>
          </a:xfrm>
          <a:prstGeom prst="rect">
            <a:avLst/>
          </a:prstGeom>
          <a:noFill/>
        </p:spPr>
        <p:txBody>
          <a:bodyPr wrap="none" lIns="0" rIns="0" tIns="0" bIns="0" anchor="ctr">
            <a:spAutoFit/>
          </a:bodyPr>
          <a:lstStyle/>
          <a:p>
            <a:pPr algn="l"/>
            <a:r>
              <a:rPr sz="600" b="1">
                <a:solidFill>
                  <a:srgbClr val="FFFFFF"/>
                </a:solidFill>
                <a:latin typeface="Calibri"/>
              </a:rPr>
              <a:t>22:16</a:t>
            </a:r>
          </a:p>
        </p:txBody>
      </p:sp>
      <p:sp>
        <p:nvSpPr>
          <p:cNvPr id="374" name="Hora media en el piso"/>
          <p:cNvSpPr txBox="1"/>
          <p:nvPr/>
        </p:nvSpPr>
        <p:spPr>
          <a:xfrm>
            <a:off x="1220724" y="3364992"/>
            <a:ext cx="803148" cy="105156"/>
          </a:xfrm>
          <a:prstGeom prst="rect">
            <a:avLst/>
          </a:prstGeom>
          <a:noFill/>
        </p:spPr>
        <p:txBody>
          <a:bodyPr wrap="none" lIns="0" rIns="0" tIns="0" bIns="0" anchor="ctr">
            <a:spAutoFit/>
          </a:bodyPr>
          <a:lstStyle/>
          <a:p>
            <a:pPr algn="l"/>
            <a:r>
              <a:rPr sz="600" b="1">
                <a:solidFill>
                  <a:srgbClr val="FFFFFF"/>
                </a:solidFill>
                <a:latin typeface="Calibri"/>
              </a:rPr>
              <a:t>00:46</a:t>
            </a:r>
          </a:p>
        </p:txBody>
      </p:sp>
      <p:sp>
        <p:nvSpPr>
          <p:cNvPr id="375" name="Hora media en el piso"/>
          <p:cNvSpPr txBox="1"/>
          <p:nvPr/>
        </p:nvSpPr>
        <p:spPr>
          <a:xfrm>
            <a:off x="1220724" y="3497579"/>
            <a:ext cx="803148" cy="105156"/>
          </a:xfrm>
          <a:prstGeom prst="rect">
            <a:avLst/>
          </a:prstGeom>
          <a:noFill/>
        </p:spPr>
        <p:txBody>
          <a:bodyPr wrap="none" lIns="0" rIns="0" tIns="0" bIns="0" anchor="ctr">
            <a:spAutoFit/>
          </a:bodyPr>
          <a:lstStyle/>
          <a:p>
            <a:pPr algn="l"/>
            <a:r>
              <a:rPr sz="600" b="1">
                <a:solidFill>
                  <a:srgbClr val="FFFFFF"/>
                </a:solidFill>
                <a:latin typeface="Calibri"/>
              </a:rPr>
              <a:t>01:25</a:t>
            </a:r>
          </a:p>
        </p:txBody>
      </p:sp>
      <p:sp>
        <p:nvSpPr>
          <p:cNvPr id="376" name="Hora media en el piso"/>
          <p:cNvSpPr txBox="1"/>
          <p:nvPr/>
        </p:nvSpPr>
        <p:spPr>
          <a:xfrm>
            <a:off x="1220724" y="3630168"/>
            <a:ext cx="803148" cy="105156"/>
          </a:xfrm>
          <a:prstGeom prst="rect">
            <a:avLst/>
          </a:prstGeom>
          <a:noFill/>
        </p:spPr>
        <p:txBody>
          <a:bodyPr wrap="none" lIns="0" rIns="0" tIns="0" bIns="0" anchor="ctr">
            <a:spAutoFit/>
          </a:bodyPr>
          <a:lstStyle/>
          <a:p>
            <a:pPr algn="l"/>
            <a:r>
              <a:rPr sz="600" b="1">
                <a:solidFill>
                  <a:srgbClr val="FFFFFF"/>
                </a:solidFill>
                <a:latin typeface="Calibri"/>
              </a:rPr>
              <a:t>00:19</a:t>
            </a:r>
          </a:p>
        </p:txBody>
      </p:sp>
      <p:sp>
        <p:nvSpPr>
          <p:cNvPr id="377" name="Hora media en el piso"/>
          <p:cNvSpPr txBox="1"/>
          <p:nvPr/>
        </p:nvSpPr>
        <p:spPr>
          <a:xfrm>
            <a:off x="1220724" y="3762755"/>
            <a:ext cx="803148" cy="105156"/>
          </a:xfrm>
          <a:prstGeom prst="rect">
            <a:avLst/>
          </a:prstGeom>
          <a:noFill/>
        </p:spPr>
        <p:txBody>
          <a:bodyPr wrap="none" lIns="0" rIns="0" tIns="0" bIns="0" anchor="ctr">
            <a:spAutoFit/>
          </a:bodyPr>
          <a:lstStyle/>
          <a:p>
            <a:pPr algn="l"/>
            <a:r>
              <a:rPr sz="600" b="1">
                <a:solidFill>
                  <a:srgbClr val="FFFFFF"/>
                </a:solidFill>
                <a:latin typeface="Calibri"/>
              </a:rPr>
              <a:t>21:11</a:t>
            </a:r>
          </a:p>
        </p:txBody>
      </p:sp>
      <p:sp>
        <p:nvSpPr>
          <p:cNvPr id="378" name="Hora media en el piso"/>
          <p:cNvSpPr txBox="1"/>
          <p:nvPr/>
        </p:nvSpPr>
        <p:spPr>
          <a:xfrm>
            <a:off x="1220724" y="3895342"/>
            <a:ext cx="803148" cy="105156"/>
          </a:xfrm>
          <a:prstGeom prst="rect">
            <a:avLst/>
          </a:prstGeom>
          <a:noFill/>
        </p:spPr>
        <p:txBody>
          <a:bodyPr wrap="none" lIns="0" rIns="0" tIns="0" bIns="0" anchor="ctr">
            <a:spAutoFit/>
          </a:bodyPr>
          <a:lstStyle/>
          <a:p>
            <a:pPr algn="l"/>
            <a:r>
              <a:rPr sz="600" b="1">
                <a:solidFill>
                  <a:srgbClr val="FFFFFF"/>
                </a:solidFill>
                <a:latin typeface="Calibri"/>
              </a:rPr>
              <a:t>02:16</a:t>
            </a:r>
          </a:p>
        </p:txBody>
      </p:sp>
      <p:sp>
        <p:nvSpPr>
          <p:cNvPr id="379" name="Hora media en el piso"/>
          <p:cNvSpPr txBox="1"/>
          <p:nvPr/>
        </p:nvSpPr>
        <p:spPr>
          <a:xfrm>
            <a:off x="1220724" y="4027931"/>
            <a:ext cx="803148" cy="105156"/>
          </a:xfrm>
          <a:prstGeom prst="rect">
            <a:avLst/>
          </a:prstGeom>
          <a:noFill/>
        </p:spPr>
        <p:txBody>
          <a:bodyPr wrap="none" lIns="0" rIns="0" tIns="0" bIns="0" anchor="ctr">
            <a:spAutoFit/>
          </a:bodyPr>
          <a:lstStyle/>
          <a:p>
            <a:pPr algn="l"/>
            <a:r>
              <a:rPr sz="600" b="1">
                <a:solidFill>
                  <a:srgbClr val="FFFFFF"/>
                </a:solidFill>
                <a:latin typeface="Calibri"/>
              </a:rPr>
              <a:t>00:28</a:t>
            </a:r>
          </a:p>
        </p:txBody>
      </p:sp>
      <p:sp>
        <p:nvSpPr>
          <p:cNvPr id="380" name="Hora media en el piso"/>
          <p:cNvSpPr txBox="1"/>
          <p:nvPr/>
        </p:nvSpPr>
        <p:spPr>
          <a:xfrm>
            <a:off x="1220724" y="4160520"/>
            <a:ext cx="803148" cy="105156"/>
          </a:xfrm>
          <a:prstGeom prst="rect">
            <a:avLst/>
          </a:prstGeom>
          <a:noFill/>
        </p:spPr>
        <p:txBody>
          <a:bodyPr wrap="none" lIns="0" rIns="0" tIns="0" bIns="0" anchor="ctr">
            <a:spAutoFit/>
          </a:bodyPr>
          <a:lstStyle/>
          <a:p>
            <a:pPr algn="l"/>
            <a:r>
              <a:rPr sz="600" b="1">
                <a:solidFill>
                  <a:srgbClr val="FFFFFF"/>
                </a:solidFill>
                <a:latin typeface="Calibri"/>
              </a:rPr>
              <a:t>22:20</a:t>
            </a:r>
          </a:p>
        </p:txBody>
      </p:sp>
      <p:sp>
        <p:nvSpPr>
          <p:cNvPr id="381" name="Hora media en el piso"/>
          <p:cNvSpPr txBox="1"/>
          <p:nvPr/>
        </p:nvSpPr>
        <p:spPr>
          <a:xfrm>
            <a:off x="1220724" y="4293107"/>
            <a:ext cx="803148" cy="105156"/>
          </a:xfrm>
          <a:prstGeom prst="rect">
            <a:avLst/>
          </a:prstGeom>
          <a:noFill/>
        </p:spPr>
        <p:txBody>
          <a:bodyPr wrap="none" lIns="0" rIns="0" tIns="0" bIns="0" anchor="ctr">
            <a:spAutoFit/>
          </a:bodyPr>
          <a:lstStyle/>
          <a:p>
            <a:pPr algn="l"/>
            <a:r>
              <a:rPr sz="600" b="1">
                <a:solidFill>
                  <a:srgbClr val="FFFFFF"/>
                </a:solidFill>
                <a:latin typeface="Calibri"/>
              </a:rPr>
              <a:t>00:43</a:t>
            </a:r>
          </a:p>
        </p:txBody>
      </p:sp>
      <p:sp>
        <p:nvSpPr>
          <p:cNvPr id="382" name="Hora media en el piso"/>
          <p:cNvSpPr txBox="1"/>
          <p:nvPr/>
        </p:nvSpPr>
        <p:spPr>
          <a:xfrm>
            <a:off x="1220724" y="4425696"/>
            <a:ext cx="774192" cy="105156"/>
          </a:xfrm>
          <a:prstGeom prst="rect">
            <a:avLst/>
          </a:prstGeom>
          <a:noFill/>
        </p:spPr>
        <p:txBody>
          <a:bodyPr wrap="none" lIns="0" rIns="0" tIns="0" bIns="0" anchor="ctr">
            <a:spAutoFit/>
          </a:bodyPr>
          <a:lstStyle/>
          <a:p>
            <a:pPr algn="l"/>
            <a:r>
              <a:rPr sz="600" b="1">
                <a:solidFill>
                  <a:srgbClr val="FFFFFF"/>
                </a:solidFill>
                <a:latin typeface="Calibri"/>
              </a:rPr>
              <a:t>00:16</a:t>
            </a:r>
          </a:p>
        </p:txBody>
      </p:sp>
      <p:sp>
        <p:nvSpPr>
          <p:cNvPr id="383" name="Hora media en el piso"/>
          <p:cNvSpPr txBox="1"/>
          <p:nvPr/>
        </p:nvSpPr>
        <p:spPr>
          <a:xfrm>
            <a:off x="1220724" y="4558283"/>
            <a:ext cx="745236" cy="105156"/>
          </a:xfrm>
          <a:prstGeom prst="rect">
            <a:avLst/>
          </a:prstGeom>
          <a:noFill/>
        </p:spPr>
        <p:txBody>
          <a:bodyPr wrap="none" lIns="0" rIns="0" tIns="0" bIns="0" anchor="ctr">
            <a:spAutoFit/>
          </a:bodyPr>
          <a:lstStyle/>
          <a:p>
            <a:pPr algn="l"/>
            <a:r>
              <a:rPr sz="600" b="1">
                <a:solidFill>
                  <a:srgbClr val="FFFFFF"/>
                </a:solidFill>
                <a:latin typeface="Calibri"/>
              </a:rPr>
              <a:t>20:21</a:t>
            </a:r>
          </a:p>
        </p:txBody>
      </p:sp>
      <p:sp>
        <p:nvSpPr>
          <p:cNvPr id="384" name="Hora media en el piso"/>
          <p:cNvSpPr txBox="1"/>
          <p:nvPr/>
        </p:nvSpPr>
        <p:spPr>
          <a:xfrm>
            <a:off x="5445252" y="2171699"/>
            <a:ext cx="687323" cy="105156"/>
          </a:xfrm>
          <a:prstGeom prst="rect">
            <a:avLst/>
          </a:prstGeom>
          <a:noFill/>
        </p:spPr>
        <p:txBody>
          <a:bodyPr wrap="none" lIns="0" rIns="0" tIns="0" bIns="0" anchor="ctr">
            <a:spAutoFit/>
          </a:bodyPr>
          <a:lstStyle/>
          <a:p>
            <a:pPr algn="l"/>
            <a:r>
              <a:rPr sz="600" b="1">
                <a:solidFill>
                  <a:srgbClr val="FFFFFF"/>
                </a:solidFill>
                <a:latin typeface="Calibri"/>
              </a:rPr>
              <a:t>21:39</a:t>
            </a:r>
          </a:p>
        </p:txBody>
      </p:sp>
      <p:sp>
        <p:nvSpPr>
          <p:cNvPr id="385" name="Hora media en el piso"/>
          <p:cNvSpPr txBox="1"/>
          <p:nvPr/>
        </p:nvSpPr>
        <p:spPr>
          <a:xfrm>
            <a:off x="5445252" y="2304287"/>
            <a:ext cx="658368" cy="105156"/>
          </a:xfrm>
          <a:prstGeom prst="rect">
            <a:avLst/>
          </a:prstGeom>
          <a:noFill/>
        </p:spPr>
        <p:txBody>
          <a:bodyPr wrap="none" lIns="0" rIns="0" tIns="0" bIns="0" anchor="ctr">
            <a:spAutoFit/>
          </a:bodyPr>
          <a:lstStyle/>
          <a:p>
            <a:pPr algn="l"/>
            <a:r>
              <a:rPr sz="600" b="1">
                <a:solidFill>
                  <a:srgbClr val="FFFFFF"/>
                </a:solidFill>
                <a:latin typeface="Calibri"/>
              </a:rPr>
              <a:t>00:49</a:t>
            </a:r>
          </a:p>
        </p:txBody>
      </p:sp>
      <p:sp>
        <p:nvSpPr>
          <p:cNvPr id="386" name="Hora media en el piso"/>
          <p:cNvSpPr txBox="1"/>
          <p:nvPr/>
        </p:nvSpPr>
        <p:spPr>
          <a:xfrm>
            <a:off x="5445252" y="2436875"/>
            <a:ext cx="658368" cy="105156"/>
          </a:xfrm>
          <a:prstGeom prst="rect">
            <a:avLst/>
          </a:prstGeom>
          <a:noFill/>
        </p:spPr>
        <p:txBody>
          <a:bodyPr wrap="none" lIns="0" rIns="0" tIns="0" bIns="0" anchor="ctr">
            <a:spAutoFit/>
          </a:bodyPr>
          <a:lstStyle/>
          <a:p>
            <a:pPr algn="l"/>
            <a:r>
              <a:rPr sz="600" b="1">
                <a:solidFill>
                  <a:srgbClr val="FFFFFF"/>
                </a:solidFill>
                <a:latin typeface="Calibri"/>
              </a:rPr>
              <a:t>00:05</a:t>
            </a:r>
          </a:p>
        </p:txBody>
      </p:sp>
      <p:sp>
        <p:nvSpPr>
          <p:cNvPr id="387" name="Hora media en el piso"/>
          <p:cNvSpPr txBox="1"/>
          <p:nvPr/>
        </p:nvSpPr>
        <p:spPr>
          <a:xfrm>
            <a:off x="5445252" y="2569463"/>
            <a:ext cx="629412" cy="105156"/>
          </a:xfrm>
          <a:prstGeom prst="rect">
            <a:avLst/>
          </a:prstGeom>
          <a:noFill/>
        </p:spPr>
        <p:txBody>
          <a:bodyPr wrap="none" lIns="0" rIns="0" tIns="0" bIns="0" anchor="ctr">
            <a:spAutoFit/>
          </a:bodyPr>
          <a:lstStyle/>
          <a:p>
            <a:pPr algn="l"/>
            <a:r>
              <a:rPr sz="600" b="1">
                <a:solidFill>
                  <a:srgbClr val="FFFFFF"/>
                </a:solidFill>
                <a:latin typeface="Calibri"/>
              </a:rPr>
              <a:t>02:56</a:t>
            </a:r>
          </a:p>
        </p:txBody>
      </p:sp>
      <p:sp>
        <p:nvSpPr>
          <p:cNvPr id="388" name="Hora media en el piso"/>
          <p:cNvSpPr txBox="1"/>
          <p:nvPr/>
        </p:nvSpPr>
        <p:spPr>
          <a:xfrm>
            <a:off x="5445252" y="2702052"/>
            <a:ext cx="629412" cy="105156"/>
          </a:xfrm>
          <a:prstGeom prst="rect">
            <a:avLst/>
          </a:prstGeom>
          <a:noFill/>
        </p:spPr>
        <p:txBody>
          <a:bodyPr wrap="none" lIns="0" rIns="0" tIns="0" bIns="0" anchor="ctr">
            <a:spAutoFit/>
          </a:bodyPr>
          <a:lstStyle/>
          <a:p>
            <a:pPr algn="l"/>
            <a:r>
              <a:rPr sz="600" b="1">
                <a:solidFill>
                  <a:srgbClr val="FFFFFF"/>
                </a:solidFill>
                <a:latin typeface="Calibri"/>
              </a:rPr>
              <a:t>01:32</a:t>
            </a:r>
          </a:p>
        </p:txBody>
      </p:sp>
      <p:sp>
        <p:nvSpPr>
          <p:cNvPr id="389" name="Hora media en el piso"/>
          <p:cNvSpPr txBox="1"/>
          <p:nvPr/>
        </p:nvSpPr>
        <p:spPr>
          <a:xfrm>
            <a:off x="5445252" y="2834640"/>
            <a:ext cx="600454" cy="105156"/>
          </a:xfrm>
          <a:prstGeom prst="rect">
            <a:avLst/>
          </a:prstGeom>
          <a:noFill/>
        </p:spPr>
        <p:txBody>
          <a:bodyPr wrap="none" lIns="0" rIns="0" tIns="0" bIns="0" anchor="ctr">
            <a:spAutoFit/>
          </a:bodyPr>
          <a:lstStyle/>
          <a:p>
            <a:pPr algn="l"/>
            <a:r>
              <a:rPr sz="600" b="1">
                <a:solidFill>
                  <a:srgbClr val="FFFFFF"/>
                </a:solidFill>
                <a:latin typeface="Calibri"/>
              </a:rPr>
              <a:t>00:17</a:t>
            </a:r>
          </a:p>
        </p:txBody>
      </p:sp>
      <p:sp>
        <p:nvSpPr>
          <p:cNvPr id="390" name="Hora media en el piso"/>
          <p:cNvSpPr txBox="1"/>
          <p:nvPr/>
        </p:nvSpPr>
        <p:spPr>
          <a:xfrm>
            <a:off x="5445252" y="2967227"/>
            <a:ext cx="484631" cy="105156"/>
          </a:xfrm>
          <a:prstGeom prst="rect">
            <a:avLst/>
          </a:prstGeom>
          <a:noFill/>
        </p:spPr>
        <p:txBody>
          <a:bodyPr wrap="none" lIns="0" rIns="0" tIns="0" bIns="0" anchor="ctr">
            <a:spAutoFit/>
          </a:bodyPr>
          <a:lstStyle/>
          <a:p>
            <a:pPr algn="l"/>
            <a:r>
              <a:rPr sz="600" b="1">
                <a:solidFill>
                  <a:srgbClr val="FFFFFF"/>
                </a:solidFill>
                <a:latin typeface="Calibri"/>
              </a:rPr>
              <a:t>01:21</a:t>
            </a:r>
          </a:p>
        </p:txBody>
      </p:sp>
      <p:sp>
        <p:nvSpPr>
          <p:cNvPr id="391" name="Hora media en el piso"/>
          <p:cNvSpPr txBox="1"/>
          <p:nvPr/>
        </p:nvSpPr>
        <p:spPr>
          <a:xfrm>
            <a:off x="5445252" y="3099816"/>
            <a:ext cx="484631" cy="105156"/>
          </a:xfrm>
          <a:prstGeom prst="rect">
            <a:avLst/>
          </a:prstGeom>
          <a:noFill/>
        </p:spPr>
        <p:txBody>
          <a:bodyPr wrap="none" lIns="0" rIns="0" tIns="0" bIns="0" anchor="ctr">
            <a:spAutoFit/>
          </a:bodyPr>
          <a:lstStyle/>
          <a:p>
            <a:pPr algn="l"/>
            <a:r>
              <a:rPr sz="600" b="1">
                <a:solidFill>
                  <a:srgbClr val="FFFFFF"/>
                </a:solidFill>
                <a:latin typeface="Calibri"/>
              </a:rPr>
              <a:t>00:26</a:t>
            </a:r>
          </a:p>
        </p:txBody>
      </p:sp>
      <p:sp>
        <p:nvSpPr>
          <p:cNvPr id="392" name="Hora media en el piso"/>
          <p:cNvSpPr txBox="1"/>
          <p:nvPr/>
        </p:nvSpPr>
        <p:spPr>
          <a:xfrm>
            <a:off x="5445252" y="3232403"/>
            <a:ext cx="426719" cy="105156"/>
          </a:xfrm>
          <a:prstGeom prst="rect">
            <a:avLst/>
          </a:prstGeom>
          <a:noFill/>
        </p:spPr>
        <p:txBody>
          <a:bodyPr wrap="none" lIns="0" rIns="0" tIns="0" bIns="0" anchor="ctr">
            <a:spAutoFit/>
          </a:bodyPr>
          <a:lstStyle/>
          <a:p>
            <a:pPr algn="l"/>
            <a:r>
              <a:rPr sz="600" b="1">
                <a:solidFill>
                  <a:srgbClr val="FFFFFF"/>
                </a:solidFill>
                <a:latin typeface="Calibri"/>
              </a:rPr>
              <a:t>01:04</a:t>
            </a:r>
          </a:p>
        </p:txBody>
      </p:sp>
      <p:sp>
        <p:nvSpPr>
          <p:cNvPr id="393" name="Hora media en el piso"/>
          <p:cNvSpPr txBox="1"/>
          <p:nvPr/>
        </p:nvSpPr>
        <p:spPr>
          <a:xfrm>
            <a:off x="5445252" y="3364992"/>
            <a:ext cx="426719" cy="105156"/>
          </a:xfrm>
          <a:prstGeom prst="rect">
            <a:avLst/>
          </a:prstGeom>
          <a:noFill/>
        </p:spPr>
        <p:txBody>
          <a:bodyPr wrap="none" lIns="0" rIns="0" tIns="0" bIns="0" anchor="ctr">
            <a:spAutoFit/>
          </a:bodyPr>
          <a:lstStyle/>
          <a:p>
            <a:pPr algn="l"/>
            <a:r>
              <a:rPr sz="600" b="1">
                <a:solidFill>
                  <a:srgbClr val="FFFFFF"/>
                </a:solidFill>
                <a:latin typeface="Calibri"/>
              </a:rPr>
              <a:t>02:51</a:t>
            </a:r>
          </a:p>
        </p:txBody>
      </p:sp>
      <p:sp>
        <p:nvSpPr>
          <p:cNvPr id="394" name="Hora media en el piso"/>
          <p:cNvSpPr txBox="1"/>
          <p:nvPr/>
        </p:nvSpPr>
        <p:spPr>
          <a:xfrm>
            <a:off x="5445252" y="3497579"/>
            <a:ext cx="426719" cy="105156"/>
          </a:xfrm>
          <a:prstGeom prst="rect">
            <a:avLst/>
          </a:prstGeom>
          <a:noFill/>
        </p:spPr>
        <p:txBody>
          <a:bodyPr wrap="none" lIns="0" rIns="0" tIns="0" bIns="0" anchor="ctr">
            <a:spAutoFit/>
          </a:bodyPr>
          <a:lstStyle/>
          <a:p>
            <a:pPr algn="l"/>
            <a:r>
              <a:rPr sz="600" b="1">
                <a:solidFill>
                  <a:srgbClr val="FFFFFF"/>
                </a:solidFill>
                <a:latin typeface="Calibri"/>
              </a:rPr>
              <a:t>23:39</a:t>
            </a:r>
          </a:p>
        </p:txBody>
      </p:sp>
      <p:sp>
        <p:nvSpPr>
          <p:cNvPr id="395" name="Hora media en el piso"/>
          <p:cNvSpPr txBox="1"/>
          <p:nvPr/>
        </p:nvSpPr>
        <p:spPr>
          <a:xfrm>
            <a:off x="5445252" y="3630168"/>
            <a:ext cx="426719" cy="105156"/>
          </a:xfrm>
          <a:prstGeom prst="rect">
            <a:avLst/>
          </a:prstGeom>
          <a:noFill/>
        </p:spPr>
        <p:txBody>
          <a:bodyPr wrap="none" lIns="0" rIns="0" tIns="0" bIns="0" anchor="ctr">
            <a:spAutoFit/>
          </a:bodyPr>
          <a:lstStyle/>
          <a:p>
            <a:pPr algn="l"/>
            <a:r>
              <a:rPr sz="600" b="1">
                <a:solidFill>
                  <a:srgbClr val="FFFFFF"/>
                </a:solidFill>
                <a:latin typeface="Calibri"/>
              </a:rPr>
              <a:t>00:15</a:t>
            </a:r>
          </a:p>
        </p:txBody>
      </p:sp>
      <p:sp>
        <p:nvSpPr>
          <p:cNvPr id="396" name="Hora media en el piso"/>
          <p:cNvSpPr txBox="1"/>
          <p:nvPr/>
        </p:nvSpPr>
        <p:spPr>
          <a:xfrm>
            <a:off x="5445252" y="3762755"/>
            <a:ext cx="397764" cy="105156"/>
          </a:xfrm>
          <a:prstGeom prst="rect">
            <a:avLst/>
          </a:prstGeom>
          <a:noFill/>
        </p:spPr>
        <p:txBody>
          <a:bodyPr wrap="none" lIns="0" rIns="0" tIns="0" bIns="0" anchor="ctr">
            <a:spAutoFit/>
          </a:bodyPr>
          <a:lstStyle/>
          <a:p>
            <a:pPr algn="l"/>
            <a:r>
              <a:rPr sz="600" b="1">
                <a:solidFill>
                  <a:srgbClr val="FFFFFF"/>
                </a:solidFill>
                <a:latin typeface="Calibri"/>
              </a:rPr>
              <a:t>23:22</a:t>
            </a:r>
          </a:p>
        </p:txBody>
      </p:sp>
      <p:sp>
        <p:nvSpPr>
          <p:cNvPr id="397" name="Hora media en el piso"/>
          <p:cNvSpPr txBox="1"/>
          <p:nvPr/>
        </p:nvSpPr>
        <p:spPr>
          <a:xfrm>
            <a:off x="5445252" y="3895342"/>
            <a:ext cx="339852" cy="105156"/>
          </a:xfrm>
          <a:prstGeom prst="rect">
            <a:avLst/>
          </a:prstGeom>
          <a:noFill/>
        </p:spPr>
        <p:txBody>
          <a:bodyPr wrap="none" lIns="0" rIns="0" tIns="0" bIns="0" anchor="ctr">
            <a:spAutoFit/>
          </a:bodyPr>
          <a:lstStyle/>
          <a:p>
            <a:pPr algn="l"/>
            <a:r>
              <a:rPr sz="600" b="1">
                <a:solidFill>
                  <a:srgbClr val="FFFFFF"/>
                </a:solidFill>
                <a:latin typeface="Calibri"/>
              </a:rPr>
              <a:t>00:16</a:t>
            </a:r>
          </a:p>
        </p:txBody>
      </p:sp>
      <p:sp>
        <p:nvSpPr>
          <p:cNvPr id="398" name="Hora media en el piso"/>
          <p:cNvSpPr txBox="1"/>
          <p:nvPr/>
        </p:nvSpPr>
        <p:spPr>
          <a:xfrm>
            <a:off x="5445252" y="4027931"/>
            <a:ext cx="339852" cy="105156"/>
          </a:xfrm>
          <a:prstGeom prst="rect">
            <a:avLst/>
          </a:prstGeom>
          <a:noFill/>
        </p:spPr>
        <p:txBody>
          <a:bodyPr wrap="none" lIns="0" rIns="0" tIns="0" bIns="0" anchor="ctr">
            <a:spAutoFit/>
          </a:bodyPr>
          <a:lstStyle/>
          <a:p>
            <a:pPr algn="l"/>
            <a:r>
              <a:rPr sz="600" b="1">
                <a:solidFill>
                  <a:srgbClr val="FFFFFF"/>
                </a:solidFill>
                <a:latin typeface="Calibri"/>
              </a:rPr>
              <a:t>00:08</a:t>
            </a:r>
          </a:p>
        </p:txBody>
      </p:sp>
      <p:sp>
        <p:nvSpPr>
          <p:cNvPr id="399" name="Hora media en el piso"/>
          <p:cNvSpPr txBox="1"/>
          <p:nvPr/>
        </p:nvSpPr>
        <p:spPr>
          <a:xfrm>
            <a:off x="5445252" y="4160520"/>
            <a:ext cx="339852" cy="105156"/>
          </a:xfrm>
          <a:prstGeom prst="rect">
            <a:avLst/>
          </a:prstGeom>
          <a:noFill/>
        </p:spPr>
        <p:txBody>
          <a:bodyPr wrap="none" lIns="0" rIns="0" tIns="0" bIns="0" anchor="ctr">
            <a:spAutoFit/>
          </a:bodyPr>
          <a:lstStyle/>
          <a:p>
            <a:pPr algn="l"/>
            <a:r>
              <a:rPr sz="600" b="1">
                <a:solidFill>
                  <a:srgbClr val="FFFFFF"/>
                </a:solidFill>
                <a:latin typeface="Calibri"/>
              </a:rPr>
              <a:t>23:39</a:t>
            </a:r>
          </a:p>
        </p:txBody>
      </p:sp>
      <p:sp>
        <p:nvSpPr>
          <p:cNvPr id="400" name="Hora media en el piso"/>
          <p:cNvSpPr txBox="1"/>
          <p:nvPr/>
        </p:nvSpPr>
        <p:spPr>
          <a:xfrm>
            <a:off x="5445252" y="4293107"/>
            <a:ext cx="252984" cy="105156"/>
          </a:xfrm>
          <a:prstGeom prst="rect">
            <a:avLst/>
          </a:prstGeom>
          <a:noFill/>
        </p:spPr>
        <p:txBody>
          <a:bodyPr wrap="none" lIns="0" rIns="0" tIns="0" bIns="0" anchor="ctr">
            <a:spAutoFit/>
          </a:bodyPr>
          <a:lstStyle/>
          <a:p>
            <a:pPr algn="l"/>
            <a:r>
              <a:rPr sz="600" b="1">
                <a:solidFill>
                  <a:srgbClr val="1A1A2E"/>
                </a:solidFill>
                <a:latin typeface="Calibri"/>
              </a:rPr>
              <a:t>00:18</a:t>
            </a:r>
          </a:p>
        </p:txBody>
      </p:sp>
      <p:sp>
        <p:nvSpPr>
          <p:cNvPr id="401" name="Hora media en el piso"/>
          <p:cNvSpPr txBox="1"/>
          <p:nvPr/>
        </p:nvSpPr>
        <p:spPr>
          <a:xfrm>
            <a:off x="5445252" y="4425696"/>
            <a:ext cx="195071" cy="105156"/>
          </a:xfrm>
          <a:prstGeom prst="rect">
            <a:avLst/>
          </a:prstGeom>
          <a:noFill/>
        </p:spPr>
        <p:txBody>
          <a:bodyPr wrap="none" lIns="0" rIns="0" tIns="0" bIns="0" anchor="ctr">
            <a:spAutoFit/>
          </a:bodyPr>
          <a:lstStyle/>
          <a:p>
            <a:pPr algn="l"/>
            <a:r>
              <a:rPr sz="600" b="1">
                <a:solidFill>
                  <a:srgbClr val="1A1A2E"/>
                </a:solidFill>
                <a:latin typeface="Calibri"/>
              </a:rPr>
              <a:t>03:11</a:t>
            </a:r>
          </a:p>
        </p:txBody>
      </p:sp>
      <p:sp>
        <p:nvSpPr>
          <p:cNvPr id="402" name="Hora media en el piso"/>
          <p:cNvSpPr txBox="1"/>
          <p:nvPr/>
        </p:nvSpPr>
        <p:spPr>
          <a:xfrm>
            <a:off x="5634336" y="4558283"/>
            <a:ext cx="274320" cy="105156"/>
          </a:xfrm>
          <a:prstGeom prst="rect">
            <a:avLst/>
          </a:prstGeom>
          <a:noFill/>
        </p:spPr>
        <p:txBody>
          <a:bodyPr wrap="none" lIns="0" rIns="0" tIns="0" bIns="0" anchor="ctr">
            <a:spAutoFit/>
          </a:bodyPr>
          <a:lstStyle/>
          <a:p>
            <a:pPr algn="l"/>
            <a:r>
              <a:rPr sz="600" b="1">
                <a:solidFill>
                  <a:srgbClr val="55636E"/>
                </a:solidFill>
                <a:latin typeface="Calibri"/>
              </a:rPr>
              <a:t>00:30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SEPTIEMBRE</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Se recortaron 3.507 kWh de generación solar en septiembre: 16,6% del potencial</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7</a:t>
            </a:r>
          </a:p>
        </p:txBody>
      </p:sp>
      <p:sp>
        <p:nvSpPr>
          <p:cNvPr id="8" name="Rectangle 7"/>
          <p:cNvSpPr/>
          <p:nvPr/>
        </p:nvSpPr>
        <p:spPr>
          <a:xfrm>
            <a:off x="411480" y="1143000"/>
            <a:ext cx="1997964" cy="658368"/>
          </a:xfrm>
          <a:prstGeom prst="rect">
            <a:avLst/>
          </a:prstGeom>
          <a:solidFill>
            <a:srgbClr val="FFFFFF"/>
          </a:solidFill>
          <a:ln w="10160">
            <a:solidFill>
              <a:srgbClr val="E3E7EA"/>
            </a:solidFill>
          </a:ln>
        </p:spPr>
        <p:txBody>
          <a:bodyPr rtlCol="0" anchor="ctr"/>
          <a:lstStyle/>
          <a:p>
            <a:pPr algn="ctr"/>
          </a:p>
        </p:txBody>
      </p:sp>
      <p:sp>
        <p:nvSpPr>
          <p:cNvPr id="9" name="Rectangle 8"/>
          <p:cNvSpPr/>
          <p:nvPr/>
        </p:nvSpPr>
        <p:spPr>
          <a:xfrm>
            <a:off x="411480" y="1143000"/>
            <a:ext cx="54864" cy="658368"/>
          </a:xfrm>
          <a:prstGeom prst="rect">
            <a:avLst/>
          </a:prstGeom>
          <a:solidFill>
            <a:srgbClr val="E63946"/>
          </a:solidFill>
          <a:ln>
            <a:noFill/>
          </a:ln>
        </p:spPr>
        <p:txBody>
          <a:bodyPr rtlCol="0" anchor="ctr"/>
          <a:lstStyle/>
          <a:p>
            <a:pPr algn="ctr"/>
          </a:p>
        </p:txBody>
      </p:sp>
      <p:sp>
        <p:nvSpPr>
          <p:cNvPr id="10" name="TextBox 9"/>
          <p:cNvSpPr txBox="1"/>
          <p:nvPr/>
        </p:nvSpPr>
        <p:spPr>
          <a:xfrm>
            <a:off x="557784" y="1179576"/>
            <a:ext cx="1796796" cy="338328"/>
          </a:xfrm>
          <a:prstGeom prst="rect">
            <a:avLst/>
          </a:prstGeom>
          <a:noFill/>
        </p:spPr>
        <p:txBody>
          <a:bodyPr wrap="square" lIns="0" rIns="0" tIns="0" bIns="0" anchor="ctr">
            <a:spAutoFit/>
          </a:bodyPr>
          <a:lstStyle/>
          <a:p>
            <a:pPr algn="l">
              <a:spcAft>
                <a:spcPts val="0"/>
              </a:spcAft>
            </a:pPr>
            <a:r>
              <a:rPr sz="1700" b="1" i="0">
                <a:solidFill>
                  <a:srgbClr val="E63946"/>
                </a:solidFill>
                <a:latin typeface="Calibri"/>
              </a:rPr>
              <a:t>3.507 kWh</a:t>
            </a:r>
          </a:p>
        </p:txBody>
      </p:sp>
      <p:sp>
        <p:nvSpPr>
          <p:cNvPr id="11" name="TextBox 10"/>
          <p:cNvSpPr txBox="1"/>
          <p:nvPr/>
        </p:nvSpPr>
        <p:spPr>
          <a:xfrm>
            <a:off x="557784" y="1499616"/>
            <a:ext cx="1796796"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generación solar recortada</a:t>
            </a:r>
          </a:p>
        </p:txBody>
      </p:sp>
      <p:sp>
        <p:nvSpPr>
          <p:cNvPr id="12" name="TextBox 11"/>
          <p:cNvSpPr txBox="1"/>
          <p:nvPr/>
        </p:nvSpPr>
        <p:spPr>
          <a:xfrm>
            <a:off x="557784" y="1627632"/>
            <a:ext cx="1796796"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21.117 kWh de potencial; 17.610 generados</a:t>
            </a:r>
          </a:p>
        </p:txBody>
      </p:sp>
      <p:sp>
        <p:nvSpPr>
          <p:cNvPr id="13" name="Rectangle 12"/>
          <p:cNvSpPr/>
          <p:nvPr/>
        </p:nvSpPr>
        <p:spPr>
          <a:xfrm>
            <a:off x="2519172" y="1143000"/>
            <a:ext cx="1997964" cy="658368"/>
          </a:xfrm>
          <a:prstGeom prst="rect">
            <a:avLst/>
          </a:prstGeom>
          <a:solidFill>
            <a:srgbClr val="FFFFFF"/>
          </a:solidFill>
          <a:ln w="10160">
            <a:solidFill>
              <a:srgbClr val="E3E7EA"/>
            </a:solidFill>
          </a:ln>
        </p:spPr>
        <p:txBody>
          <a:bodyPr rtlCol="0" anchor="ctr"/>
          <a:lstStyle/>
          <a:p>
            <a:pPr algn="ctr"/>
          </a:p>
        </p:txBody>
      </p:sp>
      <p:sp>
        <p:nvSpPr>
          <p:cNvPr id="14" name="Rectangle 13"/>
          <p:cNvSpPr/>
          <p:nvPr/>
        </p:nvSpPr>
        <p:spPr>
          <a:xfrm>
            <a:off x="2519172" y="1143000"/>
            <a:ext cx="54864" cy="658368"/>
          </a:xfrm>
          <a:prstGeom prst="rect">
            <a:avLst/>
          </a:prstGeom>
          <a:solidFill>
            <a:srgbClr val="CA6F1E"/>
          </a:solidFill>
          <a:ln>
            <a:noFill/>
          </a:ln>
        </p:spPr>
        <p:txBody>
          <a:bodyPr rtlCol="0" anchor="ctr"/>
          <a:lstStyle/>
          <a:p>
            <a:pPr algn="ctr"/>
          </a:p>
        </p:txBody>
      </p:sp>
      <p:sp>
        <p:nvSpPr>
          <p:cNvPr id="15" name="TextBox 14"/>
          <p:cNvSpPr txBox="1"/>
          <p:nvPr/>
        </p:nvSpPr>
        <p:spPr>
          <a:xfrm>
            <a:off x="2665476" y="1179576"/>
            <a:ext cx="1796796" cy="338328"/>
          </a:xfrm>
          <a:prstGeom prst="rect">
            <a:avLst/>
          </a:prstGeom>
          <a:noFill/>
        </p:spPr>
        <p:txBody>
          <a:bodyPr wrap="square" lIns="0" rIns="0" tIns="0" bIns="0" anchor="ctr">
            <a:spAutoFit/>
          </a:bodyPr>
          <a:lstStyle/>
          <a:p>
            <a:pPr algn="l">
              <a:spcAft>
                <a:spcPts val="0"/>
              </a:spcAft>
            </a:pPr>
            <a:r>
              <a:rPr sz="1700" b="1" i="0">
                <a:solidFill>
                  <a:srgbClr val="CA6F1E"/>
                </a:solidFill>
                <a:latin typeface="Calibri"/>
              </a:rPr>
              <a:t>16 de 38</a:t>
            </a:r>
          </a:p>
        </p:txBody>
      </p:sp>
      <p:sp>
        <p:nvSpPr>
          <p:cNvPr id="16" name="TextBox 15"/>
          <p:cNvSpPr txBox="1"/>
          <p:nvPr/>
        </p:nvSpPr>
        <p:spPr>
          <a:xfrm>
            <a:off x="2665476" y="1499616"/>
            <a:ext cx="1796796"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sistemas pierden más de 15%</a:t>
            </a:r>
          </a:p>
        </p:txBody>
      </p:sp>
      <p:sp>
        <p:nvSpPr>
          <p:cNvPr id="17" name="TextBox 16"/>
          <p:cNvSpPr txBox="1"/>
          <p:nvPr/>
        </p:nvSpPr>
        <p:spPr>
          <a:xfrm>
            <a:off x="2665476" y="1627632"/>
            <a:ext cx="1796796"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8 con más de 25%; 5 con menos de 5%</a:t>
            </a:r>
          </a:p>
        </p:txBody>
      </p:sp>
      <p:sp>
        <p:nvSpPr>
          <p:cNvPr id="18" name="Rectangle 17"/>
          <p:cNvSpPr/>
          <p:nvPr/>
        </p:nvSpPr>
        <p:spPr>
          <a:xfrm>
            <a:off x="4626864" y="1143000"/>
            <a:ext cx="1997964" cy="658368"/>
          </a:xfrm>
          <a:prstGeom prst="rect">
            <a:avLst/>
          </a:prstGeom>
          <a:solidFill>
            <a:srgbClr val="FFFFFF"/>
          </a:solidFill>
          <a:ln w="10160">
            <a:solidFill>
              <a:srgbClr val="E3E7EA"/>
            </a:solidFill>
          </a:ln>
        </p:spPr>
        <p:txBody>
          <a:bodyPr rtlCol="0" anchor="ctr"/>
          <a:lstStyle/>
          <a:p>
            <a:pPr algn="ctr"/>
          </a:p>
        </p:txBody>
      </p:sp>
      <p:sp>
        <p:nvSpPr>
          <p:cNvPr id="19" name="Rectangle 18"/>
          <p:cNvSpPr/>
          <p:nvPr/>
        </p:nvSpPr>
        <p:spPr>
          <a:xfrm>
            <a:off x="4626864" y="1143000"/>
            <a:ext cx="54864" cy="658368"/>
          </a:xfrm>
          <a:prstGeom prst="rect">
            <a:avLst/>
          </a:prstGeom>
          <a:solidFill>
            <a:srgbClr val="1F6F78"/>
          </a:solidFill>
          <a:ln>
            <a:noFill/>
          </a:ln>
        </p:spPr>
        <p:txBody>
          <a:bodyPr rtlCol="0" anchor="ctr"/>
          <a:lstStyle/>
          <a:p>
            <a:pPr algn="ctr"/>
          </a:p>
        </p:txBody>
      </p:sp>
      <p:sp>
        <p:nvSpPr>
          <p:cNvPr id="20" name="TextBox 19"/>
          <p:cNvSpPr txBox="1"/>
          <p:nvPr/>
        </p:nvSpPr>
        <p:spPr>
          <a:xfrm>
            <a:off x="4773168" y="1179576"/>
            <a:ext cx="1796796" cy="338328"/>
          </a:xfrm>
          <a:prstGeom prst="rect">
            <a:avLst/>
          </a:prstGeom>
          <a:noFill/>
        </p:spPr>
        <p:txBody>
          <a:bodyPr wrap="square" lIns="0" rIns="0" tIns="0" bIns="0" anchor="ctr">
            <a:spAutoFit/>
          </a:bodyPr>
          <a:lstStyle/>
          <a:p>
            <a:pPr algn="l">
              <a:spcAft>
                <a:spcPts val="0"/>
              </a:spcAft>
            </a:pPr>
            <a:r>
              <a:rPr sz="1700" b="1" i="0">
                <a:solidFill>
                  <a:srgbClr val="1F6F78"/>
                </a:solidFill>
                <a:latin typeface="Calibri"/>
              </a:rPr>
              <a:t>11:00 - 16:00</a:t>
            </a:r>
          </a:p>
        </p:txBody>
      </p:sp>
      <p:sp>
        <p:nvSpPr>
          <p:cNvPr id="21" name="TextBox 20"/>
          <p:cNvSpPr txBox="1"/>
          <p:nvPr/>
        </p:nvSpPr>
        <p:spPr>
          <a:xfrm>
            <a:off x="4773168" y="1499616"/>
            <a:ext cx="1796796"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ventana del recorte</a:t>
            </a:r>
          </a:p>
        </p:txBody>
      </p:sp>
      <p:sp>
        <p:nvSpPr>
          <p:cNvPr id="22" name="TextBox 21"/>
          <p:cNvSpPr txBox="1"/>
          <p:nvPr/>
        </p:nvSpPr>
        <p:spPr>
          <a:xfrm>
            <a:off x="4773168" y="1627632"/>
            <a:ext cx="1796796"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94% de los kWh; pico a las 13:00</a:t>
            </a:r>
          </a:p>
        </p:txBody>
      </p:sp>
      <p:sp>
        <p:nvSpPr>
          <p:cNvPr id="23" name="Rectangle 22"/>
          <p:cNvSpPr/>
          <p:nvPr/>
        </p:nvSpPr>
        <p:spPr>
          <a:xfrm>
            <a:off x="6734556" y="1143000"/>
            <a:ext cx="1997964" cy="658368"/>
          </a:xfrm>
          <a:prstGeom prst="rect">
            <a:avLst/>
          </a:prstGeom>
          <a:solidFill>
            <a:srgbClr val="FFFFFF"/>
          </a:solidFill>
          <a:ln w="10160">
            <a:solidFill>
              <a:srgbClr val="E3E7EA"/>
            </a:solidFill>
          </a:ln>
        </p:spPr>
        <p:txBody>
          <a:bodyPr rtlCol="0" anchor="ctr"/>
          <a:lstStyle/>
          <a:p>
            <a:pPr algn="ctr"/>
          </a:p>
        </p:txBody>
      </p:sp>
      <p:sp>
        <p:nvSpPr>
          <p:cNvPr id="24" name="Rectangle 23"/>
          <p:cNvSpPr/>
          <p:nvPr/>
        </p:nvSpPr>
        <p:spPr>
          <a:xfrm>
            <a:off x="6734556" y="1143000"/>
            <a:ext cx="54864" cy="658368"/>
          </a:xfrm>
          <a:prstGeom prst="rect">
            <a:avLst/>
          </a:prstGeom>
          <a:solidFill>
            <a:srgbClr val="1B3A6B"/>
          </a:solidFill>
          <a:ln>
            <a:noFill/>
          </a:ln>
        </p:spPr>
        <p:txBody>
          <a:bodyPr rtlCol="0" anchor="ctr"/>
          <a:lstStyle/>
          <a:p>
            <a:pPr algn="ctr"/>
          </a:p>
        </p:txBody>
      </p:sp>
      <p:sp>
        <p:nvSpPr>
          <p:cNvPr id="25" name="TextBox 24"/>
          <p:cNvSpPr txBox="1"/>
          <p:nvPr/>
        </p:nvSpPr>
        <p:spPr>
          <a:xfrm>
            <a:off x="6880860" y="1179576"/>
            <a:ext cx="1796796" cy="338328"/>
          </a:xfrm>
          <a:prstGeom prst="rect">
            <a:avLst/>
          </a:prstGeom>
          <a:noFill/>
        </p:spPr>
        <p:txBody>
          <a:bodyPr wrap="square" lIns="0" rIns="0" tIns="0" bIns="0" anchor="ctr">
            <a:spAutoFit/>
          </a:bodyPr>
          <a:lstStyle/>
          <a:p>
            <a:pPr algn="l">
              <a:spcAft>
                <a:spcPts val="0"/>
              </a:spcAft>
            </a:pPr>
            <a:r>
              <a:rPr sz="1700" b="1" i="0">
                <a:solidFill>
                  <a:srgbClr val="1B3A6B"/>
                </a:solidFill>
                <a:latin typeface="Calibri"/>
              </a:rPr>
              <a:t>25,9% vs 10,8%</a:t>
            </a:r>
          </a:p>
        </p:txBody>
      </p:sp>
      <p:sp>
        <p:nvSpPr>
          <p:cNvPr id="26" name="TextBox 25"/>
          <p:cNvSpPr txBox="1"/>
          <p:nvPr/>
        </p:nvSpPr>
        <p:spPr>
          <a:xfrm>
            <a:off x="6880860" y="1499616"/>
            <a:ext cx="1796796"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pérdida: Deye vs Livoltek</a:t>
            </a:r>
          </a:p>
        </p:txBody>
      </p:sp>
      <p:sp>
        <p:nvSpPr>
          <p:cNvPr id="27" name="TextBox 26"/>
          <p:cNvSpPr txBox="1"/>
          <p:nvPr/>
        </p:nvSpPr>
        <p:spPr>
          <a:xfrm>
            <a:off x="6880860" y="1627632"/>
            <a:ext cx="1796796"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12 sistemas Deye · 26 sistemas Livoltek</a:t>
            </a:r>
          </a:p>
        </p:txBody>
      </p:sp>
      <p:sp>
        <p:nvSpPr>
          <p:cNvPr id="28" name="Rectangle 27"/>
          <p:cNvSpPr/>
          <p:nvPr/>
        </p:nvSpPr>
        <p:spPr>
          <a:xfrm>
            <a:off x="411480" y="1920240"/>
            <a:ext cx="4754880" cy="2606040"/>
          </a:xfrm>
          <a:prstGeom prst="rect">
            <a:avLst/>
          </a:prstGeom>
          <a:solidFill>
            <a:srgbClr val="FFFFFF"/>
          </a:solidFill>
          <a:ln w="10160">
            <a:solidFill>
              <a:srgbClr val="E3E7EA"/>
            </a:solidFill>
          </a:ln>
        </p:spPr>
        <p:txBody>
          <a:bodyPr rtlCol="0" anchor="ctr"/>
          <a:lstStyle/>
          <a:p>
            <a:pPr algn="ctr"/>
          </a:p>
        </p:txBody>
      </p:sp>
      <p:sp>
        <p:nvSpPr>
          <p:cNvPr id="29" name="TextBox 28"/>
          <p:cNvSpPr txBox="1"/>
          <p:nvPr/>
        </p:nvSpPr>
        <p:spPr>
          <a:xfrm>
            <a:off x="548640" y="1975104"/>
            <a:ext cx="4480560"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Generación real y curtailment por día (kWh, 38 sistemas)</a:t>
            </a:r>
          </a:p>
        </p:txBody>
      </p:sp>
      <p:graphicFrame>
        <p:nvGraphicFramePr>
          <p:cNvPr id="30" name="Chart 29"/>
          <p:cNvGraphicFramePr>
            <a:graphicFrameLocks noGrp="1"/>
          </p:cNvGraphicFramePr>
          <p:nvPr/>
        </p:nvGraphicFramePr>
        <p:xfrm>
          <a:off x="457200" y="2194560"/>
          <a:ext cx="4663440" cy="2286000"/>
        </p:xfrm>
        <a:graphic>
          <a:graphicData uri="http://schemas.openxmlformats.org/drawingml/2006/chart">
            <c:chart xmlns:c="http://schemas.openxmlformats.org/drawingml/2006/chart" r:id="rId3"/>
          </a:graphicData>
        </a:graphic>
      </p:graphicFrame>
      <p:sp>
        <p:nvSpPr>
          <p:cNvPr id="31" name="Rectangle 30"/>
          <p:cNvSpPr/>
          <p:nvPr/>
        </p:nvSpPr>
        <p:spPr>
          <a:xfrm>
            <a:off x="5349240" y="1920240"/>
            <a:ext cx="3383280" cy="2606040"/>
          </a:xfrm>
          <a:prstGeom prst="rect">
            <a:avLst/>
          </a:prstGeom>
          <a:solidFill>
            <a:srgbClr val="FFFFFF"/>
          </a:solidFill>
          <a:ln w="10160">
            <a:solidFill>
              <a:srgbClr val="E3E7EA"/>
            </a:solidFill>
          </a:ln>
        </p:spPr>
        <p:txBody>
          <a:bodyPr rtlCol="0" anchor="ctr"/>
          <a:lstStyle/>
          <a:p>
            <a:pPr algn="ctr"/>
          </a:p>
        </p:txBody>
      </p:sp>
      <p:sp>
        <p:nvSpPr>
          <p:cNvPr id="32" name="TextBox 31"/>
          <p:cNvSpPr txBox="1"/>
          <p:nvPr/>
        </p:nvSpPr>
        <p:spPr>
          <a:xfrm>
            <a:off x="5486400" y="1975104"/>
            <a:ext cx="3108960"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Curtailment por conjunto (% del potencial)</a:t>
            </a:r>
          </a:p>
        </p:txBody>
      </p:sp>
      <p:sp>
        <p:nvSpPr>
          <p:cNvPr id="33" name="TextBox 32"/>
          <p:cNvSpPr txBox="1"/>
          <p:nvPr/>
        </p:nvSpPr>
        <p:spPr>
          <a:xfrm>
            <a:off x="5486400" y="2286000"/>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Reservas de Pance</a:t>
            </a:r>
          </a:p>
          <a:p>
            <a:pPr algn="l">
              <a:spcAft>
                <a:spcPts val="0"/>
              </a:spcAft>
            </a:pPr>
            <a:r>
              <a:rPr sz="680" b="0" i="0">
                <a:solidFill>
                  <a:srgbClr val="7F8C8D"/>
                </a:solidFill>
                <a:latin typeface="Calibri"/>
              </a:rPr>
              <a:t>22 sistemas · 2.310 kWh</a:t>
            </a:r>
          </a:p>
        </p:txBody>
      </p:sp>
      <p:sp>
        <p:nvSpPr>
          <p:cNvPr id="34" name="Rectangle 33"/>
          <p:cNvSpPr/>
          <p:nvPr/>
        </p:nvSpPr>
        <p:spPr>
          <a:xfrm>
            <a:off x="6766560" y="2350008"/>
            <a:ext cx="1371600" cy="182880"/>
          </a:xfrm>
          <a:prstGeom prst="rect">
            <a:avLst/>
          </a:prstGeom>
          <a:solidFill>
            <a:srgbClr val="E9EDF3"/>
          </a:solidFill>
          <a:ln>
            <a:noFill/>
          </a:ln>
        </p:spPr>
        <p:txBody>
          <a:bodyPr rtlCol="0" anchor="ctr"/>
          <a:lstStyle/>
          <a:p>
            <a:pPr algn="ctr"/>
          </a:p>
        </p:txBody>
      </p:sp>
      <p:sp>
        <p:nvSpPr>
          <p:cNvPr id="35" name="Rectangle 34"/>
          <p:cNvSpPr/>
          <p:nvPr/>
        </p:nvSpPr>
        <p:spPr>
          <a:xfrm>
            <a:off x="6766560" y="2350008"/>
            <a:ext cx="864304" cy="182880"/>
          </a:xfrm>
          <a:prstGeom prst="rect">
            <a:avLst/>
          </a:prstGeom>
          <a:solidFill>
            <a:srgbClr val="CA6F1E"/>
          </a:solidFill>
          <a:ln>
            <a:noFill/>
          </a:ln>
        </p:spPr>
        <p:txBody>
          <a:bodyPr rtlCol="0" anchor="ctr"/>
          <a:lstStyle/>
          <a:p>
            <a:pPr algn="ctr"/>
          </a:p>
        </p:txBody>
      </p:sp>
      <p:sp>
        <p:nvSpPr>
          <p:cNvPr id="36" name="TextBox 35"/>
          <p:cNvSpPr txBox="1"/>
          <p:nvPr/>
        </p:nvSpPr>
        <p:spPr>
          <a:xfrm>
            <a:off x="8156448" y="2286000"/>
            <a:ext cx="548640" cy="310896"/>
          </a:xfrm>
          <a:prstGeom prst="rect">
            <a:avLst/>
          </a:prstGeom>
          <a:noFill/>
        </p:spPr>
        <p:txBody>
          <a:bodyPr wrap="square" lIns="0" rIns="0" tIns="0" bIns="0" anchor="ctr">
            <a:spAutoFit/>
          </a:bodyPr>
          <a:lstStyle/>
          <a:p>
            <a:pPr algn="l">
              <a:spcAft>
                <a:spcPts val="0"/>
              </a:spcAft>
            </a:pPr>
            <a:r>
              <a:rPr sz="900" b="1" i="0">
                <a:solidFill>
                  <a:srgbClr val="CA6F1E"/>
                </a:solidFill>
                <a:latin typeface="Calibri"/>
              </a:rPr>
              <a:t>18,9%</a:t>
            </a:r>
          </a:p>
        </p:txBody>
      </p:sp>
      <p:sp>
        <p:nvSpPr>
          <p:cNvPr id="37" name="TextBox 36"/>
          <p:cNvSpPr txBox="1"/>
          <p:nvPr/>
        </p:nvSpPr>
        <p:spPr>
          <a:xfrm>
            <a:off x="5486400" y="2615184"/>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Prado Verde</a:t>
            </a:r>
          </a:p>
          <a:p>
            <a:pPr algn="l">
              <a:spcAft>
                <a:spcPts val="0"/>
              </a:spcAft>
            </a:pPr>
            <a:r>
              <a:rPr sz="680" b="0" i="0">
                <a:solidFill>
                  <a:srgbClr val="7F8C8D"/>
                </a:solidFill>
                <a:latin typeface="Calibri"/>
              </a:rPr>
              <a:t>10 sistemas · 604 kWh</a:t>
            </a:r>
          </a:p>
        </p:txBody>
      </p:sp>
      <p:sp>
        <p:nvSpPr>
          <p:cNvPr id="38" name="Rectangle 37"/>
          <p:cNvSpPr/>
          <p:nvPr/>
        </p:nvSpPr>
        <p:spPr>
          <a:xfrm>
            <a:off x="6766560" y="2679191"/>
            <a:ext cx="1371600" cy="182880"/>
          </a:xfrm>
          <a:prstGeom prst="rect">
            <a:avLst/>
          </a:prstGeom>
          <a:solidFill>
            <a:srgbClr val="E9EDF3"/>
          </a:solidFill>
          <a:ln>
            <a:noFill/>
          </a:ln>
        </p:spPr>
        <p:txBody>
          <a:bodyPr rtlCol="0" anchor="ctr"/>
          <a:lstStyle/>
          <a:p>
            <a:pPr algn="ctr"/>
          </a:p>
        </p:txBody>
      </p:sp>
      <p:sp>
        <p:nvSpPr>
          <p:cNvPr id="39" name="Rectangle 38"/>
          <p:cNvSpPr/>
          <p:nvPr/>
        </p:nvSpPr>
        <p:spPr>
          <a:xfrm>
            <a:off x="6766560" y="2679191"/>
            <a:ext cx="670965" cy="182880"/>
          </a:xfrm>
          <a:prstGeom prst="rect">
            <a:avLst/>
          </a:prstGeom>
          <a:solidFill>
            <a:srgbClr val="F5A623"/>
          </a:solidFill>
          <a:ln>
            <a:noFill/>
          </a:ln>
        </p:spPr>
        <p:txBody>
          <a:bodyPr rtlCol="0" anchor="ctr"/>
          <a:lstStyle/>
          <a:p>
            <a:pPr algn="ctr"/>
          </a:p>
        </p:txBody>
      </p:sp>
      <p:sp>
        <p:nvSpPr>
          <p:cNvPr id="40" name="TextBox 39"/>
          <p:cNvSpPr txBox="1"/>
          <p:nvPr/>
        </p:nvSpPr>
        <p:spPr>
          <a:xfrm>
            <a:off x="8156448" y="2615184"/>
            <a:ext cx="548640" cy="31089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14,7%</a:t>
            </a:r>
          </a:p>
        </p:txBody>
      </p:sp>
      <p:sp>
        <p:nvSpPr>
          <p:cNvPr id="41" name="TextBox 40"/>
          <p:cNvSpPr txBox="1"/>
          <p:nvPr/>
        </p:nvSpPr>
        <p:spPr>
          <a:xfrm>
            <a:off x="5486400" y="2944368"/>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Terra by Kaia</a:t>
            </a:r>
          </a:p>
          <a:p>
            <a:pPr algn="l">
              <a:spcAft>
                <a:spcPts val="0"/>
              </a:spcAft>
            </a:pPr>
            <a:r>
              <a:rPr sz="680" b="0" i="0">
                <a:solidFill>
                  <a:srgbClr val="7F8C8D"/>
                </a:solidFill>
                <a:latin typeface="Calibri"/>
              </a:rPr>
              <a:t>3 sistemas · 214 kWh</a:t>
            </a:r>
          </a:p>
        </p:txBody>
      </p:sp>
      <p:sp>
        <p:nvSpPr>
          <p:cNvPr id="42" name="Rectangle 41"/>
          <p:cNvSpPr/>
          <p:nvPr/>
        </p:nvSpPr>
        <p:spPr>
          <a:xfrm>
            <a:off x="6766560" y="3008375"/>
            <a:ext cx="1371600" cy="182880"/>
          </a:xfrm>
          <a:prstGeom prst="rect">
            <a:avLst/>
          </a:prstGeom>
          <a:solidFill>
            <a:srgbClr val="E9EDF3"/>
          </a:solidFill>
          <a:ln>
            <a:noFill/>
          </a:ln>
        </p:spPr>
        <p:txBody>
          <a:bodyPr rtlCol="0" anchor="ctr"/>
          <a:lstStyle/>
          <a:p>
            <a:pPr algn="ctr"/>
          </a:p>
        </p:txBody>
      </p:sp>
      <p:sp>
        <p:nvSpPr>
          <p:cNvPr id="43" name="Rectangle 42"/>
          <p:cNvSpPr/>
          <p:nvPr/>
        </p:nvSpPr>
        <p:spPr>
          <a:xfrm>
            <a:off x="6766560" y="3008375"/>
            <a:ext cx="459839" cy="182880"/>
          </a:xfrm>
          <a:prstGeom prst="rect">
            <a:avLst/>
          </a:prstGeom>
          <a:solidFill>
            <a:srgbClr val="F5A623"/>
          </a:solidFill>
          <a:ln>
            <a:noFill/>
          </a:ln>
        </p:spPr>
        <p:txBody>
          <a:bodyPr rtlCol="0" anchor="ctr"/>
          <a:lstStyle/>
          <a:p>
            <a:pPr algn="ctr"/>
          </a:p>
        </p:txBody>
      </p:sp>
      <p:sp>
        <p:nvSpPr>
          <p:cNvPr id="44" name="TextBox 43"/>
          <p:cNvSpPr txBox="1"/>
          <p:nvPr/>
        </p:nvSpPr>
        <p:spPr>
          <a:xfrm>
            <a:off x="8156448" y="2944368"/>
            <a:ext cx="548640" cy="31089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10,1%</a:t>
            </a:r>
          </a:p>
        </p:txBody>
      </p:sp>
      <p:sp>
        <p:nvSpPr>
          <p:cNvPr id="45" name="TextBox 44"/>
          <p:cNvSpPr txBox="1"/>
          <p:nvPr/>
        </p:nvSpPr>
        <p:spPr>
          <a:xfrm>
            <a:off x="5486400" y="3273552"/>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Terranova</a:t>
            </a:r>
          </a:p>
          <a:p>
            <a:pPr algn="l">
              <a:spcAft>
                <a:spcPts val="0"/>
              </a:spcAft>
            </a:pPr>
            <a:r>
              <a:rPr sz="680" b="0" i="0">
                <a:solidFill>
                  <a:srgbClr val="7F8C8D"/>
                </a:solidFill>
                <a:latin typeface="Calibri"/>
              </a:rPr>
              <a:t>1 sistema · 154 kWh</a:t>
            </a:r>
          </a:p>
        </p:txBody>
      </p:sp>
      <p:sp>
        <p:nvSpPr>
          <p:cNvPr id="46" name="Rectangle 45"/>
          <p:cNvSpPr/>
          <p:nvPr/>
        </p:nvSpPr>
        <p:spPr>
          <a:xfrm>
            <a:off x="6766560" y="3337560"/>
            <a:ext cx="1371600" cy="182880"/>
          </a:xfrm>
          <a:prstGeom prst="rect">
            <a:avLst/>
          </a:prstGeom>
          <a:solidFill>
            <a:srgbClr val="E9EDF3"/>
          </a:solidFill>
          <a:ln>
            <a:noFill/>
          </a:ln>
        </p:spPr>
        <p:txBody>
          <a:bodyPr rtlCol="0" anchor="ctr"/>
          <a:lstStyle/>
          <a:p>
            <a:pPr algn="ctr"/>
          </a:p>
        </p:txBody>
      </p:sp>
      <p:sp>
        <p:nvSpPr>
          <p:cNvPr id="47" name="Rectangle 46"/>
          <p:cNvSpPr/>
          <p:nvPr/>
        </p:nvSpPr>
        <p:spPr>
          <a:xfrm>
            <a:off x="6766560" y="3337560"/>
            <a:ext cx="640822" cy="182880"/>
          </a:xfrm>
          <a:prstGeom prst="rect">
            <a:avLst/>
          </a:prstGeom>
          <a:solidFill>
            <a:srgbClr val="F5A623"/>
          </a:solidFill>
          <a:ln>
            <a:noFill/>
          </a:ln>
        </p:spPr>
        <p:txBody>
          <a:bodyPr rtlCol="0" anchor="ctr"/>
          <a:lstStyle/>
          <a:p>
            <a:pPr algn="ctr"/>
          </a:p>
        </p:txBody>
      </p:sp>
      <p:sp>
        <p:nvSpPr>
          <p:cNvPr id="48" name="TextBox 47"/>
          <p:cNvSpPr txBox="1"/>
          <p:nvPr/>
        </p:nvSpPr>
        <p:spPr>
          <a:xfrm>
            <a:off x="8156448" y="3273552"/>
            <a:ext cx="548640" cy="31089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14,0%</a:t>
            </a:r>
          </a:p>
        </p:txBody>
      </p:sp>
      <p:sp>
        <p:nvSpPr>
          <p:cNvPr id="49" name="TextBox 48"/>
          <p:cNvSpPr txBox="1"/>
          <p:nvPr/>
        </p:nvSpPr>
        <p:spPr>
          <a:xfrm>
            <a:off x="5486400" y="3602736"/>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Los Abedules</a:t>
            </a:r>
          </a:p>
          <a:p>
            <a:pPr algn="l">
              <a:spcAft>
                <a:spcPts val="0"/>
              </a:spcAft>
            </a:pPr>
            <a:r>
              <a:rPr sz="680" b="0" i="0">
                <a:solidFill>
                  <a:srgbClr val="7F8C8D"/>
                </a:solidFill>
                <a:latin typeface="Calibri"/>
              </a:rPr>
              <a:t>1 sistema · 135 kWh</a:t>
            </a:r>
          </a:p>
        </p:txBody>
      </p:sp>
      <p:sp>
        <p:nvSpPr>
          <p:cNvPr id="50" name="Rectangle 49"/>
          <p:cNvSpPr/>
          <p:nvPr/>
        </p:nvSpPr>
        <p:spPr>
          <a:xfrm>
            <a:off x="6766560" y="3666744"/>
            <a:ext cx="1371600" cy="182880"/>
          </a:xfrm>
          <a:prstGeom prst="rect">
            <a:avLst/>
          </a:prstGeom>
          <a:solidFill>
            <a:srgbClr val="E9EDF3"/>
          </a:solidFill>
          <a:ln>
            <a:noFill/>
          </a:ln>
        </p:spPr>
        <p:txBody>
          <a:bodyPr rtlCol="0" anchor="ctr"/>
          <a:lstStyle/>
          <a:p>
            <a:pPr algn="ctr"/>
          </a:p>
        </p:txBody>
      </p:sp>
      <p:sp>
        <p:nvSpPr>
          <p:cNvPr id="51" name="Rectangle 50"/>
          <p:cNvSpPr/>
          <p:nvPr/>
        </p:nvSpPr>
        <p:spPr>
          <a:xfrm>
            <a:off x="6766560" y="3666744"/>
            <a:ext cx="540312" cy="182880"/>
          </a:xfrm>
          <a:prstGeom prst="rect">
            <a:avLst/>
          </a:prstGeom>
          <a:solidFill>
            <a:srgbClr val="F5A623"/>
          </a:solidFill>
          <a:ln>
            <a:noFill/>
          </a:ln>
        </p:spPr>
        <p:txBody>
          <a:bodyPr rtlCol="0" anchor="ctr"/>
          <a:lstStyle/>
          <a:p>
            <a:pPr algn="ctr"/>
          </a:p>
        </p:txBody>
      </p:sp>
      <p:sp>
        <p:nvSpPr>
          <p:cNvPr id="52" name="TextBox 51"/>
          <p:cNvSpPr txBox="1"/>
          <p:nvPr/>
        </p:nvSpPr>
        <p:spPr>
          <a:xfrm>
            <a:off x="8156448" y="3602736"/>
            <a:ext cx="548640" cy="31089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11,8%</a:t>
            </a:r>
          </a:p>
        </p:txBody>
      </p:sp>
      <p:sp>
        <p:nvSpPr>
          <p:cNvPr id="53" name="TextBox 52"/>
          <p:cNvSpPr txBox="1"/>
          <p:nvPr/>
        </p:nvSpPr>
        <p:spPr>
          <a:xfrm>
            <a:off x="5486400" y="3931920"/>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Llanos de Pance</a:t>
            </a:r>
          </a:p>
          <a:p>
            <a:pPr algn="l">
              <a:spcAft>
                <a:spcPts val="0"/>
              </a:spcAft>
            </a:pPr>
            <a:r>
              <a:rPr sz="680" b="0" i="0">
                <a:solidFill>
                  <a:srgbClr val="7F8C8D"/>
                </a:solidFill>
                <a:latin typeface="Calibri"/>
              </a:rPr>
              <a:t>1 sistema · 91 kWh</a:t>
            </a:r>
          </a:p>
        </p:txBody>
      </p:sp>
      <p:sp>
        <p:nvSpPr>
          <p:cNvPr id="54" name="Rectangle 53"/>
          <p:cNvSpPr/>
          <p:nvPr/>
        </p:nvSpPr>
        <p:spPr>
          <a:xfrm>
            <a:off x="6766560" y="3995928"/>
            <a:ext cx="1371600" cy="182880"/>
          </a:xfrm>
          <a:prstGeom prst="rect">
            <a:avLst/>
          </a:prstGeom>
          <a:solidFill>
            <a:srgbClr val="E9EDF3"/>
          </a:solidFill>
          <a:ln>
            <a:noFill/>
          </a:ln>
        </p:spPr>
        <p:txBody>
          <a:bodyPr rtlCol="0" anchor="ctr"/>
          <a:lstStyle/>
          <a:p>
            <a:pPr algn="ctr"/>
          </a:p>
        </p:txBody>
      </p:sp>
      <p:sp>
        <p:nvSpPr>
          <p:cNvPr id="55" name="Rectangle 54"/>
          <p:cNvSpPr/>
          <p:nvPr/>
        </p:nvSpPr>
        <p:spPr>
          <a:xfrm>
            <a:off x="6766560" y="3995928"/>
            <a:ext cx="993899" cy="182880"/>
          </a:xfrm>
          <a:prstGeom prst="rect">
            <a:avLst/>
          </a:prstGeom>
          <a:solidFill>
            <a:srgbClr val="CA6F1E"/>
          </a:solidFill>
          <a:ln>
            <a:noFill/>
          </a:ln>
        </p:spPr>
        <p:txBody>
          <a:bodyPr rtlCol="0" anchor="ctr"/>
          <a:lstStyle/>
          <a:p>
            <a:pPr algn="ctr"/>
          </a:p>
        </p:txBody>
      </p:sp>
      <p:sp>
        <p:nvSpPr>
          <p:cNvPr id="56" name="TextBox 55"/>
          <p:cNvSpPr txBox="1"/>
          <p:nvPr/>
        </p:nvSpPr>
        <p:spPr>
          <a:xfrm>
            <a:off x="8156448" y="3931920"/>
            <a:ext cx="548640" cy="310896"/>
          </a:xfrm>
          <a:prstGeom prst="rect">
            <a:avLst/>
          </a:prstGeom>
          <a:noFill/>
        </p:spPr>
        <p:txBody>
          <a:bodyPr wrap="square" lIns="0" rIns="0" tIns="0" bIns="0" anchor="ctr">
            <a:spAutoFit/>
          </a:bodyPr>
          <a:lstStyle/>
          <a:p>
            <a:pPr algn="l">
              <a:spcAft>
                <a:spcPts val="0"/>
              </a:spcAft>
            </a:pPr>
            <a:r>
              <a:rPr sz="900" b="1" i="0">
                <a:solidFill>
                  <a:srgbClr val="CA6F1E"/>
                </a:solidFill>
                <a:latin typeface="Calibri"/>
              </a:rPr>
              <a:t>21,7%</a:t>
            </a:r>
          </a:p>
        </p:txBody>
      </p:sp>
      <p:sp>
        <p:nvSpPr>
          <p:cNvPr id="57" name="Rectangle 56"/>
          <p:cNvSpPr/>
          <p:nvPr/>
        </p:nvSpPr>
        <p:spPr>
          <a:xfrm>
            <a:off x="7516732" y="2304288"/>
            <a:ext cx="18288" cy="1901952"/>
          </a:xfrm>
          <a:prstGeom prst="rect">
            <a:avLst/>
          </a:prstGeom>
          <a:solidFill>
            <a:srgbClr val="1B3A6B"/>
          </a:solidFill>
          <a:ln>
            <a:noFill/>
          </a:ln>
        </p:spPr>
        <p:txBody>
          <a:bodyPr rtlCol="0" anchor="ctr"/>
          <a:lstStyle/>
          <a:p>
            <a:pPr algn="ctr"/>
          </a:p>
        </p:txBody>
      </p:sp>
      <p:sp>
        <p:nvSpPr>
          <p:cNvPr id="58" name="TextBox 57"/>
          <p:cNvSpPr txBox="1"/>
          <p:nvPr/>
        </p:nvSpPr>
        <p:spPr>
          <a:xfrm>
            <a:off x="5486400" y="4297680"/>
            <a:ext cx="3108960" cy="182880"/>
          </a:xfrm>
          <a:prstGeom prst="rect">
            <a:avLst/>
          </a:prstGeom>
          <a:noFill/>
        </p:spPr>
        <p:txBody>
          <a:bodyPr wrap="square" lIns="0" rIns="0" tIns="0" bIns="0" anchor="ctr">
            <a:spAutoFit/>
          </a:bodyPr>
          <a:lstStyle/>
          <a:p>
            <a:pPr algn="l">
              <a:spcAft>
                <a:spcPts val="0"/>
              </a:spcAft>
            </a:pPr>
            <a:r>
              <a:rPr sz="700" b="0" i="1">
                <a:solidFill>
                  <a:srgbClr val="55636E"/>
                </a:solidFill>
                <a:latin typeface="Calibri"/>
              </a:rPr>
              <a:t>Línea azul oscura = promedio de la flota (16,6%)</a:t>
            </a:r>
          </a:p>
        </p:txBody>
      </p:sp>
      <p:sp>
        <p:nvSpPr>
          <p:cNvPr id="59" name="TextBox 58"/>
          <p:cNvSpPr txBox="1"/>
          <p:nvPr/>
        </p:nvSpPr>
        <p:spPr>
          <a:xfrm>
            <a:off x="411480" y="4617720"/>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Curtailment = generación que el sistema podía producir y no produjo por batería llena (SOC ≥ 95%) y sin exportar. Potencial = generación + curtailment. Estimación a 15 min con telemetría de Metrum (ver anexo).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RANKING POR SISTEMA</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8 sistemas pierden más de 25% de su potencial, y los 8 son Deye</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8</a:t>
            </a:r>
          </a:p>
        </p:txBody>
      </p:sp>
      <p:sp>
        <p:nvSpPr>
          <p:cNvPr id="8" name="TextBox 7"/>
          <p:cNvSpPr txBox="1"/>
          <p:nvPr/>
        </p:nvSpPr>
        <p:spPr>
          <a:xfrm>
            <a:off x="411480" y="1170432"/>
            <a:ext cx="1828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a:t>
            </a:r>
          </a:p>
        </p:txBody>
      </p:sp>
      <p:sp>
        <p:nvSpPr>
          <p:cNvPr id="9" name="TextBox 8"/>
          <p:cNvSpPr txBox="1"/>
          <p:nvPr/>
        </p:nvSpPr>
        <p:spPr>
          <a:xfrm>
            <a:off x="630936" y="1170432"/>
            <a:ext cx="5486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10" name="TextBox 9"/>
          <p:cNvSpPr txBox="1"/>
          <p:nvPr/>
        </p:nvSpPr>
        <p:spPr>
          <a:xfrm>
            <a:off x="1197864" y="1170432"/>
            <a:ext cx="14630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Curtailment (kWh)</a:t>
            </a:r>
          </a:p>
        </p:txBody>
      </p:sp>
      <p:sp>
        <p:nvSpPr>
          <p:cNvPr id="11" name="TextBox 10"/>
          <p:cNvSpPr txBox="1"/>
          <p:nvPr/>
        </p:nvSpPr>
        <p:spPr>
          <a:xfrm>
            <a:off x="3063240" y="1170432"/>
            <a:ext cx="50292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 potencial</a:t>
            </a:r>
          </a:p>
        </p:txBody>
      </p:sp>
      <p:sp>
        <p:nvSpPr>
          <p:cNvPr id="12" name="TextBox 11"/>
          <p:cNvSpPr txBox="1"/>
          <p:nvPr/>
        </p:nvSpPr>
        <p:spPr>
          <a:xfrm>
            <a:off x="3566160" y="1170432"/>
            <a:ext cx="4114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h/día</a:t>
            </a:r>
          </a:p>
        </p:txBody>
      </p:sp>
      <p:sp>
        <p:nvSpPr>
          <p:cNvPr id="13" name="TextBox 12"/>
          <p:cNvSpPr txBox="1"/>
          <p:nvPr/>
        </p:nvSpPr>
        <p:spPr>
          <a:xfrm>
            <a:off x="4023360" y="1170432"/>
            <a:ext cx="50292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Marca</a:t>
            </a:r>
          </a:p>
        </p:txBody>
      </p:sp>
      <p:sp>
        <p:nvSpPr>
          <p:cNvPr id="14" name="Rectangle 13"/>
          <p:cNvSpPr/>
          <p:nvPr/>
        </p:nvSpPr>
        <p:spPr>
          <a:xfrm>
            <a:off x="411480" y="1389888"/>
            <a:ext cx="4114800" cy="162763"/>
          </a:xfrm>
          <a:prstGeom prst="rect">
            <a:avLst/>
          </a:prstGeom>
          <a:solidFill>
            <a:srgbClr val="FFFFFF"/>
          </a:solidFill>
          <a:ln>
            <a:noFill/>
          </a:ln>
        </p:spPr>
        <p:txBody>
          <a:bodyPr rtlCol="0" anchor="ctr"/>
          <a:lstStyle/>
          <a:p>
            <a:pPr algn="ctr"/>
          </a:p>
        </p:txBody>
      </p:sp>
      <p:sp>
        <p:nvSpPr>
          <p:cNvPr id="15" name="TextBox 14"/>
          <p:cNvSpPr txBox="1"/>
          <p:nvPr/>
        </p:nvSpPr>
        <p:spPr>
          <a:xfrm>
            <a:off x="411480" y="1389888"/>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a:t>
            </a:r>
          </a:p>
        </p:txBody>
      </p:sp>
      <p:sp>
        <p:nvSpPr>
          <p:cNvPr id="16" name="TextBox 15"/>
          <p:cNvSpPr txBox="1"/>
          <p:nvPr/>
        </p:nvSpPr>
        <p:spPr>
          <a:xfrm>
            <a:off x="630936" y="1389888"/>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111</a:t>
            </a:r>
          </a:p>
        </p:txBody>
      </p:sp>
      <p:sp>
        <p:nvSpPr>
          <p:cNvPr id="17" name="Rectangle 16"/>
          <p:cNvSpPr/>
          <p:nvPr/>
        </p:nvSpPr>
        <p:spPr>
          <a:xfrm>
            <a:off x="1216152" y="1425549"/>
            <a:ext cx="1280160" cy="91440"/>
          </a:xfrm>
          <a:prstGeom prst="rect">
            <a:avLst/>
          </a:prstGeom>
          <a:solidFill>
            <a:srgbClr val="C0392B"/>
          </a:solidFill>
          <a:ln>
            <a:noFill/>
          </a:ln>
        </p:spPr>
        <p:txBody>
          <a:bodyPr rtlCol="0" anchor="ctr"/>
          <a:lstStyle/>
          <a:p>
            <a:pPr algn="ctr"/>
          </a:p>
        </p:txBody>
      </p:sp>
      <p:sp>
        <p:nvSpPr>
          <p:cNvPr id="18" name="TextBox 17"/>
          <p:cNvSpPr txBox="1"/>
          <p:nvPr/>
        </p:nvSpPr>
        <p:spPr>
          <a:xfrm>
            <a:off x="2532888" y="1389888"/>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454</a:t>
            </a:r>
          </a:p>
        </p:txBody>
      </p:sp>
      <p:sp>
        <p:nvSpPr>
          <p:cNvPr id="19" name="TextBox 18"/>
          <p:cNvSpPr txBox="1"/>
          <p:nvPr/>
        </p:nvSpPr>
        <p:spPr>
          <a:xfrm>
            <a:off x="3063240" y="1389888"/>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41,7%</a:t>
            </a:r>
          </a:p>
        </p:txBody>
      </p:sp>
      <p:sp>
        <p:nvSpPr>
          <p:cNvPr id="20" name="TextBox 19"/>
          <p:cNvSpPr txBox="1"/>
          <p:nvPr/>
        </p:nvSpPr>
        <p:spPr>
          <a:xfrm>
            <a:off x="3566160" y="1389888"/>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4,6</a:t>
            </a:r>
          </a:p>
        </p:txBody>
      </p:sp>
      <p:sp>
        <p:nvSpPr>
          <p:cNvPr id="21" name="TextBox 20"/>
          <p:cNvSpPr txBox="1"/>
          <p:nvPr/>
        </p:nvSpPr>
        <p:spPr>
          <a:xfrm>
            <a:off x="4023360" y="1389888"/>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2" name="TextBox 21"/>
          <p:cNvSpPr txBox="1"/>
          <p:nvPr/>
        </p:nvSpPr>
        <p:spPr>
          <a:xfrm>
            <a:off x="411480" y="1552651"/>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a:t>
            </a:r>
          </a:p>
        </p:txBody>
      </p:sp>
      <p:sp>
        <p:nvSpPr>
          <p:cNvPr id="23" name="TextBox 22"/>
          <p:cNvSpPr txBox="1"/>
          <p:nvPr/>
        </p:nvSpPr>
        <p:spPr>
          <a:xfrm>
            <a:off x="630936" y="1552651"/>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a:t>
            </a:r>
          </a:p>
        </p:txBody>
      </p:sp>
      <p:sp>
        <p:nvSpPr>
          <p:cNvPr id="24" name="Rectangle 23"/>
          <p:cNvSpPr/>
          <p:nvPr/>
        </p:nvSpPr>
        <p:spPr>
          <a:xfrm>
            <a:off x="1216152" y="1588312"/>
            <a:ext cx="808006" cy="91440"/>
          </a:xfrm>
          <a:prstGeom prst="rect">
            <a:avLst/>
          </a:prstGeom>
          <a:solidFill>
            <a:srgbClr val="C0392B"/>
          </a:solidFill>
          <a:ln>
            <a:noFill/>
          </a:ln>
        </p:spPr>
        <p:txBody>
          <a:bodyPr rtlCol="0" anchor="ctr"/>
          <a:lstStyle/>
          <a:p>
            <a:pPr algn="ctr"/>
          </a:p>
        </p:txBody>
      </p:sp>
      <p:sp>
        <p:nvSpPr>
          <p:cNvPr id="25" name="TextBox 24"/>
          <p:cNvSpPr txBox="1"/>
          <p:nvPr/>
        </p:nvSpPr>
        <p:spPr>
          <a:xfrm>
            <a:off x="2060734" y="1552651"/>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287</a:t>
            </a:r>
          </a:p>
        </p:txBody>
      </p:sp>
      <p:sp>
        <p:nvSpPr>
          <p:cNvPr id="26" name="TextBox 25"/>
          <p:cNvSpPr txBox="1"/>
          <p:nvPr/>
        </p:nvSpPr>
        <p:spPr>
          <a:xfrm>
            <a:off x="3063240" y="1552651"/>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33,4%</a:t>
            </a:r>
          </a:p>
        </p:txBody>
      </p:sp>
      <p:sp>
        <p:nvSpPr>
          <p:cNvPr id="27" name="TextBox 26"/>
          <p:cNvSpPr txBox="1"/>
          <p:nvPr/>
        </p:nvSpPr>
        <p:spPr>
          <a:xfrm>
            <a:off x="3566160" y="1552651"/>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3,6</a:t>
            </a:r>
          </a:p>
        </p:txBody>
      </p:sp>
      <p:sp>
        <p:nvSpPr>
          <p:cNvPr id="28" name="TextBox 27"/>
          <p:cNvSpPr txBox="1"/>
          <p:nvPr/>
        </p:nvSpPr>
        <p:spPr>
          <a:xfrm>
            <a:off x="4023360" y="1552651"/>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9" name="Rectangle 28"/>
          <p:cNvSpPr/>
          <p:nvPr/>
        </p:nvSpPr>
        <p:spPr>
          <a:xfrm>
            <a:off x="411480" y="1715414"/>
            <a:ext cx="4114800" cy="162763"/>
          </a:xfrm>
          <a:prstGeom prst="rect">
            <a:avLst/>
          </a:prstGeom>
          <a:solidFill>
            <a:srgbClr val="FFFFFF"/>
          </a:solidFill>
          <a:ln>
            <a:noFill/>
          </a:ln>
        </p:spPr>
        <p:txBody>
          <a:bodyPr rtlCol="0" anchor="ctr"/>
          <a:lstStyle/>
          <a:p>
            <a:pPr algn="ctr"/>
          </a:p>
        </p:txBody>
      </p:sp>
      <p:sp>
        <p:nvSpPr>
          <p:cNvPr id="30" name="TextBox 29"/>
          <p:cNvSpPr txBox="1"/>
          <p:nvPr/>
        </p:nvSpPr>
        <p:spPr>
          <a:xfrm>
            <a:off x="411480" y="171541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a:t>
            </a:r>
          </a:p>
        </p:txBody>
      </p:sp>
      <p:sp>
        <p:nvSpPr>
          <p:cNvPr id="31" name="TextBox 30"/>
          <p:cNvSpPr txBox="1"/>
          <p:nvPr/>
        </p:nvSpPr>
        <p:spPr>
          <a:xfrm>
            <a:off x="630936" y="171541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70</a:t>
            </a:r>
          </a:p>
        </p:txBody>
      </p:sp>
      <p:sp>
        <p:nvSpPr>
          <p:cNvPr id="32" name="Rectangle 31"/>
          <p:cNvSpPr/>
          <p:nvPr/>
        </p:nvSpPr>
        <p:spPr>
          <a:xfrm>
            <a:off x="1216152" y="1751075"/>
            <a:ext cx="578908" cy="91440"/>
          </a:xfrm>
          <a:prstGeom prst="rect">
            <a:avLst/>
          </a:prstGeom>
          <a:solidFill>
            <a:srgbClr val="C0392B"/>
          </a:solidFill>
          <a:ln>
            <a:noFill/>
          </a:ln>
        </p:spPr>
        <p:txBody>
          <a:bodyPr rtlCol="0" anchor="ctr"/>
          <a:lstStyle/>
          <a:p>
            <a:pPr algn="ctr"/>
          </a:p>
        </p:txBody>
      </p:sp>
      <p:sp>
        <p:nvSpPr>
          <p:cNvPr id="33" name="TextBox 32"/>
          <p:cNvSpPr txBox="1"/>
          <p:nvPr/>
        </p:nvSpPr>
        <p:spPr>
          <a:xfrm>
            <a:off x="1831636" y="1715414"/>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205</a:t>
            </a:r>
          </a:p>
        </p:txBody>
      </p:sp>
      <p:sp>
        <p:nvSpPr>
          <p:cNvPr id="34" name="TextBox 33"/>
          <p:cNvSpPr txBox="1"/>
          <p:nvPr/>
        </p:nvSpPr>
        <p:spPr>
          <a:xfrm>
            <a:off x="3063240" y="1715414"/>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31,7%</a:t>
            </a:r>
          </a:p>
        </p:txBody>
      </p:sp>
      <p:sp>
        <p:nvSpPr>
          <p:cNvPr id="35" name="TextBox 34"/>
          <p:cNvSpPr txBox="1"/>
          <p:nvPr/>
        </p:nvSpPr>
        <p:spPr>
          <a:xfrm>
            <a:off x="3566160" y="1715414"/>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3,6</a:t>
            </a:r>
          </a:p>
        </p:txBody>
      </p:sp>
      <p:sp>
        <p:nvSpPr>
          <p:cNvPr id="36" name="TextBox 35"/>
          <p:cNvSpPr txBox="1"/>
          <p:nvPr/>
        </p:nvSpPr>
        <p:spPr>
          <a:xfrm>
            <a:off x="4023360" y="1715414"/>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7" name="TextBox 36"/>
          <p:cNvSpPr txBox="1"/>
          <p:nvPr/>
        </p:nvSpPr>
        <p:spPr>
          <a:xfrm>
            <a:off x="411480" y="187817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4</a:t>
            </a:r>
          </a:p>
        </p:txBody>
      </p:sp>
      <p:sp>
        <p:nvSpPr>
          <p:cNvPr id="38" name="TextBox 37"/>
          <p:cNvSpPr txBox="1"/>
          <p:nvPr/>
        </p:nvSpPr>
        <p:spPr>
          <a:xfrm>
            <a:off x="630936" y="187817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74</a:t>
            </a:r>
          </a:p>
        </p:txBody>
      </p:sp>
      <p:sp>
        <p:nvSpPr>
          <p:cNvPr id="39" name="Rectangle 38"/>
          <p:cNvSpPr/>
          <p:nvPr/>
        </p:nvSpPr>
        <p:spPr>
          <a:xfrm>
            <a:off x="1216152" y="1913839"/>
            <a:ext cx="532404" cy="91440"/>
          </a:xfrm>
          <a:prstGeom prst="rect">
            <a:avLst/>
          </a:prstGeom>
          <a:solidFill>
            <a:srgbClr val="C0392B"/>
          </a:solidFill>
          <a:ln>
            <a:noFill/>
          </a:ln>
        </p:spPr>
        <p:txBody>
          <a:bodyPr rtlCol="0" anchor="ctr"/>
          <a:lstStyle/>
          <a:p>
            <a:pPr algn="ctr"/>
          </a:p>
        </p:txBody>
      </p:sp>
      <p:sp>
        <p:nvSpPr>
          <p:cNvPr id="40" name="TextBox 39"/>
          <p:cNvSpPr txBox="1"/>
          <p:nvPr/>
        </p:nvSpPr>
        <p:spPr>
          <a:xfrm>
            <a:off x="1785132" y="1878177"/>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189</a:t>
            </a:r>
          </a:p>
        </p:txBody>
      </p:sp>
      <p:sp>
        <p:nvSpPr>
          <p:cNvPr id="41" name="TextBox 40"/>
          <p:cNvSpPr txBox="1"/>
          <p:nvPr/>
        </p:nvSpPr>
        <p:spPr>
          <a:xfrm>
            <a:off x="3063240" y="1878177"/>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31,8%</a:t>
            </a:r>
          </a:p>
        </p:txBody>
      </p:sp>
      <p:sp>
        <p:nvSpPr>
          <p:cNvPr id="42" name="TextBox 41"/>
          <p:cNvSpPr txBox="1"/>
          <p:nvPr/>
        </p:nvSpPr>
        <p:spPr>
          <a:xfrm>
            <a:off x="3566160" y="1878177"/>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3,7</a:t>
            </a:r>
          </a:p>
        </p:txBody>
      </p:sp>
      <p:sp>
        <p:nvSpPr>
          <p:cNvPr id="43" name="TextBox 42"/>
          <p:cNvSpPr txBox="1"/>
          <p:nvPr/>
        </p:nvSpPr>
        <p:spPr>
          <a:xfrm>
            <a:off x="4023360" y="1878177"/>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44" name="Rectangle 43"/>
          <p:cNvSpPr/>
          <p:nvPr/>
        </p:nvSpPr>
        <p:spPr>
          <a:xfrm>
            <a:off x="411480" y="2040940"/>
            <a:ext cx="4114800" cy="162763"/>
          </a:xfrm>
          <a:prstGeom prst="rect">
            <a:avLst/>
          </a:prstGeom>
          <a:solidFill>
            <a:srgbClr val="FFFFFF"/>
          </a:solidFill>
          <a:ln>
            <a:noFill/>
          </a:ln>
        </p:spPr>
        <p:txBody>
          <a:bodyPr rtlCol="0" anchor="ctr"/>
          <a:lstStyle/>
          <a:p>
            <a:pPr algn="ctr"/>
          </a:p>
        </p:txBody>
      </p:sp>
      <p:sp>
        <p:nvSpPr>
          <p:cNvPr id="45" name="TextBox 44"/>
          <p:cNvSpPr txBox="1"/>
          <p:nvPr/>
        </p:nvSpPr>
        <p:spPr>
          <a:xfrm>
            <a:off x="411480" y="204094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5</a:t>
            </a:r>
          </a:p>
        </p:txBody>
      </p:sp>
      <p:sp>
        <p:nvSpPr>
          <p:cNvPr id="46" name="TextBox 45"/>
          <p:cNvSpPr txBox="1"/>
          <p:nvPr/>
        </p:nvSpPr>
        <p:spPr>
          <a:xfrm>
            <a:off x="630936" y="204094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155</a:t>
            </a:r>
          </a:p>
        </p:txBody>
      </p:sp>
      <p:sp>
        <p:nvSpPr>
          <p:cNvPr id="47" name="Rectangle 46"/>
          <p:cNvSpPr/>
          <p:nvPr/>
        </p:nvSpPr>
        <p:spPr>
          <a:xfrm>
            <a:off x="1216152" y="2076602"/>
            <a:ext cx="471576" cy="91440"/>
          </a:xfrm>
          <a:prstGeom prst="rect">
            <a:avLst/>
          </a:prstGeom>
          <a:solidFill>
            <a:srgbClr val="CA6F1E"/>
          </a:solidFill>
          <a:ln>
            <a:noFill/>
          </a:ln>
        </p:spPr>
        <p:txBody>
          <a:bodyPr rtlCol="0" anchor="ctr"/>
          <a:lstStyle/>
          <a:p>
            <a:pPr algn="ctr"/>
          </a:p>
        </p:txBody>
      </p:sp>
      <p:sp>
        <p:nvSpPr>
          <p:cNvPr id="48" name="TextBox 47"/>
          <p:cNvSpPr txBox="1"/>
          <p:nvPr/>
        </p:nvSpPr>
        <p:spPr>
          <a:xfrm>
            <a:off x="1724304" y="2040940"/>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167</a:t>
            </a:r>
          </a:p>
        </p:txBody>
      </p:sp>
      <p:sp>
        <p:nvSpPr>
          <p:cNvPr id="49" name="TextBox 48"/>
          <p:cNvSpPr txBox="1"/>
          <p:nvPr/>
        </p:nvSpPr>
        <p:spPr>
          <a:xfrm>
            <a:off x="3063240" y="2040940"/>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22,4%</a:t>
            </a:r>
          </a:p>
        </p:txBody>
      </p:sp>
      <p:sp>
        <p:nvSpPr>
          <p:cNvPr id="50" name="TextBox 49"/>
          <p:cNvSpPr txBox="1"/>
          <p:nvPr/>
        </p:nvSpPr>
        <p:spPr>
          <a:xfrm>
            <a:off x="3566160" y="204094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2,5</a:t>
            </a:r>
          </a:p>
        </p:txBody>
      </p:sp>
      <p:sp>
        <p:nvSpPr>
          <p:cNvPr id="51" name="TextBox 50"/>
          <p:cNvSpPr txBox="1"/>
          <p:nvPr/>
        </p:nvSpPr>
        <p:spPr>
          <a:xfrm>
            <a:off x="4023360" y="204094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52" name="TextBox 51"/>
          <p:cNvSpPr txBox="1"/>
          <p:nvPr/>
        </p:nvSpPr>
        <p:spPr>
          <a:xfrm>
            <a:off x="411480" y="220370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6</a:t>
            </a:r>
          </a:p>
        </p:txBody>
      </p:sp>
      <p:sp>
        <p:nvSpPr>
          <p:cNvPr id="53" name="TextBox 52"/>
          <p:cNvSpPr txBox="1"/>
          <p:nvPr/>
        </p:nvSpPr>
        <p:spPr>
          <a:xfrm>
            <a:off x="630936" y="220370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99</a:t>
            </a:r>
          </a:p>
        </p:txBody>
      </p:sp>
      <p:sp>
        <p:nvSpPr>
          <p:cNvPr id="54" name="Rectangle 53"/>
          <p:cNvSpPr/>
          <p:nvPr/>
        </p:nvSpPr>
        <p:spPr>
          <a:xfrm>
            <a:off x="1216152" y="2239365"/>
            <a:ext cx="462992" cy="91440"/>
          </a:xfrm>
          <a:prstGeom prst="rect">
            <a:avLst/>
          </a:prstGeom>
          <a:solidFill>
            <a:srgbClr val="C0392B"/>
          </a:solidFill>
          <a:ln>
            <a:noFill/>
          </a:ln>
        </p:spPr>
        <p:txBody>
          <a:bodyPr rtlCol="0" anchor="ctr"/>
          <a:lstStyle/>
          <a:p>
            <a:pPr algn="ctr"/>
          </a:p>
        </p:txBody>
      </p:sp>
      <p:sp>
        <p:nvSpPr>
          <p:cNvPr id="55" name="TextBox 54"/>
          <p:cNvSpPr txBox="1"/>
          <p:nvPr/>
        </p:nvSpPr>
        <p:spPr>
          <a:xfrm>
            <a:off x="1715720" y="2203704"/>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164</a:t>
            </a:r>
          </a:p>
        </p:txBody>
      </p:sp>
      <p:sp>
        <p:nvSpPr>
          <p:cNvPr id="56" name="TextBox 55"/>
          <p:cNvSpPr txBox="1"/>
          <p:nvPr/>
        </p:nvSpPr>
        <p:spPr>
          <a:xfrm>
            <a:off x="3063240" y="2203704"/>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27,7%</a:t>
            </a:r>
          </a:p>
        </p:txBody>
      </p:sp>
      <p:sp>
        <p:nvSpPr>
          <p:cNvPr id="57" name="TextBox 56"/>
          <p:cNvSpPr txBox="1"/>
          <p:nvPr/>
        </p:nvSpPr>
        <p:spPr>
          <a:xfrm>
            <a:off x="3566160" y="2203704"/>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3,1</a:t>
            </a:r>
          </a:p>
        </p:txBody>
      </p:sp>
      <p:sp>
        <p:nvSpPr>
          <p:cNvPr id="58" name="TextBox 57"/>
          <p:cNvSpPr txBox="1"/>
          <p:nvPr/>
        </p:nvSpPr>
        <p:spPr>
          <a:xfrm>
            <a:off x="4023360" y="2203704"/>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59" name="Rectangle 58"/>
          <p:cNvSpPr/>
          <p:nvPr/>
        </p:nvSpPr>
        <p:spPr>
          <a:xfrm>
            <a:off x="411480" y="2366467"/>
            <a:ext cx="4114800" cy="162763"/>
          </a:xfrm>
          <a:prstGeom prst="rect">
            <a:avLst/>
          </a:prstGeom>
          <a:solidFill>
            <a:srgbClr val="FFFFFF"/>
          </a:solidFill>
          <a:ln>
            <a:noFill/>
          </a:ln>
        </p:spPr>
        <p:txBody>
          <a:bodyPr rtlCol="0" anchor="ctr"/>
          <a:lstStyle/>
          <a:p>
            <a:pPr algn="ctr"/>
          </a:p>
        </p:txBody>
      </p:sp>
      <p:sp>
        <p:nvSpPr>
          <p:cNvPr id="60" name="TextBox 59"/>
          <p:cNvSpPr txBox="1"/>
          <p:nvPr/>
        </p:nvSpPr>
        <p:spPr>
          <a:xfrm>
            <a:off x="411480" y="236646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7</a:t>
            </a:r>
          </a:p>
        </p:txBody>
      </p:sp>
      <p:sp>
        <p:nvSpPr>
          <p:cNvPr id="61" name="TextBox 60"/>
          <p:cNvSpPr txBox="1"/>
          <p:nvPr/>
        </p:nvSpPr>
        <p:spPr>
          <a:xfrm>
            <a:off x="630936" y="236646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382p</a:t>
            </a:r>
          </a:p>
        </p:txBody>
      </p:sp>
      <p:sp>
        <p:nvSpPr>
          <p:cNvPr id="62" name="Rectangle 61"/>
          <p:cNvSpPr/>
          <p:nvPr/>
        </p:nvSpPr>
        <p:spPr>
          <a:xfrm>
            <a:off x="1216152" y="2402128"/>
            <a:ext cx="454823" cy="91440"/>
          </a:xfrm>
          <a:prstGeom prst="rect">
            <a:avLst/>
          </a:prstGeom>
          <a:solidFill>
            <a:srgbClr val="C0392B"/>
          </a:solidFill>
          <a:ln>
            <a:noFill/>
          </a:ln>
        </p:spPr>
        <p:txBody>
          <a:bodyPr rtlCol="0" anchor="ctr"/>
          <a:lstStyle/>
          <a:p>
            <a:pPr algn="ctr"/>
          </a:p>
        </p:txBody>
      </p:sp>
      <p:sp>
        <p:nvSpPr>
          <p:cNvPr id="63" name="TextBox 62"/>
          <p:cNvSpPr txBox="1"/>
          <p:nvPr/>
        </p:nvSpPr>
        <p:spPr>
          <a:xfrm>
            <a:off x="1707551" y="2366467"/>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161</a:t>
            </a:r>
          </a:p>
        </p:txBody>
      </p:sp>
      <p:sp>
        <p:nvSpPr>
          <p:cNvPr id="64" name="TextBox 63"/>
          <p:cNvSpPr txBox="1"/>
          <p:nvPr/>
        </p:nvSpPr>
        <p:spPr>
          <a:xfrm>
            <a:off x="3063240" y="2366467"/>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29,8%</a:t>
            </a:r>
          </a:p>
        </p:txBody>
      </p:sp>
      <p:sp>
        <p:nvSpPr>
          <p:cNvPr id="65" name="TextBox 64"/>
          <p:cNvSpPr txBox="1"/>
          <p:nvPr/>
        </p:nvSpPr>
        <p:spPr>
          <a:xfrm>
            <a:off x="3566160" y="2366467"/>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3,4</a:t>
            </a:r>
          </a:p>
        </p:txBody>
      </p:sp>
      <p:sp>
        <p:nvSpPr>
          <p:cNvPr id="66" name="TextBox 65"/>
          <p:cNvSpPr txBox="1"/>
          <p:nvPr/>
        </p:nvSpPr>
        <p:spPr>
          <a:xfrm>
            <a:off x="4023360" y="2366467"/>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67" name="TextBox 66"/>
          <p:cNvSpPr txBox="1"/>
          <p:nvPr/>
        </p:nvSpPr>
        <p:spPr>
          <a:xfrm>
            <a:off x="411480" y="252923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8</a:t>
            </a:r>
          </a:p>
        </p:txBody>
      </p:sp>
      <p:sp>
        <p:nvSpPr>
          <p:cNvPr id="68" name="TextBox 67"/>
          <p:cNvSpPr txBox="1"/>
          <p:nvPr/>
        </p:nvSpPr>
        <p:spPr>
          <a:xfrm>
            <a:off x="630936" y="252923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78T</a:t>
            </a:r>
          </a:p>
        </p:txBody>
      </p:sp>
      <p:sp>
        <p:nvSpPr>
          <p:cNvPr id="69" name="Rectangle 68"/>
          <p:cNvSpPr/>
          <p:nvPr/>
        </p:nvSpPr>
        <p:spPr>
          <a:xfrm>
            <a:off x="1216152" y="2564892"/>
            <a:ext cx="433614" cy="91440"/>
          </a:xfrm>
          <a:prstGeom prst="rect">
            <a:avLst/>
          </a:prstGeom>
          <a:solidFill>
            <a:srgbClr val="F5A623"/>
          </a:solidFill>
          <a:ln>
            <a:noFill/>
          </a:ln>
        </p:spPr>
        <p:txBody>
          <a:bodyPr rtlCol="0" anchor="ctr"/>
          <a:lstStyle/>
          <a:p>
            <a:pPr algn="ctr"/>
          </a:p>
        </p:txBody>
      </p:sp>
      <p:sp>
        <p:nvSpPr>
          <p:cNvPr id="70" name="TextBox 69"/>
          <p:cNvSpPr txBox="1"/>
          <p:nvPr/>
        </p:nvSpPr>
        <p:spPr>
          <a:xfrm>
            <a:off x="1686342" y="2529230"/>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154</a:t>
            </a:r>
          </a:p>
        </p:txBody>
      </p:sp>
      <p:sp>
        <p:nvSpPr>
          <p:cNvPr id="71" name="TextBox 70"/>
          <p:cNvSpPr txBox="1"/>
          <p:nvPr/>
        </p:nvSpPr>
        <p:spPr>
          <a:xfrm>
            <a:off x="3063240" y="2529230"/>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14,0%</a:t>
            </a:r>
          </a:p>
        </p:txBody>
      </p:sp>
      <p:sp>
        <p:nvSpPr>
          <p:cNvPr id="72" name="TextBox 71"/>
          <p:cNvSpPr txBox="1"/>
          <p:nvPr/>
        </p:nvSpPr>
        <p:spPr>
          <a:xfrm>
            <a:off x="3566160" y="252923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1,7</a:t>
            </a:r>
          </a:p>
        </p:txBody>
      </p:sp>
      <p:sp>
        <p:nvSpPr>
          <p:cNvPr id="73" name="TextBox 72"/>
          <p:cNvSpPr txBox="1"/>
          <p:nvPr/>
        </p:nvSpPr>
        <p:spPr>
          <a:xfrm>
            <a:off x="4023360" y="252923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74" name="Rectangle 73"/>
          <p:cNvSpPr/>
          <p:nvPr/>
        </p:nvSpPr>
        <p:spPr>
          <a:xfrm>
            <a:off x="411480" y="2691993"/>
            <a:ext cx="4114800" cy="162763"/>
          </a:xfrm>
          <a:prstGeom prst="rect">
            <a:avLst/>
          </a:prstGeom>
          <a:solidFill>
            <a:srgbClr val="FFFFFF"/>
          </a:solidFill>
          <a:ln>
            <a:noFill/>
          </a:ln>
        </p:spPr>
        <p:txBody>
          <a:bodyPr rtlCol="0" anchor="ctr"/>
          <a:lstStyle/>
          <a:p>
            <a:pPr algn="ctr"/>
          </a:p>
        </p:txBody>
      </p:sp>
      <p:sp>
        <p:nvSpPr>
          <p:cNvPr id="75" name="TextBox 74"/>
          <p:cNvSpPr txBox="1"/>
          <p:nvPr/>
        </p:nvSpPr>
        <p:spPr>
          <a:xfrm>
            <a:off x="411480" y="269199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9</a:t>
            </a:r>
          </a:p>
        </p:txBody>
      </p:sp>
      <p:sp>
        <p:nvSpPr>
          <p:cNvPr id="76" name="TextBox 75"/>
          <p:cNvSpPr txBox="1"/>
          <p:nvPr/>
        </p:nvSpPr>
        <p:spPr>
          <a:xfrm>
            <a:off x="630936" y="269199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76</a:t>
            </a:r>
          </a:p>
        </p:txBody>
      </p:sp>
      <p:sp>
        <p:nvSpPr>
          <p:cNvPr id="77" name="Rectangle 76"/>
          <p:cNvSpPr/>
          <p:nvPr/>
        </p:nvSpPr>
        <p:spPr>
          <a:xfrm>
            <a:off x="1216152" y="2727655"/>
            <a:ext cx="430884" cy="91440"/>
          </a:xfrm>
          <a:prstGeom prst="rect">
            <a:avLst/>
          </a:prstGeom>
          <a:solidFill>
            <a:srgbClr val="CA6F1E"/>
          </a:solidFill>
          <a:ln>
            <a:noFill/>
          </a:ln>
        </p:spPr>
        <p:txBody>
          <a:bodyPr rtlCol="0" anchor="ctr"/>
          <a:lstStyle/>
          <a:p>
            <a:pPr algn="ctr"/>
          </a:p>
        </p:txBody>
      </p:sp>
      <p:sp>
        <p:nvSpPr>
          <p:cNvPr id="78" name="TextBox 77"/>
          <p:cNvSpPr txBox="1"/>
          <p:nvPr/>
        </p:nvSpPr>
        <p:spPr>
          <a:xfrm>
            <a:off x="1683612" y="2691993"/>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153</a:t>
            </a:r>
          </a:p>
        </p:txBody>
      </p:sp>
      <p:sp>
        <p:nvSpPr>
          <p:cNvPr id="79" name="TextBox 78"/>
          <p:cNvSpPr txBox="1"/>
          <p:nvPr/>
        </p:nvSpPr>
        <p:spPr>
          <a:xfrm>
            <a:off x="3063240" y="2691993"/>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22,1%</a:t>
            </a:r>
          </a:p>
        </p:txBody>
      </p:sp>
      <p:sp>
        <p:nvSpPr>
          <p:cNvPr id="80" name="TextBox 79"/>
          <p:cNvSpPr txBox="1"/>
          <p:nvPr/>
        </p:nvSpPr>
        <p:spPr>
          <a:xfrm>
            <a:off x="3566160" y="2691993"/>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2,5</a:t>
            </a:r>
          </a:p>
        </p:txBody>
      </p:sp>
      <p:sp>
        <p:nvSpPr>
          <p:cNvPr id="81" name="TextBox 80"/>
          <p:cNvSpPr txBox="1"/>
          <p:nvPr/>
        </p:nvSpPr>
        <p:spPr>
          <a:xfrm>
            <a:off x="4023360" y="2691993"/>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82" name="TextBox 81"/>
          <p:cNvSpPr txBox="1"/>
          <p:nvPr/>
        </p:nvSpPr>
        <p:spPr>
          <a:xfrm>
            <a:off x="411480" y="285475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10</a:t>
            </a:r>
          </a:p>
        </p:txBody>
      </p:sp>
      <p:sp>
        <p:nvSpPr>
          <p:cNvPr id="83" name="TextBox 82"/>
          <p:cNvSpPr txBox="1"/>
          <p:nvPr/>
        </p:nvSpPr>
        <p:spPr>
          <a:xfrm>
            <a:off x="630936" y="285475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446p</a:t>
            </a:r>
          </a:p>
        </p:txBody>
      </p:sp>
      <p:sp>
        <p:nvSpPr>
          <p:cNvPr id="84" name="Rectangle 83"/>
          <p:cNvSpPr/>
          <p:nvPr/>
        </p:nvSpPr>
        <p:spPr>
          <a:xfrm>
            <a:off x="1216152" y="2890418"/>
            <a:ext cx="417152" cy="91440"/>
          </a:xfrm>
          <a:prstGeom prst="rect">
            <a:avLst/>
          </a:prstGeom>
          <a:solidFill>
            <a:srgbClr val="C0392B"/>
          </a:solidFill>
          <a:ln>
            <a:noFill/>
          </a:ln>
        </p:spPr>
        <p:txBody>
          <a:bodyPr rtlCol="0" anchor="ctr"/>
          <a:lstStyle/>
          <a:p>
            <a:pPr algn="ctr"/>
          </a:p>
        </p:txBody>
      </p:sp>
      <p:sp>
        <p:nvSpPr>
          <p:cNvPr id="85" name="TextBox 84"/>
          <p:cNvSpPr txBox="1"/>
          <p:nvPr/>
        </p:nvSpPr>
        <p:spPr>
          <a:xfrm>
            <a:off x="1669880" y="2854756"/>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148</a:t>
            </a:r>
          </a:p>
        </p:txBody>
      </p:sp>
      <p:sp>
        <p:nvSpPr>
          <p:cNvPr id="86" name="TextBox 85"/>
          <p:cNvSpPr txBox="1"/>
          <p:nvPr/>
        </p:nvSpPr>
        <p:spPr>
          <a:xfrm>
            <a:off x="3063240" y="2854756"/>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31,8%</a:t>
            </a:r>
          </a:p>
        </p:txBody>
      </p:sp>
      <p:sp>
        <p:nvSpPr>
          <p:cNvPr id="87" name="TextBox 86"/>
          <p:cNvSpPr txBox="1"/>
          <p:nvPr/>
        </p:nvSpPr>
        <p:spPr>
          <a:xfrm>
            <a:off x="3566160" y="2854756"/>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3,7</a:t>
            </a:r>
          </a:p>
        </p:txBody>
      </p:sp>
      <p:sp>
        <p:nvSpPr>
          <p:cNvPr id="88" name="TextBox 87"/>
          <p:cNvSpPr txBox="1"/>
          <p:nvPr/>
        </p:nvSpPr>
        <p:spPr>
          <a:xfrm>
            <a:off x="4023360" y="2854756"/>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89" name="Rectangle 88"/>
          <p:cNvSpPr/>
          <p:nvPr/>
        </p:nvSpPr>
        <p:spPr>
          <a:xfrm>
            <a:off x="411480" y="3017520"/>
            <a:ext cx="4114800" cy="162763"/>
          </a:xfrm>
          <a:prstGeom prst="rect">
            <a:avLst/>
          </a:prstGeom>
          <a:solidFill>
            <a:srgbClr val="FFFFFF"/>
          </a:solidFill>
          <a:ln>
            <a:noFill/>
          </a:ln>
        </p:spPr>
        <p:txBody>
          <a:bodyPr rtlCol="0" anchor="ctr"/>
          <a:lstStyle/>
          <a:p>
            <a:pPr algn="ctr"/>
          </a:p>
        </p:txBody>
      </p:sp>
      <p:sp>
        <p:nvSpPr>
          <p:cNvPr id="90" name="TextBox 89"/>
          <p:cNvSpPr txBox="1"/>
          <p:nvPr/>
        </p:nvSpPr>
        <p:spPr>
          <a:xfrm>
            <a:off x="411480" y="301752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11</a:t>
            </a:r>
          </a:p>
        </p:txBody>
      </p:sp>
      <p:sp>
        <p:nvSpPr>
          <p:cNvPr id="91" name="TextBox 90"/>
          <p:cNvSpPr txBox="1"/>
          <p:nvPr/>
        </p:nvSpPr>
        <p:spPr>
          <a:xfrm>
            <a:off x="630936" y="301752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a:t>
            </a:r>
          </a:p>
        </p:txBody>
      </p:sp>
      <p:sp>
        <p:nvSpPr>
          <p:cNvPr id="92" name="Rectangle 91"/>
          <p:cNvSpPr/>
          <p:nvPr/>
        </p:nvSpPr>
        <p:spPr>
          <a:xfrm>
            <a:off x="1216152" y="3053181"/>
            <a:ext cx="398605" cy="91440"/>
          </a:xfrm>
          <a:prstGeom prst="rect">
            <a:avLst/>
          </a:prstGeom>
          <a:solidFill>
            <a:srgbClr val="CA6F1E"/>
          </a:solidFill>
          <a:ln>
            <a:noFill/>
          </a:ln>
        </p:spPr>
        <p:txBody>
          <a:bodyPr rtlCol="0" anchor="ctr"/>
          <a:lstStyle/>
          <a:p>
            <a:pPr algn="ctr"/>
          </a:p>
        </p:txBody>
      </p:sp>
      <p:sp>
        <p:nvSpPr>
          <p:cNvPr id="93" name="TextBox 92"/>
          <p:cNvSpPr txBox="1"/>
          <p:nvPr/>
        </p:nvSpPr>
        <p:spPr>
          <a:xfrm>
            <a:off x="1651333" y="3017520"/>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141</a:t>
            </a:r>
          </a:p>
        </p:txBody>
      </p:sp>
      <p:sp>
        <p:nvSpPr>
          <p:cNvPr id="94" name="TextBox 93"/>
          <p:cNvSpPr txBox="1"/>
          <p:nvPr/>
        </p:nvSpPr>
        <p:spPr>
          <a:xfrm>
            <a:off x="3063240" y="3017520"/>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16,4%</a:t>
            </a:r>
          </a:p>
        </p:txBody>
      </p:sp>
      <p:sp>
        <p:nvSpPr>
          <p:cNvPr id="95" name="TextBox 94"/>
          <p:cNvSpPr txBox="1"/>
          <p:nvPr/>
        </p:nvSpPr>
        <p:spPr>
          <a:xfrm>
            <a:off x="3566160" y="301752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2,3</a:t>
            </a:r>
          </a:p>
        </p:txBody>
      </p:sp>
      <p:sp>
        <p:nvSpPr>
          <p:cNvPr id="96" name="TextBox 95"/>
          <p:cNvSpPr txBox="1"/>
          <p:nvPr/>
        </p:nvSpPr>
        <p:spPr>
          <a:xfrm>
            <a:off x="4023360" y="301752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97" name="TextBox 96"/>
          <p:cNvSpPr txBox="1"/>
          <p:nvPr/>
        </p:nvSpPr>
        <p:spPr>
          <a:xfrm>
            <a:off x="411480" y="318028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12</a:t>
            </a:r>
          </a:p>
        </p:txBody>
      </p:sp>
      <p:sp>
        <p:nvSpPr>
          <p:cNvPr id="98" name="TextBox 97"/>
          <p:cNvSpPr txBox="1"/>
          <p:nvPr/>
        </p:nvSpPr>
        <p:spPr>
          <a:xfrm>
            <a:off x="630936" y="318028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12</a:t>
            </a:r>
          </a:p>
        </p:txBody>
      </p:sp>
      <p:sp>
        <p:nvSpPr>
          <p:cNvPr id="99" name="Rectangle 98"/>
          <p:cNvSpPr/>
          <p:nvPr/>
        </p:nvSpPr>
        <p:spPr>
          <a:xfrm>
            <a:off x="1216152" y="3215944"/>
            <a:ext cx="380086" cy="91440"/>
          </a:xfrm>
          <a:prstGeom prst="rect">
            <a:avLst/>
          </a:prstGeom>
          <a:solidFill>
            <a:srgbClr val="F5A623"/>
          </a:solidFill>
          <a:ln>
            <a:noFill/>
          </a:ln>
        </p:spPr>
        <p:txBody>
          <a:bodyPr rtlCol="0" anchor="ctr"/>
          <a:lstStyle/>
          <a:p>
            <a:pPr algn="ctr"/>
          </a:p>
        </p:txBody>
      </p:sp>
      <p:sp>
        <p:nvSpPr>
          <p:cNvPr id="100" name="TextBox 99"/>
          <p:cNvSpPr txBox="1"/>
          <p:nvPr/>
        </p:nvSpPr>
        <p:spPr>
          <a:xfrm>
            <a:off x="1632814" y="3180283"/>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135</a:t>
            </a:r>
          </a:p>
        </p:txBody>
      </p:sp>
      <p:sp>
        <p:nvSpPr>
          <p:cNvPr id="101" name="TextBox 100"/>
          <p:cNvSpPr txBox="1"/>
          <p:nvPr/>
        </p:nvSpPr>
        <p:spPr>
          <a:xfrm>
            <a:off x="3063240" y="3180283"/>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11,8%</a:t>
            </a:r>
          </a:p>
        </p:txBody>
      </p:sp>
      <p:sp>
        <p:nvSpPr>
          <p:cNvPr id="102" name="TextBox 101"/>
          <p:cNvSpPr txBox="1"/>
          <p:nvPr/>
        </p:nvSpPr>
        <p:spPr>
          <a:xfrm>
            <a:off x="3566160" y="3180283"/>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1,9</a:t>
            </a:r>
          </a:p>
        </p:txBody>
      </p:sp>
      <p:sp>
        <p:nvSpPr>
          <p:cNvPr id="103" name="TextBox 102"/>
          <p:cNvSpPr txBox="1"/>
          <p:nvPr/>
        </p:nvSpPr>
        <p:spPr>
          <a:xfrm>
            <a:off x="4023360" y="3180283"/>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04" name="Rectangle 103"/>
          <p:cNvSpPr/>
          <p:nvPr/>
        </p:nvSpPr>
        <p:spPr>
          <a:xfrm>
            <a:off x="411480" y="3343046"/>
            <a:ext cx="4114800" cy="162763"/>
          </a:xfrm>
          <a:prstGeom prst="rect">
            <a:avLst/>
          </a:prstGeom>
          <a:solidFill>
            <a:srgbClr val="FFFFFF"/>
          </a:solidFill>
          <a:ln>
            <a:noFill/>
          </a:ln>
        </p:spPr>
        <p:txBody>
          <a:bodyPr rtlCol="0" anchor="ctr"/>
          <a:lstStyle/>
          <a:p>
            <a:pPr algn="ctr"/>
          </a:p>
        </p:txBody>
      </p:sp>
      <p:sp>
        <p:nvSpPr>
          <p:cNvPr id="105" name="TextBox 104"/>
          <p:cNvSpPr txBox="1"/>
          <p:nvPr/>
        </p:nvSpPr>
        <p:spPr>
          <a:xfrm>
            <a:off x="411480" y="334304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13</a:t>
            </a:r>
          </a:p>
        </p:txBody>
      </p:sp>
      <p:sp>
        <p:nvSpPr>
          <p:cNvPr id="106" name="TextBox 105"/>
          <p:cNvSpPr txBox="1"/>
          <p:nvPr/>
        </p:nvSpPr>
        <p:spPr>
          <a:xfrm>
            <a:off x="630936" y="334304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55p</a:t>
            </a:r>
          </a:p>
        </p:txBody>
      </p:sp>
      <p:sp>
        <p:nvSpPr>
          <p:cNvPr id="107" name="Rectangle 106"/>
          <p:cNvSpPr/>
          <p:nvPr/>
        </p:nvSpPr>
        <p:spPr>
          <a:xfrm>
            <a:off x="1216152" y="3378708"/>
            <a:ext cx="379234" cy="91440"/>
          </a:xfrm>
          <a:prstGeom prst="rect">
            <a:avLst/>
          </a:prstGeom>
          <a:solidFill>
            <a:srgbClr val="C0392B"/>
          </a:solidFill>
          <a:ln>
            <a:noFill/>
          </a:ln>
        </p:spPr>
        <p:txBody>
          <a:bodyPr rtlCol="0" anchor="ctr"/>
          <a:lstStyle/>
          <a:p>
            <a:pPr algn="ctr"/>
          </a:p>
        </p:txBody>
      </p:sp>
      <p:sp>
        <p:nvSpPr>
          <p:cNvPr id="108" name="TextBox 107"/>
          <p:cNvSpPr txBox="1"/>
          <p:nvPr/>
        </p:nvSpPr>
        <p:spPr>
          <a:xfrm>
            <a:off x="1631962" y="3343046"/>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135</a:t>
            </a:r>
          </a:p>
        </p:txBody>
      </p:sp>
      <p:sp>
        <p:nvSpPr>
          <p:cNvPr id="109" name="TextBox 108"/>
          <p:cNvSpPr txBox="1"/>
          <p:nvPr/>
        </p:nvSpPr>
        <p:spPr>
          <a:xfrm>
            <a:off x="3063240" y="3343046"/>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27,8%</a:t>
            </a:r>
          </a:p>
        </p:txBody>
      </p:sp>
      <p:sp>
        <p:nvSpPr>
          <p:cNvPr id="110" name="TextBox 109"/>
          <p:cNvSpPr txBox="1"/>
          <p:nvPr/>
        </p:nvSpPr>
        <p:spPr>
          <a:xfrm>
            <a:off x="3566160" y="3343046"/>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3,2</a:t>
            </a:r>
          </a:p>
        </p:txBody>
      </p:sp>
      <p:sp>
        <p:nvSpPr>
          <p:cNvPr id="111" name="TextBox 110"/>
          <p:cNvSpPr txBox="1"/>
          <p:nvPr/>
        </p:nvSpPr>
        <p:spPr>
          <a:xfrm>
            <a:off x="4023360" y="3343046"/>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112" name="TextBox 111"/>
          <p:cNvSpPr txBox="1"/>
          <p:nvPr/>
        </p:nvSpPr>
        <p:spPr>
          <a:xfrm>
            <a:off x="411480" y="350580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14</a:t>
            </a:r>
          </a:p>
        </p:txBody>
      </p:sp>
      <p:sp>
        <p:nvSpPr>
          <p:cNvPr id="113" name="TextBox 112"/>
          <p:cNvSpPr txBox="1"/>
          <p:nvPr/>
        </p:nvSpPr>
        <p:spPr>
          <a:xfrm>
            <a:off x="630936" y="350580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73</a:t>
            </a:r>
          </a:p>
        </p:txBody>
      </p:sp>
      <p:sp>
        <p:nvSpPr>
          <p:cNvPr id="114" name="Rectangle 113"/>
          <p:cNvSpPr/>
          <p:nvPr/>
        </p:nvSpPr>
        <p:spPr>
          <a:xfrm>
            <a:off x="1216152" y="3541471"/>
            <a:ext cx="255458" cy="91440"/>
          </a:xfrm>
          <a:prstGeom prst="rect">
            <a:avLst/>
          </a:prstGeom>
          <a:solidFill>
            <a:srgbClr val="CA6F1E"/>
          </a:solidFill>
          <a:ln>
            <a:noFill/>
          </a:ln>
        </p:spPr>
        <p:txBody>
          <a:bodyPr rtlCol="0" anchor="ctr"/>
          <a:lstStyle/>
          <a:p>
            <a:pPr algn="ctr"/>
          </a:p>
        </p:txBody>
      </p:sp>
      <p:sp>
        <p:nvSpPr>
          <p:cNvPr id="115" name="TextBox 114"/>
          <p:cNvSpPr txBox="1"/>
          <p:nvPr/>
        </p:nvSpPr>
        <p:spPr>
          <a:xfrm>
            <a:off x="1508186" y="3505809"/>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91</a:t>
            </a:r>
          </a:p>
        </p:txBody>
      </p:sp>
      <p:sp>
        <p:nvSpPr>
          <p:cNvPr id="116" name="TextBox 115"/>
          <p:cNvSpPr txBox="1"/>
          <p:nvPr/>
        </p:nvSpPr>
        <p:spPr>
          <a:xfrm>
            <a:off x="3063240" y="3505809"/>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21,7%</a:t>
            </a:r>
          </a:p>
        </p:txBody>
      </p:sp>
      <p:sp>
        <p:nvSpPr>
          <p:cNvPr id="117" name="TextBox 116"/>
          <p:cNvSpPr txBox="1"/>
          <p:nvPr/>
        </p:nvSpPr>
        <p:spPr>
          <a:xfrm>
            <a:off x="3566160" y="3505809"/>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2,8</a:t>
            </a:r>
          </a:p>
        </p:txBody>
      </p:sp>
      <p:sp>
        <p:nvSpPr>
          <p:cNvPr id="118" name="TextBox 117"/>
          <p:cNvSpPr txBox="1"/>
          <p:nvPr/>
        </p:nvSpPr>
        <p:spPr>
          <a:xfrm>
            <a:off x="4023360" y="3505809"/>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19" name="Rectangle 118"/>
          <p:cNvSpPr/>
          <p:nvPr/>
        </p:nvSpPr>
        <p:spPr>
          <a:xfrm>
            <a:off x="411480" y="3668572"/>
            <a:ext cx="4114800" cy="162763"/>
          </a:xfrm>
          <a:prstGeom prst="rect">
            <a:avLst/>
          </a:prstGeom>
          <a:solidFill>
            <a:srgbClr val="FFFFFF"/>
          </a:solidFill>
          <a:ln>
            <a:noFill/>
          </a:ln>
        </p:spPr>
        <p:txBody>
          <a:bodyPr rtlCol="0" anchor="ctr"/>
          <a:lstStyle/>
          <a:p>
            <a:pPr algn="ctr"/>
          </a:p>
        </p:txBody>
      </p:sp>
      <p:sp>
        <p:nvSpPr>
          <p:cNvPr id="120" name="TextBox 119"/>
          <p:cNvSpPr txBox="1"/>
          <p:nvPr/>
        </p:nvSpPr>
        <p:spPr>
          <a:xfrm>
            <a:off x="411480" y="366857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15</a:t>
            </a:r>
          </a:p>
        </p:txBody>
      </p:sp>
      <p:sp>
        <p:nvSpPr>
          <p:cNvPr id="121" name="TextBox 120"/>
          <p:cNvSpPr txBox="1"/>
          <p:nvPr/>
        </p:nvSpPr>
        <p:spPr>
          <a:xfrm>
            <a:off x="630936" y="366857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29</a:t>
            </a:r>
          </a:p>
        </p:txBody>
      </p:sp>
      <p:sp>
        <p:nvSpPr>
          <p:cNvPr id="122" name="Rectangle 121"/>
          <p:cNvSpPr/>
          <p:nvPr/>
        </p:nvSpPr>
        <p:spPr>
          <a:xfrm>
            <a:off x="1216152" y="3704234"/>
            <a:ext cx="243019" cy="91440"/>
          </a:xfrm>
          <a:prstGeom prst="rect">
            <a:avLst/>
          </a:prstGeom>
          <a:solidFill>
            <a:srgbClr val="CA6F1E"/>
          </a:solidFill>
          <a:ln>
            <a:noFill/>
          </a:ln>
        </p:spPr>
        <p:txBody>
          <a:bodyPr rtlCol="0" anchor="ctr"/>
          <a:lstStyle/>
          <a:p>
            <a:pPr algn="ctr"/>
          </a:p>
        </p:txBody>
      </p:sp>
      <p:sp>
        <p:nvSpPr>
          <p:cNvPr id="123" name="TextBox 122"/>
          <p:cNvSpPr txBox="1"/>
          <p:nvPr/>
        </p:nvSpPr>
        <p:spPr>
          <a:xfrm>
            <a:off x="1495747" y="3668572"/>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86</a:t>
            </a:r>
          </a:p>
        </p:txBody>
      </p:sp>
      <p:sp>
        <p:nvSpPr>
          <p:cNvPr id="124" name="TextBox 123"/>
          <p:cNvSpPr txBox="1"/>
          <p:nvPr/>
        </p:nvSpPr>
        <p:spPr>
          <a:xfrm>
            <a:off x="3063240" y="3668572"/>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16,2%</a:t>
            </a:r>
          </a:p>
        </p:txBody>
      </p:sp>
      <p:sp>
        <p:nvSpPr>
          <p:cNvPr id="125" name="TextBox 124"/>
          <p:cNvSpPr txBox="1"/>
          <p:nvPr/>
        </p:nvSpPr>
        <p:spPr>
          <a:xfrm>
            <a:off x="3566160" y="3668572"/>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2,0</a:t>
            </a:r>
          </a:p>
        </p:txBody>
      </p:sp>
      <p:sp>
        <p:nvSpPr>
          <p:cNvPr id="126" name="TextBox 125"/>
          <p:cNvSpPr txBox="1"/>
          <p:nvPr/>
        </p:nvSpPr>
        <p:spPr>
          <a:xfrm>
            <a:off x="4023360" y="3668572"/>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27" name="TextBox 126"/>
          <p:cNvSpPr txBox="1"/>
          <p:nvPr/>
        </p:nvSpPr>
        <p:spPr>
          <a:xfrm>
            <a:off x="411480" y="383133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16</a:t>
            </a:r>
          </a:p>
        </p:txBody>
      </p:sp>
      <p:sp>
        <p:nvSpPr>
          <p:cNvPr id="128" name="TextBox 127"/>
          <p:cNvSpPr txBox="1"/>
          <p:nvPr/>
        </p:nvSpPr>
        <p:spPr>
          <a:xfrm>
            <a:off x="630936" y="383133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104</a:t>
            </a:r>
          </a:p>
        </p:txBody>
      </p:sp>
      <p:sp>
        <p:nvSpPr>
          <p:cNvPr id="129" name="Rectangle 128"/>
          <p:cNvSpPr/>
          <p:nvPr/>
        </p:nvSpPr>
        <p:spPr>
          <a:xfrm>
            <a:off x="1216152" y="3866997"/>
            <a:ext cx="240834" cy="91440"/>
          </a:xfrm>
          <a:prstGeom prst="rect">
            <a:avLst/>
          </a:prstGeom>
          <a:solidFill>
            <a:srgbClr val="CA6F1E"/>
          </a:solidFill>
          <a:ln>
            <a:noFill/>
          </a:ln>
        </p:spPr>
        <p:txBody>
          <a:bodyPr rtlCol="0" anchor="ctr"/>
          <a:lstStyle/>
          <a:p>
            <a:pPr algn="ctr"/>
          </a:p>
        </p:txBody>
      </p:sp>
      <p:sp>
        <p:nvSpPr>
          <p:cNvPr id="130" name="TextBox 129"/>
          <p:cNvSpPr txBox="1"/>
          <p:nvPr/>
        </p:nvSpPr>
        <p:spPr>
          <a:xfrm>
            <a:off x="1493562" y="3831335"/>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85</a:t>
            </a:r>
          </a:p>
        </p:txBody>
      </p:sp>
      <p:sp>
        <p:nvSpPr>
          <p:cNvPr id="131" name="TextBox 130"/>
          <p:cNvSpPr txBox="1"/>
          <p:nvPr/>
        </p:nvSpPr>
        <p:spPr>
          <a:xfrm>
            <a:off x="3063240" y="3831335"/>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23,7%</a:t>
            </a:r>
          </a:p>
        </p:txBody>
      </p:sp>
      <p:sp>
        <p:nvSpPr>
          <p:cNvPr id="132" name="TextBox 131"/>
          <p:cNvSpPr txBox="1"/>
          <p:nvPr/>
        </p:nvSpPr>
        <p:spPr>
          <a:xfrm>
            <a:off x="3566160" y="3831335"/>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3,2</a:t>
            </a:r>
          </a:p>
        </p:txBody>
      </p:sp>
      <p:sp>
        <p:nvSpPr>
          <p:cNvPr id="133" name="TextBox 132"/>
          <p:cNvSpPr txBox="1"/>
          <p:nvPr/>
        </p:nvSpPr>
        <p:spPr>
          <a:xfrm>
            <a:off x="4023360" y="3831335"/>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34" name="Rectangle 133"/>
          <p:cNvSpPr/>
          <p:nvPr/>
        </p:nvSpPr>
        <p:spPr>
          <a:xfrm>
            <a:off x="411480" y="3994099"/>
            <a:ext cx="4114800" cy="162763"/>
          </a:xfrm>
          <a:prstGeom prst="rect">
            <a:avLst/>
          </a:prstGeom>
          <a:solidFill>
            <a:srgbClr val="FFFFFF"/>
          </a:solidFill>
          <a:ln>
            <a:noFill/>
          </a:ln>
        </p:spPr>
        <p:txBody>
          <a:bodyPr rtlCol="0" anchor="ctr"/>
          <a:lstStyle/>
          <a:p>
            <a:pPr algn="ctr"/>
          </a:p>
        </p:txBody>
      </p:sp>
      <p:sp>
        <p:nvSpPr>
          <p:cNvPr id="135" name="TextBox 134"/>
          <p:cNvSpPr txBox="1"/>
          <p:nvPr/>
        </p:nvSpPr>
        <p:spPr>
          <a:xfrm>
            <a:off x="411480" y="399409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17</a:t>
            </a:r>
          </a:p>
        </p:txBody>
      </p:sp>
      <p:sp>
        <p:nvSpPr>
          <p:cNvPr id="136" name="TextBox 135"/>
          <p:cNvSpPr txBox="1"/>
          <p:nvPr/>
        </p:nvSpPr>
        <p:spPr>
          <a:xfrm>
            <a:off x="630936" y="399409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a:t>
            </a:r>
          </a:p>
        </p:txBody>
      </p:sp>
      <p:sp>
        <p:nvSpPr>
          <p:cNvPr id="137" name="Rectangle 136"/>
          <p:cNvSpPr/>
          <p:nvPr/>
        </p:nvSpPr>
        <p:spPr>
          <a:xfrm>
            <a:off x="1216152" y="4029760"/>
            <a:ext cx="195852" cy="91440"/>
          </a:xfrm>
          <a:prstGeom prst="rect">
            <a:avLst/>
          </a:prstGeom>
          <a:solidFill>
            <a:srgbClr val="F5A623"/>
          </a:solidFill>
          <a:ln>
            <a:noFill/>
          </a:ln>
        </p:spPr>
        <p:txBody>
          <a:bodyPr rtlCol="0" anchor="ctr"/>
          <a:lstStyle/>
          <a:p>
            <a:pPr algn="ctr"/>
          </a:p>
        </p:txBody>
      </p:sp>
      <p:sp>
        <p:nvSpPr>
          <p:cNvPr id="138" name="TextBox 137"/>
          <p:cNvSpPr txBox="1"/>
          <p:nvPr/>
        </p:nvSpPr>
        <p:spPr>
          <a:xfrm>
            <a:off x="1448580" y="3994099"/>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69</a:t>
            </a:r>
          </a:p>
        </p:txBody>
      </p:sp>
      <p:sp>
        <p:nvSpPr>
          <p:cNvPr id="139" name="TextBox 138"/>
          <p:cNvSpPr txBox="1"/>
          <p:nvPr/>
        </p:nvSpPr>
        <p:spPr>
          <a:xfrm>
            <a:off x="3063240" y="3994099"/>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7,4%</a:t>
            </a:r>
          </a:p>
        </p:txBody>
      </p:sp>
      <p:sp>
        <p:nvSpPr>
          <p:cNvPr id="140" name="TextBox 139"/>
          <p:cNvSpPr txBox="1"/>
          <p:nvPr/>
        </p:nvSpPr>
        <p:spPr>
          <a:xfrm>
            <a:off x="3566160" y="3994099"/>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a:t>
            </a:r>
          </a:p>
        </p:txBody>
      </p:sp>
      <p:sp>
        <p:nvSpPr>
          <p:cNvPr id="141" name="TextBox 140"/>
          <p:cNvSpPr txBox="1"/>
          <p:nvPr/>
        </p:nvSpPr>
        <p:spPr>
          <a:xfrm>
            <a:off x="4023360" y="3994099"/>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42" name="TextBox 141"/>
          <p:cNvSpPr txBox="1"/>
          <p:nvPr/>
        </p:nvSpPr>
        <p:spPr>
          <a:xfrm>
            <a:off x="411480" y="415686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18</a:t>
            </a:r>
          </a:p>
        </p:txBody>
      </p:sp>
      <p:sp>
        <p:nvSpPr>
          <p:cNvPr id="143" name="TextBox 142"/>
          <p:cNvSpPr txBox="1"/>
          <p:nvPr/>
        </p:nvSpPr>
        <p:spPr>
          <a:xfrm>
            <a:off x="630936" y="415686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23</a:t>
            </a:r>
          </a:p>
        </p:txBody>
      </p:sp>
      <p:sp>
        <p:nvSpPr>
          <p:cNvPr id="144" name="Rectangle 143"/>
          <p:cNvSpPr/>
          <p:nvPr/>
        </p:nvSpPr>
        <p:spPr>
          <a:xfrm>
            <a:off x="1216152" y="4192523"/>
            <a:ext cx="193467" cy="91440"/>
          </a:xfrm>
          <a:prstGeom prst="rect">
            <a:avLst/>
          </a:prstGeom>
          <a:solidFill>
            <a:srgbClr val="F5A623"/>
          </a:solidFill>
          <a:ln>
            <a:noFill/>
          </a:ln>
        </p:spPr>
        <p:txBody>
          <a:bodyPr rtlCol="0" anchor="ctr"/>
          <a:lstStyle/>
          <a:p>
            <a:pPr algn="ctr"/>
          </a:p>
        </p:txBody>
      </p:sp>
      <p:sp>
        <p:nvSpPr>
          <p:cNvPr id="145" name="TextBox 144"/>
          <p:cNvSpPr txBox="1"/>
          <p:nvPr/>
        </p:nvSpPr>
        <p:spPr>
          <a:xfrm>
            <a:off x="1446195" y="4156862"/>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69</a:t>
            </a:r>
          </a:p>
        </p:txBody>
      </p:sp>
      <p:sp>
        <p:nvSpPr>
          <p:cNvPr id="146" name="TextBox 145"/>
          <p:cNvSpPr txBox="1"/>
          <p:nvPr/>
        </p:nvSpPr>
        <p:spPr>
          <a:xfrm>
            <a:off x="3063240" y="4156862"/>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10,2%</a:t>
            </a:r>
          </a:p>
        </p:txBody>
      </p:sp>
      <p:sp>
        <p:nvSpPr>
          <p:cNvPr id="147" name="TextBox 146"/>
          <p:cNvSpPr txBox="1"/>
          <p:nvPr/>
        </p:nvSpPr>
        <p:spPr>
          <a:xfrm>
            <a:off x="3566160" y="4156862"/>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a:t>
            </a:r>
          </a:p>
        </p:txBody>
      </p:sp>
      <p:sp>
        <p:nvSpPr>
          <p:cNvPr id="148" name="TextBox 147"/>
          <p:cNvSpPr txBox="1"/>
          <p:nvPr/>
        </p:nvSpPr>
        <p:spPr>
          <a:xfrm>
            <a:off x="4023360" y="4156862"/>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49" name="Rectangle 148"/>
          <p:cNvSpPr/>
          <p:nvPr/>
        </p:nvSpPr>
        <p:spPr>
          <a:xfrm>
            <a:off x="411480" y="4319625"/>
            <a:ext cx="4114800" cy="162763"/>
          </a:xfrm>
          <a:prstGeom prst="rect">
            <a:avLst/>
          </a:prstGeom>
          <a:solidFill>
            <a:srgbClr val="FFFFFF"/>
          </a:solidFill>
          <a:ln>
            <a:noFill/>
          </a:ln>
        </p:spPr>
        <p:txBody>
          <a:bodyPr rtlCol="0" anchor="ctr"/>
          <a:lstStyle/>
          <a:p>
            <a:pPr algn="ctr"/>
          </a:p>
        </p:txBody>
      </p:sp>
      <p:sp>
        <p:nvSpPr>
          <p:cNvPr id="150" name="TextBox 149"/>
          <p:cNvSpPr txBox="1"/>
          <p:nvPr/>
        </p:nvSpPr>
        <p:spPr>
          <a:xfrm>
            <a:off x="411480" y="431962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19</a:t>
            </a:r>
          </a:p>
        </p:txBody>
      </p:sp>
      <p:sp>
        <p:nvSpPr>
          <p:cNvPr id="151" name="TextBox 150"/>
          <p:cNvSpPr txBox="1"/>
          <p:nvPr/>
        </p:nvSpPr>
        <p:spPr>
          <a:xfrm>
            <a:off x="630936" y="431962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108</a:t>
            </a:r>
          </a:p>
        </p:txBody>
      </p:sp>
      <p:sp>
        <p:nvSpPr>
          <p:cNvPr id="152" name="Rectangle 151"/>
          <p:cNvSpPr/>
          <p:nvPr/>
        </p:nvSpPr>
        <p:spPr>
          <a:xfrm>
            <a:off x="1216152" y="4355287"/>
            <a:ext cx="183850" cy="91440"/>
          </a:xfrm>
          <a:prstGeom prst="rect">
            <a:avLst/>
          </a:prstGeom>
          <a:solidFill>
            <a:srgbClr val="CA6F1E"/>
          </a:solidFill>
          <a:ln>
            <a:noFill/>
          </a:ln>
        </p:spPr>
        <p:txBody>
          <a:bodyPr rtlCol="0" anchor="ctr"/>
          <a:lstStyle/>
          <a:p>
            <a:pPr algn="ctr"/>
          </a:p>
        </p:txBody>
      </p:sp>
      <p:sp>
        <p:nvSpPr>
          <p:cNvPr id="153" name="TextBox 152"/>
          <p:cNvSpPr txBox="1"/>
          <p:nvPr/>
        </p:nvSpPr>
        <p:spPr>
          <a:xfrm>
            <a:off x="1436578" y="4319625"/>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65</a:t>
            </a:r>
          </a:p>
        </p:txBody>
      </p:sp>
      <p:sp>
        <p:nvSpPr>
          <p:cNvPr id="154" name="TextBox 153"/>
          <p:cNvSpPr txBox="1"/>
          <p:nvPr/>
        </p:nvSpPr>
        <p:spPr>
          <a:xfrm>
            <a:off x="3063240" y="4319625"/>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16,7%</a:t>
            </a:r>
          </a:p>
        </p:txBody>
      </p:sp>
      <p:sp>
        <p:nvSpPr>
          <p:cNvPr id="155" name="TextBox 154"/>
          <p:cNvSpPr txBox="1"/>
          <p:nvPr/>
        </p:nvSpPr>
        <p:spPr>
          <a:xfrm>
            <a:off x="3566160" y="4319625"/>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1,8</a:t>
            </a:r>
          </a:p>
        </p:txBody>
      </p:sp>
      <p:sp>
        <p:nvSpPr>
          <p:cNvPr id="156" name="TextBox 155"/>
          <p:cNvSpPr txBox="1"/>
          <p:nvPr/>
        </p:nvSpPr>
        <p:spPr>
          <a:xfrm>
            <a:off x="4023360" y="4319625"/>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57" name="TextBox 156"/>
          <p:cNvSpPr txBox="1"/>
          <p:nvPr/>
        </p:nvSpPr>
        <p:spPr>
          <a:xfrm>
            <a:off x="4636008" y="1170432"/>
            <a:ext cx="1828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a:t>
            </a:r>
          </a:p>
        </p:txBody>
      </p:sp>
      <p:sp>
        <p:nvSpPr>
          <p:cNvPr id="158" name="TextBox 157"/>
          <p:cNvSpPr txBox="1"/>
          <p:nvPr/>
        </p:nvSpPr>
        <p:spPr>
          <a:xfrm>
            <a:off x="4855464" y="1170432"/>
            <a:ext cx="5486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159" name="TextBox 158"/>
          <p:cNvSpPr txBox="1"/>
          <p:nvPr/>
        </p:nvSpPr>
        <p:spPr>
          <a:xfrm>
            <a:off x="5422392" y="1170432"/>
            <a:ext cx="14630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Curtailment (kWh)</a:t>
            </a:r>
          </a:p>
        </p:txBody>
      </p:sp>
      <p:sp>
        <p:nvSpPr>
          <p:cNvPr id="160" name="TextBox 159"/>
          <p:cNvSpPr txBox="1"/>
          <p:nvPr/>
        </p:nvSpPr>
        <p:spPr>
          <a:xfrm>
            <a:off x="7287768" y="1170432"/>
            <a:ext cx="50292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 potencial</a:t>
            </a:r>
          </a:p>
        </p:txBody>
      </p:sp>
      <p:sp>
        <p:nvSpPr>
          <p:cNvPr id="161" name="TextBox 160"/>
          <p:cNvSpPr txBox="1"/>
          <p:nvPr/>
        </p:nvSpPr>
        <p:spPr>
          <a:xfrm>
            <a:off x="7790688" y="1170432"/>
            <a:ext cx="4114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h/día</a:t>
            </a:r>
          </a:p>
        </p:txBody>
      </p:sp>
      <p:sp>
        <p:nvSpPr>
          <p:cNvPr id="162" name="TextBox 161"/>
          <p:cNvSpPr txBox="1"/>
          <p:nvPr/>
        </p:nvSpPr>
        <p:spPr>
          <a:xfrm>
            <a:off x="8247888" y="1170432"/>
            <a:ext cx="50292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Marca</a:t>
            </a:r>
          </a:p>
        </p:txBody>
      </p:sp>
      <p:sp>
        <p:nvSpPr>
          <p:cNvPr id="163" name="Rectangle 162"/>
          <p:cNvSpPr/>
          <p:nvPr/>
        </p:nvSpPr>
        <p:spPr>
          <a:xfrm>
            <a:off x="4636008" y="1389888"/>
            <a:ext cx="4114800" cy="162763"/>
          </a:xfrm>
          <a:prstGeom prst="rect">
            <a:avLst/>
          </a:prstGeom>
          <a:solidFill>
            <a:srgbClr val="FFFFFF"/>
          </a:solidFill>
          <a:ln>
            <a:noFill/>
          </a:ln>
        </p:spPr>
        <p:txBody>
          <a:bodyPr rtlCol="0" anchor="ctr"/>
          <a:lstStyle/>
          <a:p>
            <a:pPr algn="ctr"/>
          </a:p>
        </p:txBody>
      </p:sp>
      <p:sp>
        <p:nvSpPr>
          <p:cNvPr id="164" name="TextBox 163"/>
          <p:cNvSpPr txBox="1"/>
          <p:nvPr/>
        </p:nvSpPr>
        <p:spPr>
          <a:xfrm>
            <a:off x="4636008" y="1389888"/>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20</a:t>
            </a:r>
          </a:p>
        </p:txBody>
      </p:sp>
      <p:sp>
        <p:nvSpPr>
          <p:cNvPr id="165" name="TextBox 164"/>
          <p:cNvSpPr txBox="1"/>
          <p:nvPr/>
        </p:nvSpPr>
        <p:spPr>
          <a:xfrm>
            <a:off x="4855464" y="1389888"/>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10p</a:t>
            </a:r>
          </a:p>
        </p:txBody>
      </p:sp>
      <p:sp>
        <p:nvSpPr>
          <p:cNvPr id="166" name="Rectangle 165"/>
          <p:cNvSpPr/>
          <p:nvPr/>
        </p:nvSpPr>
        <p:spPr>
          <a:xfrm>
            <a:off x="5440680" y="1425549"/>
            <a:ext cx="170574" cy="91440"/>
          </a:xfrm>
          <a:prstGeom prst="rect">
            <a:avLst/>
          </a:prstGeom>
          <a:solidFill>
            <a:srgbClr val="CA6F1E"/>
          </a:solidFill>
          <a:ln>
            <a:noFill/>
          </a:ln>
        </p:spPr>
        <p:txBody>
          <a:bodyPr rtlCol="0" anchor="ctr"/>
          <a:lstStyle/>
          <a:p>
            <a:pPr algn="ctr"/>
          </a:p>
        </p:txBody>
      </p:sp>
      <p:sp>
        <p:nvSpPr>
          <p:cNvPr id="167" name="TextBox 166"/>
          <p:cNvSpPr txBox="1"/>
          <p:nvPr/>
        </p:nvSpPr>
        <p:spPr>
          <a:xfrm>
            <a:off x="5647830" y="1389888"/>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61</a:t>
            </a:r>
          </a:p>
        </p:txBody>
      </p:sp>
      <p:sp>
        <p:nvSpPr>
          <p:cNvPr id="168" name="TextBox 167"/>
          <p:cNvSpPr txBox="1"/>
          <p:nvPr/>
        </p:nvSpPr>
        <p:spPr>
          <a:xfrm>
            <a:off x="7287768" y="1389888"/>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16,2%</a:t>
            </a:r>
          </a:p>
        </p:txBody>
      </p:sp>
      <p:sp>
        <p:nvSpPr>
          <p:cNvPr id="169" name="TextBox 168"/>
          <p:cNvSpPr txBox="1"/>
          <p:nvPr/>
        </p:nvSpPr>
        <p:spPr>
          <a:xfrm>
            <a:off x="7790688" y="1389888"/>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2,2</a:t>
            </a:r>
          </a:p>
        </p:txBody>
      </p:sp>
      <p:sp>
        <p:nvSpPr>
          <p:cNvPr id="170" name="TextBox 169"/>
          <p:cNvSpPr txBox="1"/>
          <p:nvPr/>
        </p:nvSpPr>
        <p:spPr>
          <a:xfrm>
            <a:off x="8247888" y="1389888"/>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71" name="TextBox 170"/>
          <p:cNvSpPr txBox="1"/>
          <p:nvPr/>
        </p:nvSpPr>
        <p:spPr>
          <a:xfrm>
            <a:off x="4636008" y="1552651"/>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21</a:t>
            </a:r>
          </a:p>
        </p:txBody>
      </p:sp>
      <p:sp>
        <p:nvSpPr>
          <p:cNvPr id="172" name="TextBox 171"/>
          <p:cNvSpPr txBox="1"/>
          <p:nvPr/>
        </p:nvSpPr>
        <p:spPr>
          <a:xfrm>
            <a:off x="4855464" y="1552651"/>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18</a:t>
            </a:r>
          </a:p>
        </p:txBody>
      </p:sp>
      <p:sp>
        <p:nvSpPr>
          <p:cNvPr id="173" name="Rectangle 172"/>
          <p:cNvSpPr/>
          <p:nvPr/>
        </p:nvSpPr>
        <p:spPr>
          <a:xfrm>
            <a:off x="5440680" y="1588312"/>
            <a:ext cx="124928" cy="91440"/>
          </a:xfrm>
          <a:prstGeom prst="rect">
            <a:avLst/>
          </a:prstGeom>
          <a:solidFill>
            <a:srgbClr val="F5A623"/>
          </a:solidFill>
          <a:ln>
            <a:noFill/>
          </a:ln>
        </p:spPr>
        <p:txBody>
          <a:bodyPr rtlCol="0" anchor="ctr"/>
          <a:lstStyle/>
          <a:p>
            <a:pPr algn="ctr"/>
          </a:p>
        </p:txBody>
      </p:sp>
      <p:sp>
        <p:nvSpPr>
          <p:cNvPr id="174" name="TextBox 173"/>
          <p:cNvSpPr txBox="1"/>
          <p:nvPr/>
        </p:nvSpPr>
        <p:spPr>
          <a:xfrm>
            <a:off x="5602184" y="1552651"/>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44</a:t>
            </a:r>
          </a:p>
        </p:txBody>
      </p:sp>
      <p:sp>
        <p:nvSpPr>
          <p:cNvPr id="175" name="TextBox 174"/>
          <p:cNvSpPr txBox="1"/>
          <p:nvPr/>
        </p:nvSpPr>
        <p:spPr>
          <a:xfrm>
            <a:off x="7287768" y="1552651"/>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10,0%</a:t>
            </a:r>
          </a:p>
        </p:txBody>
      </p:sp>
      <p:sp>
        <p:nvSpPr>
          <p:cNvPr id="176" name="TextBox 175"/>
          <p:cNvSpPr txBox="1"/>
          <p:nvPr/>
        </p:nvSpPr>
        <p:spPr>
          <a:xfrm>
            <a:off x="7790688" y="1552651"/>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a:t>
            </a:r>
          </a:p>
        </p:txBody>
      </p:sp>
      <p:sp>
        <p:nvSpPr>
          <p:cNvPr id="177" name="TextBox 176"/>
          <p:cNvSpPr txBox="1"/>
          <p:nvPr/>
        </p:nvSpPr>
        <p:spPr>
          <a:xfrm>
            <a:off x="8247888" y="1552651"/>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78" name="Rectangle 177"/>
          <p:cNvSpPr/>
          <p:nvPr/>
        </p:nvSpPr>
        <p:spPr>
          <a:xfrm>
            <a:off x="4636008" y="1715414"/>
            <a:ext cx="4114800" cy="162763"/>
          </a:xfrm>
          <a:prstGeom prst="rect">
            <a:avLst/>
          </a:prstGeom>
          <a:solidFill>
            <a:srgbClr val="FFFFFF"/>
          </a:solidFill>
          <a:ln>
            <a:noFill/>
          </a:ln>
        </p:spPr>
        <p:txBody>
          <a:bodyPr rtlCol="0" anchor="ctr"/>
          <a:lstStyle/>
          <a:p>
            <a:pPr algn="ctr"/>
          </a:p>
        </p:txBody>
      </p:sp>
      <p:sp>
        <p:nvSpPr>
          <p:cNvPr id="179" name="TextBox 178"/>
          <p:cNvSpPr txBox="1"/>
          <p:nvPr/>
        </p:nvSpPr>
        <p:spPr>
          <a:xfrm>
            <a:off x="4636008" y="171541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22</a:t>
            </a:r>
          </a:p>
        </p:txBody>
      </p:sp>
      <p:sp>
        <p:nvSpPr>
          <p:cNvPr id="180" name="TextBox 179"/>
          <p:cNvSpPr txBox="1"/>
          <p:nvPr/>
        </p:nvSpPr>
        <p:spPr>
          <a:xfrm>
            <a:off x="4855464" y="171541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11</a:t>
            </a:r>
          </a:p>
        </p:txBody>
      </p:sp>
      <p:sp>
        <p:nvSpPr>
          <p:cNvPr id="181" name="Rectangle 180"/>
          <p:cNvSpPr/>
          <p:nvPr/>
        </p:nvSpPr>
        <p:spPr>
          <a:xfrm>
            <a:off x="5440680" y="1751075"/>
            <a:ext cx="119313" cy="91440"/>
          </a:xfrm>
          <a:prstGeom prst="rect">
            <a:avLst/>
          </a:prstGeom>
          <a:solidFill>
            <a:srgbClr val="F5A623"/>
          </a:solidFill>
          <a:ln>
            <a:noFill/>
          </a:ln>
        </p:spPr>
        <p:txBody>
          <a:bodyPr rtlCol="0" anchor="ctr"/>
          <a:lstStyle/>
          <a:p>
            <a:pPr algn="ctr"/>
          </a:p>
        </p:txBody>
      </p:sp>
      <p:sp>
        <p:nvSpPr>
          <p:cNvPr id="182" name="TextBox 181"/>
          <p:cNvSpPr txBox="1"/>
          <p:nvPr/>
        </p:nvSpPr>
        <p:spPr>
          <a:xfrm>
            <a:off x="5596569" y="1715414"/>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42</a:t>
            </a:r>
          </a:p>
        </p:txBody>
      </p:sp>
      <p:sp>
        <p:nvSpPr>
          <p:cNvPr id="183" name="TextBox 182"/>
          <p:cNvSpPr txBox="1"/>
          <p:nvPr/>
        </p:nvSpPr>
        <p:spPr>
          <a:xfrm>
            <a:off x="7287768" y="1715414"/>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9,7%</a:t>
            </a:r>
          </a:p>
        </p:txBody>
      </p:sp>
      <p:sp>
        <p:nvSpPr>
          <p:cNvPr id="184" name="TextBox 183"/>
          <p:cNvSpPr txBox="1"/>
          <p:nvPr/>
        </p:nvSpPr>
        <p:spPr>
          <a:xfrm>
            <a:off x="7790688" y="1715414"/>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1,8</a:t>
            </a:r>
          </a:p>
        </p:txBody>
      </p:sp>
      <p:sp>
        <p:nvSpPr>
          <p:cNvPr id="185" name="TextBox 184"/>
          <p:cNvSpPr txBox="1"/>
          <p:nvPr/>
        </p:nvSpPr>
        <p:spPr>
          <a:xfrm>
            <a:off x="8247888" y="1715414"/>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86" name="TextBox 185"/>
          <p:cNvSpPr txBox="1"/>
          <p:nvPr/>
        </p:nvSpPr>
        <p:spPr>
          <a:xfrm>
            <a:off x="4636008" y="187817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23</a:t>
            </a:r>
          </a:p>
        </p:txBody>
      </p:sp>
      <p:sp>
        <p:nvSpPr>
          <p:cNvPr id="187" name="TextBox 186"/>
          <p:cNvSpPr txBox="1"/>
          <p:nvPr/>
        </p:nvSpPr>
        <p:spPr>
          <a:xfrm>
            <a:off x="4855464" y="187817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77</a:t>
            </a:r>
          </a:p>
        </p:txBody>
      </p:sp>
      <p:sp>
        <p:nvSpPr>
          <p:cNvPr id="188" name="Rectangle 187"/>
          <p:cNvSpPr/>
          <p:nvPr/>
        </p:nvSpPr>
        <p:spPr>
          <a:xfrm>
            <a:off x="5440680" y="1913839"/>
            <a:ext cx="114874" cy="91440"/>
          </a:xfrm>
          <a:prstGeom prst="rect">
            <a:avLst/>
          </a:prstGeom>
          <a:solidFill>
            <a:srgbClr val="F5A623"/>
          </a:solidFill>
          <a:ln>
            <a:noFill/>
          </a:ln>
        </p:spPr>
        <p:txBody>
          <a:bodyPr rtlCol="0" anchor="ctr"/>
          <a:lstStyle/>
          <a:p>
            <a:pPr algn="ctr"/>
          </a:p>
        </p:txBody>
      </p:sp>
      <p:sp>
        <p:nvSpPr>
          <p:cNvPr id="189" name="TextBox 188"/>
          <p:cNvSpPr txBox="1"/>
          <p:nvPr/>
        </p:nvSpPr>
        <p:spPr>
          <a:xfrm>
            <a:off x="5592130" y="1878177"/>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41</a:t>
            </a:r>
          </a:p>
        </p:txBody>
      </p:sp>
      <p:sp>
        <p:nvSpPr>
          <p:cNvPr id="190" name="TextBox 189"/>
          <p:cNvSpPr txBox="1"/>
          <p:nvPr/>
        </p:nvSpPr>
        <p:spPr>
          <a:xfrm>
            <a:off x="7287768" y="1878177"/>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9,7%</a:t>
            </a:r>
          </a:p>
        </p:txBody>
      </p:sp>
      <p:sp>
        <p:nvSpPr>
          <p:cNvPr id="191" name="TextBox 190"/>
          <p:cNvSpPr txBox="1"/>
          <p:nvPr/>
        </p:nvSpPr>
        <p:spPr>
          <a:xfrm>
            <a:off x="7790688" y="1878177"/>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a:t>
            </a:r>
          </a:p>
        </p:txBody>
      </p:sp>
      <p:sp>
        <p:nvSpPr>
          <p:cNvPr id="192" name="TextBox 191"/>
          <p:cNvSpPr txBox="1"/>
          <p:nvPr/>
        </p:nvSpPr>
        <p:spPr>
          <a:xfrm>
            <a:off x="8247888" y="1878177"/>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93" name="Rectangle 192"/>
          <p:cNvSpPr/>
          <p:nvPr/>
        </p:nvSpPr>
        <p:spPr>
          <a:xfrm>
            <a:off x="4636008" y="2040940"/>
            <a:ext cx="4114800" cy="162763"/>
          </a:xfrm>
          <a:prstGeom prst="rect">
            <a:avLst/>
          </a:prstGeom>
          <a:solidFill>
            <a:srgbClr val="FFFFFF"/>
          </a:solidFill>
          <a:ln>
            <a:noFill/>
          </a:ln>
        </p:spPr>
        <p:txBody>
          <a:bodyPr rtlCol="0" anchor="ctr"/>
          <a:lstStyle/>
          <a:p>
            <a:pPr algn="ctr"/>
          </a:p>
        </p:txBody>
      </p:sp>
      <p:sp>
        <p:nvSpPr>
          <p:cNvPr id="194" name="TextBox 193"/>
          <p:cNvSpPr txBox="1"/>
          <p:nvPr/>
        </p:nvSpPr>
        <p:spPr>
          <a:xfrm>
            <a:off x="4636008" y="204094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24</a:t>
            </a:r>
          </a:p>
        </p:txBody>
      </p:sp>
      <p:sp>
        <p:nvSpPr>
          <p:cNvPr id="195" name="TextBox 194"/>
          <p:cNvSpPr txBox="1"/>
          <p:nvPr/>
        </p:nvSpPr>
        <p:spPr>
          <a:xfrm>
            <a:off x="4855464" y="204094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287</a:t>
            </a:r>
          </a:p>
        </p:txBody>
      </p:sp>
      <p:sp>
        <p:nvSpPr>
          <p:cNvPr id="196" name="Rectangle 195"/>
          <p:cNvSpPr/>
          <p:nvPr/>
        </p:nvSpPr>
        <p:spPr>
          <a:xfrm>
            <a:off x="5440680" y="2076602"/>
            <a:ext cx="114723" cy="91440"/>
          </a:xfrm>
          <a:prstGeom prst="rect">
            <a:avLst/>
          </a:prstGeom>
          <a:solidFill>
            <a:srgbClr val="F5A623"/>
          </a:solidFill>
          <a:ln>
            <a:noFill/>
          </a:ln>
        </p:spPr>
        <p:txBody>
          <a:bodyPr rtlCol="0" anchor="ctr"/>
          <a:lstStyle/>
          <a:p>
            <a:pPr algn="ctr"/>
          </a:p>
        </p:txBody>
      </p:sp>
      <p:sp>
        <p:nvSpPr>
          <p:cNvPr id="197" name="TextBox 196"/>
          <p:cNvSpPr txBox="1"/>
          <p:nvPr/>
        </p:nvSpPr>
        <p:spPr>
          <a:xfrm>
            <a:off x="5591979" y="2040940"/>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41</a:t>
            </a:r>
          </a:p>
        </p:txBody>
      </p:sp>
      <p:sp>
        <p:nvSpPr>
          <p:cNvPr id="198" name="TextBox 197"/>
          <p:cNvSpPr txBox="1"/>
          <p:nvPr/>
        </p:nvSpPr>
        <p:spPr>
          <a:xfrm>
            <a:off x="7287768" y="2040940"/>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13,7%</a:t>
            </a:r>
          </a:p>
        </p:txBody>
      </p:sp>
      <p:sp>
        <p:nvSpPr>
          <p:cNvPr id="199" name="TextBox 198"/>
          <p:cNvSpPr txBox="1"/>
          <p:nvPr/>
        </p:nvSpPr>
        <p:spPr>
          <a:xfrm>
            <a:off x="7790688" y="204094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1,6</a:t>
            </a:r>
          </a:p>
        </p:txBody>
      </p:sp>
      <p:sp>
        <p:nvSpPr>
          <p:cNvPr id="200" name="TextBox 199"/>
          <p:cNvSpPr txBox="1"/>
          <p:nvPr/>
        </p:nvSpPr>
        <p:spPr>
          <a:xfrm>
            <a:off x="8247888" y="204094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01" name="TextBox 200"/>
          <p:cNvSpPr txBox="1"/>
          <p:nvPr/>
        </p:nvSpPr>
        <p:spPr>
          <a:xfrm>
            <a:off x="4636008" y="220370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25</a:t>
            </a:r>
          </a:p>
        </p:txBody>
      </p:sp>
      <p:sp>
        <p:nvSpPr>
          <p:cNvPr id="202" name="TextBox 201"/>
          <p:cNvSpPr txBox="1"/>
          <p:nvPr/>
        </p:nvSpPr>
        <p:spPr>
          <a:xfrm>
            <a:off x="4855464" y="220370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35</a:t>
            </a:r>
          </a:p>
        </p:txBody>
      </p:sp>
      <p:sp>
        <p:nvSpPr>
          <p:cNvPr id="203" name="Rectangle 202"/>
          <p:cNvSpPr/>
          <p:nvPr/>
        </p:nvSpPr>
        <p:spPr>
          <a:xfrm>
            <a:off x="5440680" y="2239365"/>
            <a:ext cx="104710" cy="91440"/>
          </a:xfrm>
          <a:prstGeom prst="rect">
            <a:avLst/>
          </a:prstGeom>
          <a:solidFill>
            <a:srgbClr val="F5A623"/>
          </a:solidFill>
          <a:ln>
            <a:noFill/>
          </a:ln>
        </p:spPr>
        <p:txBody>
          <a:bodyPr rtlCol="0" anchor="ctr"/>
          <a:lstStyle/>
          <a:p>
            <a:pPr algn="ctr"/>
          </a:p>
        </p:txBody>
      </p:sp>
      <p:sp>
        <p:nvSpPr>
          <p:cNvPr id="204" name="TextBox 203"/>
          <p:cNvSpPr txBox="1"/>
          <p:nvPr/>
        </p:nvSpPr>
        <p:spPr>
          <a:xfrm>
            <a:off x="5581966" y="2203704"/>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37</a:t>
            </a:r>
          </a:p>
        </p:txBody>
      </p:sp>
      <p:sp>
        <p:nvSpPr>
          <p:cNvPr id="205" name="TextBox 204"/>
          <p:cNvSpPr txBox="1"/>
          <p:nvPr/>
        </p:nvSpPr>
        <p:spPr>
          <a:xfrm>
            <a:off x="7287768" y="2203704"/>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9,7%</a:t>
            </a:r>
          </a:p>
        </p:txBody>
      </p:sp>
      <p:sp>
        <p:nvSpPr>
          <p:cNvPr id="206" name="TextBox 205"/>
          <p:cNvSpPr txBox="1"/>
          <p:nvPr/>
        </p:nvSpPr>
        <p:spPr>
          <a:xfrm>
            <a:off x="7790688" y="2203704"/>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a:t>
            </a:r>
          </a:p>
        </p:txBody>
      </p:sp>
      <p:sp>
        <p:nvSpPr>
          <p:cNvPr id="207" name="TextBox 206"/>
          <p:cNvSpPr txBox="1"/>
          <p:nvPr/>
        </p:nvSpPr>
        <p:spPr>
          <a:xfrm>
            <a:off x="8247888" y="2203704"/>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08" name="Rectangle 207"/>
          <p:cNvSpPr/>
          <p:nvPr/>
        </p:nvSpPr>
        <p:spPr>
          <a:xfrm>
            <a:off x="4636008" y="2366467"/>
            <a:ext cx="4114800" cy="162763"/>
          </a:xfrm>
          <a:prstGeom prst="rect">
            <a:avLst/>
          </a:prstGeom>
          <a:solidFill>
            <a:srgbClr val="FFFFFF"/>
          </a:solidFill>
          <a:ln>
            <a:noFill/>
          </a:ln>
        </p:spPr>
        <p:txBody>
          <a:bodyPr rtlCol="0" anchor="ctr"/>
          <a:lstStyle/>
          <a:p>
            <a:pPr algn="ctr"/>
          </a:p>
        </p:txBody>
      </p:sp>
      <p:sp>
        <p:nvSpPr>
          <p:cNvPr id="209" name="TextBox 208"/>
          <p:cNvSpPr txBox="1"/>
          <p:nvPr/>
        </p:nvSpPr>
        <p:spPr>
          <a:xfrm>
            <a:off x="4636008" y="236646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26</a:t>
            </a:r>
          </a:p>
        </p:txBody>
      </p:sp>
      <p:sp>
        <p:nvSpPr>
          <p:cNvPr id="210" name="TextBox 209"/>
          <p:cNvSpPr txBox="1"/>
          <p:nvPr/>
        </p:nvSpPr>
        <p:spPr>
          <a:xfrm>
            <a:off x="4855464" y="236646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435p</a:t>
            </a:r>
          </a:p>
        </p:txBody>
      </p:sp>
      <p:sp>
        <p:nvSpPr>
          <p:cNvPr id="211" name="Rectangle 210"/>
          <p:cNvSpPr/>
          <p:nvPr/>
        </p:nvSpPr>
        <p:spPr>
          <a:xfrm>
            <a:off x="5440680" y="2402128"/>
            <a:ext cx="102920" cy="91440"/>
          </a:xfrm>
          <a:prstGeom prst="rect">
            <a:avLst/>
          </a:prstGeom>
          <a:solidFill>
            <a:srgbClr val="F5A623"/>
          </a:solidFill>
          <a:ln>
            <a:noFill/>
          </a:ln>
        </p:spPr>
        <p:txBody>
          <a:bodyPr rtlCol="0" anchor="ctr"/>
          <a:lstStyle/>
          <a:p>
            <a:pPr algn="ctr"/>
          </a:p>
        </p:txBody>
      </p:sp>
      <p:sp>
        <p:nvSpPr>
          <p:cNvPr id="212" name="TextBox 211"/>
          <p:cNvSpPr txBox="1"/>
          <p:nvPr/>
        </p:nvSpPr>
        <p:spPr>
          <a:xfrm>
            <a:off x="5580176" y="2366467"/>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37</a:t>
            </a:r>
          </a:p>
        </p:txBody>
      </p:sp>
      <p:sp>
        <p:nvSpPr>
          <p:cNvPr id="213" name="TextBox 212"/>
          <p:cNvSpPr txBox="1"/>
          <p:nvPr/>
        </p:nvSpPr>
        <p:spPr>
          <a:xfrm>
            <a:off x="7287768" y="2366467"/>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9,6%</a:t>
            </a:r>
          </a:p>
        </p:txBody>
      </p:sp>
      <p:sp>
        <p:nvSpPr>
          <p:cNvPr id="214" name="TextBox 213"/>
          <p:cNvSpPr txBox="1"/>
          <p:nvPr/>
        </p:nvSpPr>
        <p:spPr>
          <a:xfrm>
            <a:off x="7790688" y="2366467"/>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a:t>
            </a:r>
          </a:p>
        </p:txBody>
      </p:sp>
      <p:sp>
        <p:nvSpPr>
          <p:cNvPr id="215" name="TextBox 214"/>
          <p:cNvSpPr txBox="1"/>
          <p:nvPr/>
        </p:nvSpPr>
        <p:spPr>
          <a:xfrm>
            <a:off x="8247888" y="2366467"/>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16" name="TextBox 215"/>
          <p:cNvSpPr txBox="1"/>
          <p:nvPr/>
        </p:nvSpPr>
        <p:spPr>
          <a:xfrm>
            <a:off x="4636008" y="252923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27</a:t>
            </a:r>
          </a:p>
        </p:txBody>
      </p:sp>
      <p:sp>
        <p:nvSpPr>
          <p:cNvPr id="217" name="TextBox 216"/>
          <p:cNvSpPr txBox="1"/>
          <p:nvPr/>
        </p:nvSpPr>
        <p:spPr>
          <a:xfrm>
            <a:off x="4855464" y="252923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93p</a:t>
            </a:r>
          </a:p>
        </p:txBody>
      </p:sp>
      <p:sp>
        <p:nvSpPr>
          <p:cNvPr id="218" name="Rectangle 217"/>
          <p:cNvSpPr/>
          <p:nvPr/>
        </p:nvSpPr>
        <p:spPr>
          <a:xfrm>
            <a:off x="5440680" y="2564892"/>
            <a:ext cx="102855" cy="91440"/>
          </a:xfrm>
          <a:prstGeom prst="rect">
            <a:avLst/>
          </a:prstGeom>
          <a:solidFill>
            <a:srgbClr val="F5A623"/>
          </a:solidFill>
          <a:ln>
            <a:noFill/>
          </a:ln>
        </p:spPr>
        <p:txBody>
          <a:bodyPr rtlCol="0" anchor="ctr"/>
          <a:lstStyle/>
          <a:p>
            <a:pPr algn="ctr"/>
          </a:p>
        </p:txBody>
      </p:sp>
      <p:sp>
        <p:nvSpPr>
          <p:cNvPr id="219" name="TextBox 218"/>
          <p:cNvSpPr txBox="1"/>
          <p:nvPr/>
        </p:nvSpPr>
        <p:spPr>
          <a:xfrm>
            <a:off x="5580111" y="2529230"/>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36</a:t>
            </a:r>
          </a:p>
        </p:txBody>
      </p:sp>
      <p:sp>
        <p:nvSpPr>
          <p:cNvPr id="220" name="TextBox 219"/>
          <p:cNvSpPr txBox="1"/>
          <p:nvPr/>
        </p:nvSpPr>
        <p:spPr>
          <a:xfrm>
            <a:off x="7287768" y="2529230"/>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6,7%</a:t>
            </a:r>
          </a:p>
        </p:txBody>
      </p:sp>
      <p:sp>
        <p:nvSpPr>
          <p:cNvPr id="221" name="TextBox 220"/>
          <p:cNvSpPr txBox="1"/>
          <p:nvPr/>
        </p:nvSpPr>
        <p:spPr>
          <a:xfrm>
            <a:off x="7790688" y="252923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a:t>
            </a:r>
          </a:p>
        </p:txBody>
      </p:sp>
      <p:sp>
        <p:nvSpPr>
          <p:cNvPr id="222" name="TextBox 221"/>
          <p:cNvSpPr txBox="1"/>
          <p:nvPr/>
        </p:nvSpPr>
        <p:spPr>
          <a:xfrm>
            <a:off x="8247888" y="252923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23" name="Rectangle 222"/>
          <p:cNvSpPr/>
          <p:nvPr/>
        </p:nvSpPr>
        <p:spPr>
          <a:xfrm>
            <a:off x="4636008" y="2691993"/>
            <a:ext cx="4114800" cy="162763"/>
          </a:xfrm>
          <a:prstGeom prst="rect">
            <a:avLst/>
          </a:prstGeom>
          <a:solidFill>
            <a:srgbClr val="FFFFFF"/>
          </a:solidFill>
          <a:ln>
            <a:noFill/>
          </a:ln>
        </p:spPr>
        <p:txBody>
          <a:bodyPr rtlCol="0" anchor="ctr"/>
          <a:lstStyle/>
          <a:p>
            <a:pPr algn="ctr"/>
          </a:p>
        </p:txBody>
      </p:sp>
      <p:sp>
        <p:nvSpPr>
          <p:cNvPr id="224" name="TextBox 223"/>
          <p:cNvSpPr txBox="1"/>
          <p:nvPr/>
        </p:nvSpPr>
        <p:spPr>
          <a:xfrm>
            <a:off x="4636008" y="269199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28</a:t>
            </a:r>
          </a:p>
        </p:txBody>
      </p:sp>
      <p:sp>
        <p:nvSpPr>
          <p:cNvPr id="225" name="TextBox 224"/>
          <p:cNvSpPr txBox="1"/>
          <p:nvPr/>
        </p:nvSpPr>
        <p:spPr>
          <a:xfrm>
            <a:off x="4855464" y="269199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57</a:t>
            </a:r>
          </a:p>
        </p:txBody>
      </p:sp>
      <p:sp>
        <p:nvSpPr>
          <p:cNvPr id="226" name="Rectangle 225"/>
          <p:cNvSpPr/>
          <p:nvPr/>
        </p:nvSpPr>
        <p:spPr>
          <a:xfrm>
            <a:off x="5440680" y="2727655"/>
            <a:ext cx="98129" cy="91440"/>
          </a:xfrm>
          <a:prstGeom prst="rect">
            <a:avLst/>
          </a:prstGeom>
          <a:solidFill>
            <a:srgbClr val="F5A623"/>
          </a:solidFill>
          <a:ln>
            <a:noFill/>
          </a:ln>
        </p:spPr>
        <p:txBody>
          <a:bodyPr rtlCol="0" anchor="ctr"/>
          <a:lstStyle/>
          <a:p>
            <a:pPr algn="ctr"/>
          </a:p>
        </p:txBody>
      </p:sp>
      <p:sp>
        <p:nvSpPr>
          <p:cNvPr id="227" name="TextBox 226"/>
          <p:cNvSpPr txBox="1"/>
          <p:nvPr/>
        </p:nvSpPr>
        <p:spPr>
          <a:xfrm>
            <a:off x="5575385" y="2691993"/>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35</a:t>
            </a:r>
          </a:p>
        </p:txBody>
      </p:sp>
      <p:sp>
        <p:nvSpPr>
          <p:cNvPr id="228" name="TextBox 227"/>
          <p:cNvSpPr txBox="1"/>
          <p:nvPr/>
        </p:nvSpPr>
        <p:spPr>
          <a:xfrm>
            <a:off x="7287768" y="2691993"/>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8,1%</a:t>
            </a:r>
          </a:p>
        </p:txBody>
      </p:sp>
      <p:sp>
        <p:nvSpPr>
          <p:cNvPr id="229" name="TextBox 228"/>
          <p:cNvSpPr txBox="1"/>
          <p:nvPr/>
        </p:nvSpPr>
        <p:spPr>
          <a:xfrm>
            <a:off x="7790688" y="2691993"/>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a:t>
            </a:r>
          </a:p>
        </p:txBody>
      </p:sp>
      <p:sp>
        <p:nvSpPr>
          <p:cNvPr id="230" name="TextBox 229"/>
          <p:cNvSpPr txBox="1"/>
          <p:nvPr/>
        </p:nvSpPr>
        <p:spPr>
          <a:xfrm>
            <a:off x="8247888" y="2691993"/>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31" name="TextBox 230"/>
          <p:cNvSpPr txBox="1"/>
          <p:nvPr/>
        </p:nvSpPr>
        <p:spPr>
          <a:xfrm>
            <a:off x="4636008" y="285475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29</a:t>
            </a:r>
          </a:p>
        </p:txBody>
      </p:sp>
      <p:sp>
        <p:nvSpPr>
          <p:cNvPr id="232" name="TextBox 231"/>
          <p:cNvSpPr txBox="1"/>
          <p:nvPr/>
        </p:nvSpPr>
        <p:spPr>
          <a:xfrm>
            <a:off x="4855464" y="285475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48</a:t>
            </a:r>
          </a:p>
        </p:txBody>
      </p:sp>
      <p:sp>
        <p:nvSpPr>
          <p:cNvPr id="233" name="Rectangle 232"/>
          <p:cNvSpPr/>
          <p:nvPr/>
        </p:nvSpPr>
        <p:spPr>
          <a:xfrm>
            <a:off x="5440680" y="2890418"/>
            <a:ext cx="93169" cy="91440"/>
          </a:xfrm>
          <a:prstGeom prst="rect">
            <a:avLst/>
          </a:prstGeom>
          <a:solidFill>
            <a:srgbClr val="F5A623"/>
          </a:solidFill>
          <a:ln>
            <a:noFill/>
          </a:ln>
        </p:spPr>
        <p:txBody>
          <a:bodyPr rtlCol="0" anchor="ctr"/>
          <a:lstStyle/>
          <a:p>
            <a:pPr algn="ctr"/>
          </a:p>
        </p:txBody>
      </p:sp>
      <p:sp>
        <p:nvSpPr>
          <p:cNvPr id="234" name="TextBox 233"/>
          <p:cNvSpPr txBox="1"/>
          <p:nvPr/>
        </p:nvSpPr>
        <p:spPr>
          <a:xfrm>
            <a:off x="5570425" y="2854756"/>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33</a:t>
            </a:r>
          </a:p>
        </p:txBody>
      </p:sp>
      <p:sp>
        <p:nvSpPr>
          <p:cNvPr id="235" name="TextBox 234"/>
          <p:cNvSpPr txBox="1"/>
          <p:nvPr/>
        </p:nvSpPr>
        <p:spPr>
          <a:xfrm>
            <a:off x="7287768" y="2854756"/>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10,0%</a:t>
            </a:r>
          </a:p>
        </p:txBody>
      </p:sp>
      <p:sp>
        <p:nvSpPr>
          <p:cNvPr id="236" name="TextBox 235"/>
          <p:cNvSpPr txBox="1"/>
          <p:nvPr/>
        </p:nvSpPr>
        <p:spPr>
          <a:xfrm>
            <a:off x="7790688" y="2854756"/>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1,6</a:t>
            </a:r>
          </a:p>
        </p:txBody>
      </p:sp>
      <p:sp>
        <p:nvSpPr>
          <p:cNvPr id="237" name="TextBox 236"/>
          <p:cNvSpPr txBox="1"/>
          <p:nvPr/>
        </p:nvSpPr>
        <p:spPr>
          <a:xfrm>
            <a:off x="8247888" y="2854756"/>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38" name="Rectangle 237"/>
          <p:cNvSpPr/>
          <p:nvPr/>
        </p:nvSpPr>
        <p:spPr>
          <a:xfrm>
            <a:off x="4636008" y="3017520"/>
            <a:ext cx="4114800" cy="162763"/>
          </a:xfrm>
          <a:prstGeom prst="rect">
            <a:avLst/>
          </a:prstGeom>
          <a:solidFill>
            <a:srgbClr val="FFFFFF"/>
          </a:solidFill>
          <a:ln>
            <a:noFill/>
          </a:ln>
        </p:spPr>
        <p:txBody>
          <a:bodyPr rtlCol="0" anchor="ctr"/>
          <a:lstStyle/>
          <a:p>
            <a:pPr algn="ctr"/>
          </a:p>
        </p:txBody>
      </p:sp>
      <p:sp>
        <p:nvSpPr>
          <p:cNvPr id="239" name="TextBox 238"/>
          <p:cNvSpPr txBox="1"/>
          <p:nvPr/>
        </p:nvSpPr>
        <p:spPr>
          <a:xfrm>
            <a:off x="4636008" y="301752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30</a:t>
            </a:r>
          </a:p>
        </p:txBody>
      </p:sp>
      <p:sp>
        <p:nvSpPr>
          <p:cNvPr id="240" name="TextBox 239"/>
          <p:cNvSpPr txBox="1"/>
          <p:nvPr/>
        </p:nvSpPr>
        <p:spPr>
          <a:xfrm>
            <a:off x="4855464" y="301752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30</a:t>
            </a:r>
          </a:p>
        </p:txBody>
      </p:sp>
      <p:sp>
        <p:nvSpPr>
          <p:cNvPr id="241" name="Rectangle 240"/>
          <p:cNvSpPr/>
          <p:nvPr/>
        </p:nvSpPr>
        <p:spPr>
          <a:xfrm>
            <a:off x="5440680" y="3053181"/>
            <a:ext cx="81751" cy="91440"/>
          </a:xfrm>
          <a:prstGeom prst="rect">
            <a:avLst/>
          </a:prstGeom>
          <a:solidFill>
            <a:srgbClr val="F5A623"/>
          </a:solidFill>
          <a:ln>
            <a:noFill/>
          </a:ln>
        </p:spPr>
        <p:txBody>
          <a:bodyPr rtlCol="0" anchor="ctr"/>
          <a:lstStyle/>
          <a:p>
            <a:pPr algn="ctr"/>
          </a:p>
        </p:txBody>
      </p:sp>
      <p:sp>
        <p:nvSpPr>
          <p:cNvPr id="242" name="TextBox 241"/>
          <p:cNvSpPr txBox="1"/>
          <p:nvPr/>
        </p:nvSpPr>
        <p:spPr>
          <a:xfrm>
            <a:off x="5559007" y="3017520"/>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29</a:t>
            </a:r>
          </a:p>
        </p:txBody>
      </p:sp>
      <p:sp>
        <p:nvSpPr>
          <p:cNvPr id="243" name="TextBox 242"/>
          <p:cNvSpPr txBox="1"/>
          <p:nvPr/>
        </p:nvSpPr>
        <p:spPr>
          <a:xfrm>
            <a:off x="7287768" y="3017520"/>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6,7%</a:t>
            </a:r>
          </a:p>
        </p:txBody>
      </p:sp>
      <p:sp>
        <p:nvSpPr>
          <p:cNvPr id="244" name="TextBox 243"/>
          <p:cNvSpPr txBox="1"/>
          <p:nvPr/>
        </p:nvSpPr>
        <p:spPr>
          <a:xfrm>
            <a:off x="7790688" y="301752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a:t>
            </a:r>
          </a:p>
        </p:txBody>
      </p:sp>
      <p:sp>
        <p:nvSpPr>
          <p:cNvPr id="245" name="TextBox 244"/>
          <p:cNvSpPr txBox="1"/>
          <p:nvPr/>
        </p:nvSpPr>
        <p:spPr>
          <a:xfrm>
            <a:off x="8247888" y="301752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46" name="TextBox 245"/>
          <p:cNvSpPr txBox="1"/>
          <p:nvPr/>
        </p:nvSpPr>
        <p:spPr>
          <a:xfrm>
            <a:off x="4636008" y="318028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31</a:t>
            </a:r>
          </a:p>
        </p:txBody>
      </p:sp>
      <p:sp>
        <p:nvSpPr>
          <p:cNvPr id="247" name="TextBox 246"/>
          <p:cNvSpPr txBox="1"/>
          <p:nvPr/>
        </p:nvSpPr>
        <p:spPr>
          <a:xfrm>
            <a:off x="4855464" y="318028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42</a:t>
            </a:r>
          </a:p>
        </p:txBody>
      </p:sp>
      <p:sp>
        <p:nvSpPr>
          <p:cNvPr id="248" name="Rectangle 247"/>
          <p:cNvSpPr/>
          <p:nvPr/>
        </p:nvSpPr>
        <p:spPr>
          <a:xfrm>
            <a:off x="5440680" y="3215944"/>
            <a:ext cx="81095" cy="91440"/>
          </a:xfrm>
          <a:prstGeom prst="rect">
            <a:avLst/>
          </a:prstGeom>
          <a:solidFill>
            <a:srgbClr val="F5A623"/>
          </a:solidFill>
          <a:ln>
            <a:noFill/>
          </a:ln>
        </p:spPr>
        <p:txBody>
          <a:bodyPr rtlCol="0" anchor="ctr"/>
          <a:lstStyle/>
          <a:p>
            <a:pPr algn="ctr"/>
          </a:p>
        </p:txBody>
      </p:sp>
      <p:sp>
        <p:nvSpPr>
          <p:cNvPr id="249" name="TextBox 248"/>
          <p:cNvSpPr txBox="1"/>
          <p:nvPr/>
        </p:nvSpPr>
        <p:spPr>
          <a:xfrm>
            <a:off x="5558351" y="3180283"/>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29</a:t>
            </a:r>
          </a:p>
        </p:txBody>
      </p:sp>
      <p:sp>
        <p:nvSpPr>
          <p:cNvPr id="250" name="TextBox 249"/>
          <p:cNvSpPr txBox="1"/>
          <p:nvPr/>
        </p:nvSpPr>
        <p:spPr>
          <a:xfrm>
            <a:off x="7287768" y="3180283"/>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8,0%</a:t>
            </a:r>
          </a:p>
        </p:txBody>
      </p:sp>
      <p:sp>
        <p:nvSpPr>
          <p:cNvPr id="251" name="TextBox 250"/>
          <p:cNvSpPr txBox="1"/>
          <p:nvPr/>
        </p:nvSpPr>
        <p:spPr>
          <a:xfrm>
            <a:off x="7790688" y="3180283"/>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a:t>
            </a:r>
          </a:p>
        </p:txBody>
      </p:sp>
      <p:sp>
        <p:nvSpPr>
          <p:cNvPr id="252" name="TextBox 251"/>
          <p:cNvSpPr txBox="1"/>
          <p:nvPr/>
        </p:nvSpPr>
        <p:spPr>
          <a:xfrm>
            <a:off x="8247888" y="3180283"/>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53" name="Rectangle 252"/>
          <p:cNvSpPr/>
          <p:nvPr/>
        </p:nvSpPr>
        <p:spPr>
          <a:xfrm>
            <a:off x="4636008" y="3343046"/>
            <a:ext cx="4114800" cy="162763"/>
          </a:xfrm>
          <a:prstGeom prst="rect">
            <a:avLst/>
          </a:prstGeom>
          <a:solidFill>
            <a:srgbClr val="FFFFFF"/>
          </a:solidFill>
          <a:ln>
            <a:noFill/>
          </a:ln>
        </p:spPr>
        <p:txBody>
          <a:bodyPr rtlCol="0" anchor="ctr"/>
          <a:lstStyle/>
          <a:p>
            <a:pPr algn="ctr"/>
          </a:p>
        </p:txBody>
      </p:sp>
      <p:sp>
        <p:nvSpPr>
          <p:cNvPr id="254" name="TextBox 253"/>
          <p:cNvSpPr txBox="1"/>
          <p:nvPr/>
        </p:nvSpPr>
        <p:spPr>
          <a:xfrm>
            <a:off x="4636008" y="334304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32</a:t>
            </a:r>
          </a:p>
        </p:txBody>
      </p:sp>
      <p:sp>
        <p:nvSpPr>
          <p:cNvPr id="255" name="TextBox 254"/>
          <p:cNvSpPr txBox="1"/>
          <p:nvPr/>
        </p:nvSpPr>
        <p:spPr>
          <a:xfrm>
            <a:off x="4855464" y="334304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63</a:t>
            </a:r>
          </a:p>
        </p:txBody>
      </p:sp>
      <p:sp>
        <p:nvSpPr>
          <p:cNvPr id="256" name="Rectangle 255"/>
          <p:cNvSpPr/>
          <p:nvPr/>
        </p:nvSpPr>
        <p:spPr>
          <a:xfrm>
            <a:off x="5440680" y="3378708"/>
            <a:ext cx="71460" cy="91440"/>
          </a:xfrm>
          <a:prstGeom prst="rect">
            <a:avLst/>
          </a:prstGeom>
          <a:solidFill>
            <a:srgbClr val="F5A623"/>
          </a:solidFill>
          <a:ln>
            <a:noFill/>
          </a:ln>
        </p:spPr>
        <p:txBody>
          <a:bodyPr rtlCol="0" anchor="ctr"/>
          <a:lstStyle/>
          <a:p>
            <a:pPr algn="ctr"/>
          </a:p>
        </p:txBody>
      </p:sp>
      <p:sp>
        <p:nvSpPr>
          <p:cNvPr id="257" name="TextBox 256"/>
          <p:cNvSpPr txBox="1"/>
          <p:nvPr/>
        </p:nvSpPr>
        <p:spPr>
          <a:xfrm>
            <a:off x="5548716" y="3343046"/>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25</a:t>
            </a:r>
          </a:p>
        </p:txBody>
      </p:sp>
      <p:sp>
        <p:nvSpPr>
          <p:cNvPr id="258" name="TextBox 257"/>
          <p:cNvSpPr txBox="1"/>
          <p:nvPr/>
        </p:nvSpPr>
        <p:spPr>
          <a:xfrm>
            <a:off x="7287768" y="3343046"/>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7,8%</a:t>
            </a:r>
          </a:p>
        </p:txBody>
      </p:sp>
      <p:sp>
        <p:nvSpPr>
          <p:cNvPr id="259" name="TextBox 258"/>
          <p:cNvSpPr txBox="1"/>
          <p:nvPr/>
        </p:nvSpPr>
        <p:spPr>
          <a:xfrm>
            <a:off x="7790688" y="3343046"/>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a:t>
            </a:r>
          </a:p>
        </p:txBody>
      </p:sp>
      <p:sp>
        <p:nvSpPr>
          <p:cNvPr id="260" name="TextBox 259"/>
          <p:cNvSpPr txBox="1"/>
          <p:nvPr/>
        </p:nvSpPr>
        <p:spPr>
          <a:xfrm>
            <a:off x="8247888" y="3343046"/>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61" name="TextBox 260"/>
          <p:cNvSpPr txBox="1"/>
          <p:nvPr/>
        </p:nvSpPr>
        <p:spPr>
          <a:xfrm>
            <a:off x="4636008" y="350580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33</a:t>
            </a:r>
          </a:p>
        </p:txBody>
      </p:sp>
      <p:sp>
        <p:nvSpPr>
          <p:cNvPr id="262" name="TextBox 261"/>
          <p:cNvSpPr txBox="1"/>
          <p:nvPr/>
        </p:nvSpPr>
        <p:spPr>
          <a:xfrm>
            <a:off x="4855464" y="350580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56</a:t>
            </a:r>
          </a:p>
        </p:txBody>
      </p:sp>
      <p:sp>
        <p:nvSpPr>
          <p:cNvPr id="263" name="Rectangle 262"/>
          <p:cNvSpPr/>
          <p:nvPr/>
        </p:nvSpPr>
        <p:spPr>
          <a:xfrm>
            <a:off x="5440680" y="3541471"/>
            <a:ext cx="71297" cy="91440"/>
          </a:xfrm>
          <a:prstGeom prst="rect">
            <a:avLst/>
          </a:prstGeom>
          <a:solidFill>
            <a:srgbClr val="F5A623"/>
          </a:solidFill>
          <a:ln>
            <a:noFill/>
          </a:ln>
        </p:spPr>
        <p:txBody>
          <a:bodyPr rtlCol="0" anchor="ctr"/>
          <a:lstStyle/>
          <a:p>
            <a:pPr algn="ctr"/>
          </a:p>
        </p:txBody>
      </p:sp>
      <p:sp>
        <p:nvSpPr>
          <p:cNvPr id="264" name="TextBox 263"/>
          <p:cNvSpPr txBox="1"/>
          <p:nvPr/>
        </p:nvSpPr>
        <p:spPr>
          <a:xfrm>
            <a:off x="5548553" y="3505809"/>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25</a:t>
            </a:r>
          </a:p>
        </p:txBody>
      </p:sp>
      <p:sp>
        <p:nvSpPr>
          <p:cNvPr id="265" name="TextBox 264"/>
          <p:cNvSpPr txBox="1"/>
          <p:nvPr/>
        </p:nvSpPr>
        <p:spPr>
          <a:xfrm>
            <a:off x="7287768" y="3505809"/>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6,0%</a:t>
            </a:r>
          </a:p>
        </p:txBody>
      </p:sp>
      <p:sp>
        <p:nvSpPr>
          <p:cNvPr id="266" name="TextBox 265"/>
          <p:cNvSpPr txBox="1"/>
          <p:nvPr/>
        </p:nvSpPr>
        <p:spPr>
          <a:xfrm>
            <a:off x="7790688" y="3505809"/>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0,9</a:t>
            </a:r>
          </a:p>
        </p:txBody>
      </p:sp>
      <p:sp>
        <p:nvSpPr>
          <p:cNvPr id="267" name="TextBox 266"/>
          <p:cNvSpPr txBox="1"/>
          <p:nvPr/>
        </p:nvSpPr>
        <p:spPr>
          <a:xfrm>
            <a:off x="8247888" y="3505809"/>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68" name="Rectangle 267"/>
          <p:cNvSpPr/>
          <p:nvPr/>
        </p:nvSpPr>
        <p:spPr>
          <a:xfrm>
            <a:off x="4636008" y="3668572"/>
            <a:ext cx="4114800" cy="162763"/>
          </a:xfrm>
          <a:prstGeom prst="rect">
            <a:avLst/>
          </a:prstGeom>
          <a:solidFill>
            <a:srgbClr val="FFFFFF"/>
          </a:solidFill>
          <a:ln>
            <a:noFill/>
          </a:ln>
        </p:spPr>
        <p:txBody>
          <a:bodyPr rtlCol="0" anchor="ctr"/>
          <a:lstStyle/>
          <a:p>
            <a:pPr algn="ctr"/>
          </a:p>
        </p:txBody>
      </p:sp>
      <p:sp>
        <p:nvSpPr>
          <p:cNvPr id="269" name="TextBox 268"/>
          <p:cNvSpPr txBox="1"/>
          <p:nvPr/>
        </p:nvSpPr>
        <p:spPr>
          <a:xfrm>
            <a:off x="4636008" y="366857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34</a:t>
            </a:r>
          </a:p>
        </p:txBody>
      </p:sp>
      <p:sp>
        <p:nvSpPr>
          <p:cNvPr id="270" name="TextBox 269"/>
          <p:cNvSpPr txBox="1"/>
          <p:nvPr/>
        </p:nvSpPr>
        <p:spPr>
          <a:xfrm>
            <a:off x="4855464" y="366857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23p</a:t>
            </a:r>
          </a:p>
        </p:txBody>
      </p:sp>
      <p:sp>
        <p:nvSpPr>
          <p:cNvPr id="271" name="Rectangle 270"/>
          <p:cNvSpPr/>
          <p:nvPr/>
        </p:nvSpPr>
        <p:spPr>
          <a:xfrm>
            <a:off x="5440680" y="3704234"/>
            <a:ext cx="40797" cy="91440"/>
          </a:xfrm>
          <a:prstGeom prst="rect">
            <a:avLst/>
          </a:prstGeom>
          <a:solidFill>
            <a:srgbClr val="1E8449"/>
          </a:solidFill>
          <a:ln>
            <a:noFill/>
          </a:ln>
        </p:spPr>
        <p:txBody>
          <a:bodyPr rtlCol="0" anchor="ctr"/>
          <a:lstStyle/>
          <a:p>
            <a:pPr algn="ctr"/>
          </a:p>
        </p:txBody>
      </p:sp>
      <p:sp>
        <p:nvSpPr>
          <p:cNvPr id="272" name="TextBox 271"/>
          <p:cNvSpPr txBox="1"/>
          <p:nvPr/>
        </p:nvSpPr>
        <p:spPr>
          <a:xfrm>
            <a:off x="5518053" y="3668572"/>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14</a:t>
            </a:r>
          </a:p>
        </p:txBody>
      </p:sp>
      <p:sp>
        <p:nvSpPr>
          <p:cNvPr id="273" name="TextBox 272"/>
          <p:cNvSpPr txBox="1"/>
          <p:nvPr/>
        </p:nvSpPr>
        <p:spPr>
          <a:xfrm>
            <a:off x="7287768" y="3668572"/>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4,6%</a:t>
            </a:r>
          </a:p>
        </p:txBody>
      </p:sp>
      <p:sp>
        <p:nvSpPr>
          <p:cNvPr id="274" name="TextBox 273"/>
          <p:cNvSpPr txBox="1"/>
          <p:nvPr/>
        </p:nvSpPr>
        <p:spPr>
          <a:xfrm>
            <a:off x="7790688" y="3668572"/>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0,7</a:t>
            </a:r>
          </a:p>
        </p:txBody>
      </p:sp>
      <p:sp>
        <p:nvSpPr>
          <p:cNvPr id="275" name="TextBox 274"/>
          <p:cNvSpPr txBox="1"/>
          <p:nvPr/>
        </p:nvSpPr>
        <p:spPr>
          <a:xfrm>
            <a:off x="8247888" y="3668572"/>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76" name="TextBox 275"/>
          <p:cNvSpPr txBox="1"/>
          <p:nvPr/>
        </p:nvSpPr>
        <p:spPr>
          <a:xfrm>
            <a:off x="4636008" y="383133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35</a:t>
            </a:r>
          </a:p>
        </p:txBody>
      </p:sp>
      <p:sp>
        <p:nvSpPr>
          <p:cNvPr id="277" name="TextBox 276"/>
          <p:cNvSpPr txBox="1"/>
          <p:nvPr/>
        </p:nvSpPr>
        <p:spPr>
          <a:xfrm>
            <a:off x="4855464" y="383133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102p</a:t>
            </a:r>
          </a:p>
        </p:txBody>
      </p:sp>
      <p:sp>
        <p:nvSpPr>
          <p:cNvPr id="278" name="Rectangle 277"/>
          <p:cNvSpPr/>
          <p:nvPr/>
        </p:nvSpPr>
        <p:spPr>
          <a:xfrm>
            <a:off x="5440680" y="3866997"/>
            <a:ext cx="19518" cy="91440"/>
          </a:xfrm>
          <a:prstGeom prst="rect">
            <a:avLst/>
          </a:prstGeom>
          <a:solidFill>
            <a:srgbClr val="1E8449"/>
          </a:solidFill>
          <a:ln>
            <a:noFill/>
          </a:ln>
        </p:spPr>
        <p:txBody>
          <a:bodyPr rtlCol="0" anchor="ctr"/>
          <a:lstStyle/>
          <a:p>
            <a:pPr algn="ctr"/>
          </a:p>
        </p:txBody>
      </p:sp>
      <p:sp>
        <p:nvSpPr>
          <p:cNvPr id="279" name="TextBox 278"/>
          <p:cNvSpPr txBox="1"/>
          <p:nvPr/>
        </p:nvSpPr>
        <p:spPr>
          <a:xfrm>
            <a:off x="5496774" y="3831335"/>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7</a:t>
            </a:r>
          </a:p>
        </p:txBody>
      </p:sp>
      <p:sp>
        <p:nvSpPr>
          <p:cNvPr id="280" name="TextBox 279"/>
          <p:cNvSpPr txBox="1"/>
          <p:nvPr/>
        </p:nvSpPr>
        <p:spPr>
          <a:xfrm>
            <a:off x="7287768" y="3831335"/>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2,3%</a:t>
            </a:r>
          </a:p>
        </p:txBody>
      </p:sp>
      <p:sp>
        <p:nvSpPr>
          <p:cNvPr id="281" name="TextBox 280"/>
          <p:cNvSpPr txBox="1"/>
          <p:nvPr/>
        </p:nvSpPr>
        <p:spPr>
          <a:xfrm>
            <a:off x="7790688" y="3831335"/>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0,5</a:t>
            </a:r>
          </a:p>
        </p:txBody>
      </p:sp>
      <p:sp>
        <p:nvSpPr>
          <p:cNvPr id="282" name="TextBox 281"/>
          <p:cNvSpPr txBox="1"/>
          <p:nvPr/>
        </p:nvSpPr>
        <p:spPr>
          <a:xfrm>
            <a:off x="8247888" y="3831335"/>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83" name="Rectangle 282"/>
          <p:cNvSpPr/>
          <p:nvPr/>
        </p:nvSpPr>
        <p:spPr>
          <a:xfrm>
            <a:off x="4636008" y="3994099"/>
            <a:ext cx="4114800" cy="162763"/>
          </a:xfrm>
          <a:prstGeom prst="rect">
            <a:avLst/>
          </a:prstGeom>
          <a:solidFill>
            <a:srgbClr val="FFFFFF"/>
          </a:solidFill>
          <a:ln>
            <a:noFill/>
          </a:ln>
        </p:spPr>
        <p:txBody>
          <a:bodyPr rtlCol="0" anchor="ctr"/>
          <a:lstStyle/>
          <a:p>
            <a:pPr algn="ctr"/>
          </a:p>
        </p:txBody>
      </p:sp>
      <p:sp>
        <p:nvSpPr>
          <p:cNvPr id="284" name="TextBox 283"/>
          <p:cNvSpPr txBox="1"/>
          <p:nvPr/>
        </p:nvSpPr>
        <p:spPr>
          <a:xfrm>
            <a:off x="4636008" y="399409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36</a:t>
            </a:r>
          </a:p>
        </p:txBody>
      </p:sp>
      <p:sp>
        <p:nvSpPr>
          <p:cNvPr id="285" name="TextBox 284"/>
          <p:cNvSpPr txBox="1"/>
          <p:nvPr/>
        </p:nvSpPr>
        <p:spPr>
          <a:xfrm>
            <a:off x="4855464" y="399409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24</a:t>
            </a:r>
          </a:p>
        </p:txBody>
      </p:sp>
      <p:sp>
        <p:nvSpPr>
          <p:cNvPr id="286" name="Rectangle 285"/>
          <p:cNvSpPr/>
          <p:nvPr/>
        </p:nvSpPr>
        <p:spPr>
          <a:xfrm>
            <a:off x="5440680" y="4029760"/>
            <a:ext cx="16772" cy="91440"/>
          </a:xfrm>
          <a:prstGeom prst="rect">
            <a:avLst/>
          </a:prstGeom>
          <a:solidFill>
            <a:srgbClr val="1E8449"/>
          </a:solidFill>
          <a:ln>
            <a:noFill/>
          </a:ln>
        </p:spPr>
        <p:txBody>
          <a:bodyPr rtlCol="0" anchor="ctr"/>
          <a:lstStyle/>
          <a:p>
            <a:pPr algn="ctr"/>
          </a:p>
        </p:txBody>
      </p:sp>
      <p:sp>
        <p:nvSpPr>
          <p:cNvPr id="287" name="TextBox 286"/>
          <p:cNvSpPr txBox="1"/>
          <p:nvPr/>
        </p:nvSpPr>
        <p:spPr>
          <a:xfrm>
            <a:off x="5494028" y="3994099"/>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6</a:t>
            </a:r>
          </a:p>
        </p:txBody>
      </p:sp>
      <p:sp>
        <p:nvSpPr>
          <p:cNvPr id="288" name="TextBox 287"/>
          <p:cNvSpPr txBox="1"/>
          <p:nvPr/>
        </p:nvSpPr>
        <p:spPr>
          <a:xfrm>
            <a:off x="7287768" y="3994099"/>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0,5%</a:t>
            </a:r>
          </a:p>
        </p:txBody>
      </p:sp>
      <p:sp>
        <p:nvSpPr>
          <p:cNvPr id="289" name="TextBox 288"/>
          <p:cNvSpPr txBox="1"/>
          <p:nvPr/>
        </p:nvSpPr>
        <p:spPr>
          <a:xfrm>
            <a:off x="7790688" y="3994099"/>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0,2</a:t>
            </a:r>
          </a:p>
        </p:txBody>
      </p:sp>
      <p:sp>
        <p:nvSpPr>
          <p:cNvPr id="290" name="TextBox 289"/>
          <p:cNvSpPr txBox="1"/>
          <p:nvPr/>
        </p:nvSpPr>
        <p:spPr>
          <a:xfrm>
            <a:off x="8247888" y="3994099"/>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91" name="TextBox 290"/>
          <p:cNvSpPr txBox="1"/>
          <p:nvPr/>
        </p:nvSpPr>
        <p:spPr>
          <a:xfrm>
            <a:off x="4636008" y="415686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37</a:t>
            </a:r>
          </a:p>
        </p:txBody>
      </p:sp>
      <p:sp>
        <p:nvSpPr>
          <p:cNvPr id="292" name="TextBox 291"/>
          <p:cNvSpPr txBox="1"/>
          <p:nvPr/>
        </p:nvSpPr>
        <p:spPr>
          <a:xfrm>
            <a:off x="4855464" y="415686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18Ap</a:t>
            </a:r>
          </a:p>
        </p:txBody>
      </p:sp>
      <p:sp>
        <p:nvSpPr>
          <p:cNvPr id="293" name="Rectangle 292"/>
          <p:cNvSpPr/>
          <p:nvPr/>
        </p:nvSpPr>
        <p:spPr>
          <a:xfrm>
            <a:off x="5440680" y="4192523"/>
            <a:ext cx="10972" cy="91440"/>
          </a:xfrm>
          <a:prstGeom prst="rect">
            <a:avLst/>
          </a:prstGeom>
          <a:solidFill>
            <a:srgbClr val="1E8449"/>
          </a:solidFill>
          <a:ln>
            <a:noFill/>
          </a:ln>
        </p:spPr>
        <p:txBody>
          <a:bodyPr rtlCol="0" anchor="ctr"/>
          <a:lstStyle/>
          <a:p>
            <a:pPr algn="ctr"/>
          </a:p>
        </p:txBody>
      </p:sp>
      <p:sp>
        <p:nvSpPr>
          <p:cNvPr id="294" name="TextBox 293"/>
          <p:cNvSpPr txBox="1"/>
          <p:nvPr/>
        </p:nvSpPr>
        <p:spPr>
          <a:xfrm>
            <a:off x="5487819" y="4156862"/>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4</a:t>
            </a:r>
          </a:p>
        </p:txBody>
      </p:sp>
      <p:sp>
        <p:nvSpPr>
          <p:cNvPr id="295" name="TextBox 294"/>
          <p:cNvSpPr txBox="1"/>
          <p:nvPr/>
        </p:nvSpPr>
        <p:spPr>
          <a:xfrm>
            <a:off x="7287768" y="4156862"/>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a:t>
            </a:r>
          </a:p>
        </p:txBody>
      </p:sp>
      <p:sp>
        <p:nvSpPr>
          <p:cNvPr id="296" name="TextBox 295"/>
          <p:cNvSpPr txBox="1"/>
          <p:nvPr/>
        </p:nvSpPr>
        <p:spPr>
          <a:xfrm>
            <a:off x="7790688" y="4156862"/>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0,3</a:t>
            </a:r>
          </a:p>
        </p:txBody>
      </p:sp>
      <p:sp>
        <p:nvSpPr>
          <p:cNvPr id="297" name="TextBox 296"/>
          <p:cNvSpPr txBox="1"/>
          <p:nvPr/>
        </p:nvSpPr>
        <p:spPr>
          <a:xfrm>
            <a:off x="8247888" y="4156862"/>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98" name="Rectangle 297"/>
          <p:cNvSpPr/>
          <p:nvPr/>
        </p:nvSpPr>
        <p:spPr>
          <a:xfrm>
            <a:off x="4636008" y="4319625"/>
            <a:ext cx="4114800" cy="162763"/>
          </a:xfrm>
          <a:prstGeom prst="rect">
            <a:avLst/>
          </a:prstGeom>
          <a:solidFill>
            <a:srgbClr val="FFFFFF"/>
          </a:solidFill>
          <a:ln>
            <a:noFill/>
          </a:ln>
        </p:spPr>
        <p:txBody>
          <a:bodyPr rtlCol="0" anchor="ctr"/>
          <a:lstStyle/>
          <a:p>
            <a:pPr algn="ctr"/>
          </a:p>
        </p:txBody>
      </p:sp>
      <p:sp>
        <p:nvSpPr>
          <p:cNvPr id="299" name="TextBox 298"/>
          <p:cNvSpPr txBox="1"/>
          <p:nvPr/>
        </p:nvSpPr>
        <p:spPr>
          <a:xfrm>
            <a:off x="4636008" y="431962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38</a:t>
            </a:r>
          </a:p>
        </p:txBody>
      </p:sp>
      <p:sp>
        <p:nvSpPr>
          <p:cNvPr id="300" name="TextBox 299"/>
          <p:cNvSpPr txBox="1"/>
          <p:nvPr/>
        </p:nvSpPr>
        <p:spPr>
          <a:xfrm>
            <a:off x="4855464" y="431962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15p</a:t>
            </a:r>
          </a:p>
        </p:txBody>
      </p:sp>
      <p:sp>
        <p:nvSpPr>
          <p:cNvPr id="301" name="Rectangle 300"/>
          <p:cNvSpPr/>
          <p:nvPr/>
        </p:nvSpPr>
        <p:spPr>
          <a:xfrm>
            <a:off x="5440680" y="4355287"/>
            <a:ext cx="10972" cy="91440"/>
          </a:xfrm>
          <a:prstGeom prst="rect">
            <a:avLst/>
          </a:prstGeom>
          <a:solidFill>
            <a:srgbClr val="1E8449"/>
          </a:solidFill>
          <a:ln>
            <a:noFill/>
          </a:ln>
        </p:spPr>
        <p:txBody>
          <a:bodyPr rtlCol="0" anchor="ctr"/>
          <a:lstStyle/>
          <a:p>
            <a:pPr algn="ctr"/>
          </a:p>
        </p:txBody>
      </p:sp>
      <p:sp>
        <p:nvSpPr>
          <p:cNvPr id="302" name="TextBox 301"/>
          <p:cNvSpPr txBox="1"/>
          <p:nvPr/>
        </p:nvSpPr>
        <p:spPr>
          <a:xfrm>
            <a:off x="5480164" y="4319625"/>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1</a:t>
            </a:r>
          </a:p>
        </p:txBody>
      </p:sp>
      <p:sp>
        <p:nvSpPr>
          <p:cNvPr id="303" name="TextBox 302"/>
          <p:cNvSpPr txBox="1"/>
          <p:nvPr/>
        </p:nvSpPr>
        <p:spPr>
          <a:xfrm>
            <a:off x="7287768" y="4319625"/>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0,3%</a:t>
            </a:r>
          </a:p>
        </p:txBody>
      </p:sp>
      <p:sp>
        <p:nvSpPr>
          <p:cNvPr id="304" name="TextBox 303"/>
          <p:cNvSpPr txBox="1"/>
          <p:nvPr/>
        </p:nvSpPr>
        <p:spPr>
          <a:xfrm>
            <a:off x="7790688" y="4319625"/>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0,1</a:t>
            </a:r>
          </a:p>
        </p:txBody>
      </p:sp>
      <p:sp>
        <p:nvSpPr>
          <p:cNvPr id="305" name="TextBox 304"/>
          <p:cNvSpPr txBox="1"/>
          <p:nvPr/>
        </p:nvSpPr>
        <p:spPr>
          <a:xfrm>
            <a:off x="8247888" y="4319625"/>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06" name="Rectangle 305"/>
          <p:cNvSpPr/>
          <p:nvPr/>
        </p:nvSpPr>
        <p:spPr>
          <a:xfrm>
            <a:off x="4562856" y="1188720"/>
            <a:ext cx="10972" cy="3337560"/>
          </a:xfrm>
          <a:prstGeom prst="rect">
            <a:avLst/>
          </a:prstGeom>
          <a:solidFill>
            <a:srgbClr val="D5DAE1"/>
          </a:solidFill>
          <a:ln>
            <a:noFill/>
          </a:ln>
        </p:spPr>
        <p:txBody>
          <a:bodyPr rtlCol="0" anchor="ctr"/>
          <a:lstStyle/>
          <a:p>
            <a:pPr algn="ctr"/>
          </a:p>
        </p:txBody>
      </p:sp>
      <p:sp>
        <p:nvSpPr>
          <p:cNvPr id="307" name="TextBox 306"/>
          <p:cNvSpPr txBox="1"/>
          <p:nvPr/>
        </p:nvSpPr>
        <p:spPr>
          <a:xfrm>
            <a:off x="411480" y="4636008"/>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 = curtailment / potencial del propio sistema (generación + curtailment). Rojo ≥ 25% · naranja 15 - 25% · ámbar 5 - 15% · verde &lt; 5%. h/día = horas diarias con recorte efectivo (déficit &gt; 25% del potencial).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MAPA DE CALOR POR DÍA</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Los 8 sistemas más afectados pierden energía entre 20 y 29 días del mes; en los días nublados casi desaparece</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9</a:t>
            </a:r>
          </a:p>
        </p:txBody>
      </p:sp>
      <p:sp>
        <p:nvSpPr>
          <p:cNvPr id="8" name="TextBox 7"/>
          <p:cNvSpPr txBox="1"/>
          <p:nvPr/>
        </p:nvSpPr>
        <p:spPr>
          <a:xfrm>
            <a:off x="411480" y="1188720"/>
            <a:ext cx="502920" cy="146304"/>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9" name="TextBox 8"/>
          <p:cNvSpPr txBox="1"/>
          <p:nvPr/>
        </p:nvSpPr>
        <p:spPr>
          <a:xfrm>
            <a:off x="868680"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a:t>
            </a:r>
          </a:p>
        </p:txBody>
      </p:sp>
      <p:sp>
        <p:nvSpPr>
          <p:cNvPr id="10" name="TextBox 9"/>
          <p:cNvSpPr txBox="1"/>
          <p:nvPr/>
        </p:nvSpPr>
        <p:spPr>
          <a:xfrm>
            <a:off x="128930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5</a:t>
            </a:r>
          </a:p>
        </p:txBody>
      </p:sp>
      <p:sp>
        <p:nvSpPr>
          <p:cNvPr id="11" name="TextBox 10"/>
          <p:cNvSpPr txBox="1"/>
          <p:nvPr/>
        </p:nvSpPr>
        <p:spPr>
          <a:xfrm>
            <a:off x="181508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10</a:t>
            </a:r>
          </a:p>
        </p:txBody>
      </p:sp>
      <p:sp>
        <p:nvSpPr>
          <p:cNvPr id="12" name="TextBox 11"/>
          <p:cNvSpPr txBox="1"/>
          <p:nvPr/>
        </p:nvSpPr>
        <p:spPr>
          <a:xfrm>
            <a:off x="234086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15</a:t>
            </a:r>
          </a:p>
        </p:txBody>
      </p:sp>
      <p:sp>
        <p:nvSpPr>
          <p:cNvPr id="13" name="TextBox 12"/>
          <p:cNvSpPr txBox="1"/>
          <p:nvPr/>
        </p:nvSpPr>
        <p:spPr>
          <a:xfrm>
            <a:off x="286664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20</a:t>
            </a:r>
          </a:p>
        </p:txBody>
      </p:sp>
      <p:sp>
        <p:nvSpPr>
          <p:cNvPr id="14" name="TextBox 13"/>
          <p:cNvSpPr txBox="1"/>
          <p:nvPr/>
        </p:nvSpPr>
        <p:spPr>
          <a:xfrm>
            <a:off x="339242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25</a:t>
            </a:r>
          </a:p>
        </p:txBody>
      </p:sp>
      <p:sp>
        <p:nvSpPr>
          <p:cNvPr id="15" name="TextBox 14"/>
          <p:cNvSpPr txBox="1"/>
          <p:nvPr/>
        </p:nvSpPr>
        <p:spPr>
          <a:xfrm>
            <a:off x="391820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30</a:t>
            </a:r>
          </a:p>
        </p:txBody>
      </p:sp>
      <p:sp>
        <p:nvSpPr>
          <p:cNvPr id="16" name="TextBox 15"/>
          <p:cNvSpPr txBox="1"/>
          <p:nvPr/>
        </p:nvSpPr>
        <p:spPr>
          <a:xfrm>
            <a:off x="4105656" y="1188720"/>
            <a:ext cx="457200" cy="146304"/>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Σ kWh</a:t>
            </a:r>
          </a:p>
        </p:txBody>
      </p:sp>
      <p:sp>
        <p:nvSpPr>
          <p:cNvPr id="17" name="TextBox 16"/>
          <p:cNvSpPr txBox="1"/>
          <p:nvPr/>
        </p:nvSpPr>
        <p:spPr>
          <a:xfrm>
            <a:off x="411480" y="137160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111</a:t>
            </a:r>
          </a:p>
        </p:txBody>
      </p:sp>
      <p:sp>
        <p:nvSpPr>
          <p:cNvPr id="18" name="Rectangle 17"/>
          <p:cNvSpPr/>
          <p:nvPr/>
        </p:nvSpPr>
        <p:spPr>
          <a:xfrm>
            <a:off x="914400" y="1376172"/>
            <a:ext cx="94183" cy="137160"/>
          </a:xfrm>
          <a:prstGeom prst="rect">
            <a:avLst/>
          </a:prstGeom>
          <a:solidFill>
            <a:srgbClr val="C0392B"/>
          </a:solidFill>
          <a:ln>
            <a:noFill/>
          </a:ln>
        </p:spPr>
        <p:txBody>
          <a:bodyPr rtlCol="0" anchor="ctr"/>
          <a:lstStyle/>
          <a:p>
            <a:pPr algn="ctr"/>
          </a:p>
        </p:txBody>
      </p:sp>
      <p:sp>
        <p:nvSpPr>
          <p:cNvPr id="19" name="Rectangle 18"/>
          <p:cNvSpPr/>
          <p:nvPr/>
        </p:nvSpPr>
        <p:spPr>
          <a:xfrm>
            <a:off x="1019556" y="1376172"/>
            <a:ext cx="94183" cy="137160"/>
          </a:xfrm>
          <a:prstGeom prst="rect">
            <a:avLst/>
          </a:prstGeom>
          <a:solidFill>
            <a:srgbClr val="C0392B"/>
          </a:solidFill>
          <a:ln>
            <a:noFill/>
          </a:ln>
        </p:spPr>
        <p:txBody>
          <a:bodyPr rtlCol="0" anchor="ctr"/>
          <a:lstStyle/>
          <a:p>
            <a:pPr algn="ctr"/>
          </a:p>
        </p:txBody>
      </p:sp>
      <p:sp>
        <p:nvSpPr>
          <p:cNvPr id="20" name="Rectangle 19"/>
          <p:cNvSpPr/>
          <p:nvPr/>
        </p:nvSpPr>
        <p:spPr>
          <a:xfrm>
            <a:off x="1124712" y="1376172"/>
            <a:ext cx="94183" cy="137160"/>
          </a:xfrm>
          <a:prstGeom prst="rect">
            <a:avLst/>
          </a:prstGeom>
          <a:solidFill>
            <a:srgbClr val="C0392B"/>
          </a:solidFill>
          <a:ln>
            <a:noFill/>
          </a:ln>
        </p:spPr>
        <p:txBody>
          <a:bodyPr rtlCol="0" anchor="ctr"/>
          <a:lstStyle/>
          <a:p>
            <a:pPr algn="ctr"/>
          </a:p>
        </p:txBody>
      </p:sp>
      <p:sp>
        <p:nvSpPr>
          <p:cNvPr id="21" name="Rectangle 20"/>
          <p:cNvSpPr/>
          <p:nvPr/>
        </p:nvSpPr>
        <p:spPr>
          <a:xfrm>
            <a:off x="1229868" y="1376172"/>
            <a:ext cx="94183" cy="137160"/>
          </a:xfrm>
          <a:prstGeom prst="rect">
            <a:avLst/>
          </a:prstGeom>
          <a:solidFill>
            <a:srgbClr val="C0392B"/>
          </a:solidFill>
          <a:ln>
            <a:noFill/>
          </a:ln>
        </p:spPr>
        <p:txBody>
          <a:bodyPr rtlCol="0" anchor="ctr"/>
          <a:lstStyle/>
          <a:p>
            <a:pPr algn="ctr"/>
          </a:p>
        </p:txBody>
      </p:sp>
      <p:sp>
        <p:nvSpPr>
          <p:cNvPr id="22" name="Rectangle 21"/>
          <p:cNvSpPr/>
          <p:nvPr/>
        </p:nvSpPr>
        <p:spPr>
          <a:xfrm>
            <a:off x="1335024" y="1376172"/>
            <a:ext cx="94183" cy="137160"/>
          </a:xfrm>
          <a:prstGeom prst="rect">
            <a:avLst/>
          </a:prstGeom>
          <a:solidFill>
            <a:srgbClr val="C0392B"/>
          </a:solidFill>
          <a:ln>
            <a:noFill/>
          </a:ln>
        </p:spPr>
        <p:txBody>
          <a:bodyPr rtlCol="0" anchor="ctr"/>
          <a:lstStyle/>
          <a:p>
            <a:pPr algn="ctr"/>
          </a:p>
        </p:txBody>
      </p:sp>
      <p:sp>
        <p:nvSpPr>
          <p:cNvPr id="23" name="Rectangle 22"/>
          <p:cNvSpPr/>
          <p:nvPr/>
        </p:nvSpPr>
        <p:spPr>
          <a:xfrm>
            <a:off x="1440180" y="1376172"/>
            <a:ext cx="94183" cy="137160"/>
          </a:xfrm>
          <a:prstGeom prst="rect">
            <a:avLst/>
          </a:prstGeom>
          <a:solidFill>
            <a:srgbClr val="C0392B"/>
          </a:solidFill>
          <a:ln>
            <a:noFill/>
          </a:ln>
        </p:spPr>
        <p:txBody>
          <a:bodyPr rtlCol="0" anchor="ctr"/>
          <a:lstStyle/>
          <a:p>
            <a:pPr algn="ctr"/>
          </a:p>
        </p:txBody>
      </p:sp>
      <p:sp>
        <p:nvSpPr>
          <p:cNvPr id="24" name="Rectangle 23"/>
          <p:cNvSpPr/>
          <p:nvPr/>
        </p:nvSpPr>
        <p:spPr>
          <a:xfrm>
            <a:off x="1545336" y="1376172"/>
            <a:ext cx="94183" cy="137160"/>
          </a:xfrm>
          <a:prstGeom prst="rect">
            <a:avLst/>
          </a:prstGeom>
          <a:solidFill>
            <a:srgbClr val="FAD9A0"/>
          </a:solidFill>
          <a:ln>
            <a:noFill/>
          </a:ln>
        </p:spPr>
        <p:txBody>
          <a:bodyPr rtlCol="0" anchor="ctr"/>
          <a:lstStyle/>
          <a:p>
            <a:pPr algn="ctr"/>
          </a:p>
        </p:txBody>
      </p:sp>
      <p:sp>
        <p:nvSpPr>
          <p:cNvPr id="25" name="Rectangle 24"/>
          <p:cNvSpPr/>
          <p:nvPr/>
        </p:nvSpPr>
        <p:spPr>
          <a:xfrm>
            <a:off x="1650492" y="1376172"/>
            <a:ext cx="94183" cy="137160"/>
          </a:xfrm>
          <a:prstGeom prst="rect">
            <a:avLst/>
          </a:prstGeom>
          <a:solidFill>
            <a:srgbClr val="C0392B"/>
          </a:solidFill>
          <a:ln>
            <a:noFill/>
          </a:ln>
        </p:spPr>
        <p:txBody>
          <a:bodyPr rtlCol="0" anchor="ctr"/>
          <a:lstStyle/>
          <a:p>
            <a:pPr algn="ctr"/>
          </a:p>
        </p:txBody>
      </p:sp>
      <p:sp>
        <p:nvSpPr>
          <p:cNvPr id="26" name="Rectangle 25"/>
          <p:cNvSpPr/>
          <p:nvPr/>
        </p:nvSpPr>
        <p:spPr>
          <a:xfrm>
            <a:off x="1755648" y="1376172"/>
            <a:ext cx="94183" cy="137160"/>
          </a:xfrm>
          <a:prstGeom prst="rect">
            <a:avLst/>
          </a:prstGeom>
          <a:solidFill>
            <a:srgbClr val="C0392B"/>
          </a:solidFill>
          <a:ln>
            <a:noFill/>
          </a:ln>
        </p:spPr>
        <p:txBody>
          <a:bodyPr rtlCol="0" anchor="ctr"/>
          <a:lstStyle/>
          <a:p>
            <a:pPr algn="ctr"/>
          </a:p>
        </p:txBody>
      </p:sp>
      <p:sp>
        <p:nvSpPr>
          <p:cNvPr id="27" name="Rectangle 26"/>
          <p:cNvSpPr/>
          <p:nvPr/>
        </p:nvSpPr>
        <p:spPr>
          <a:xfrm>
            <a:off x="1860804" y="1376172"/>
            <a:ext cx="94183" cy="137160"/>
          </a:xfrm>
          <a:prstGeom prst="rect">
            <a:avLst/>
          </a:prstGeom>
          <a:solidFill>
            <a:srgbClr val="C0392B"/>
          </a:solidFill>
          <a:ln>
            <a:noFill/>
          </a:ln>
        </p:spPr>
        <p:txBody>
          <a:bodyPr rtlCol="0" anchor="ctr"/>
          <a:lstStyle/>
          <a:p>
            <a:pPr algn="ctr"/>
          </a:p>
        </p:txBody>
      </p:sp>
      <p:sp>
        <p:nvSpPr>
          <p:cNvPr id="28" name="Rectangle 27"/>
          <p:cNvSpPr/>
          <p:nvPr/>
        </p:nvSpPr>
        <p:spPr>
          <a:xfrm>
            <a:off x="1965960" y="1376172"/>
            <a:ext cx="94183" cy="137160"/>
          </a:xfrm>
          <a:prstGeom prst="rect">
            <a:avLst/>
          </a:prstGeom>
          <a:solidFill>
            <a:srgbClr val="CA6F1E"/>
          </a:solidFill>
          <a:ln>
            <a:noFill/>
          </a:ln>
        </p:spPr>
        <p:txBody>
          <a:bodyPr rtlCol="0" anchor="ctr"/>
          <a:lstStyle/>
          <a:p>
            <a:pPr algn="ctr"/>
          </a:p>
        </p:txBody>
      </p:sp>
      <p:sp>
        <p:nvSpPr>
          <p:cNvPr id="29" name="Rectangle 28"/>
          <p:cNvSpPr/>
          <p:nvPr/>
        </p:nvSpPr>
        <p:spPr>
          <a:xfrm>
            <a:off x="2071116" y="1376172"/>
            <a:ext cx="94183" cy="137160"/>
          </a:xfrm>
          <a:prstGeom prst="rect">
            <a:avLst/>
          </a:prstGeom>
          <a:solidFill>
            <a:srgbClr val="F5A623"/>
          </a:solidFill>
          <a:ln>
            <a:noFill/>
          </a:ln>
        </p:spPr>
        <p:txBody>
          <a:bodyPr rtlCol="0" anchor="ctr"/>
          <a:lstStyle/>
          <a:p>
            <a:pPr algn="ctr"/>
          </a:p>
        </p:txBody>
      </p:sp>
      <p:sp>
        <p:nvSpPr>
          <p:cNvPr id="30" name="Rectangle 29"/>
          <p:cNvSpPr/>
          <p:nvPr/>
        </p:nvSpPr>
        <p:spPr>
          <a:xfrm>
            <a:off x="2176272" y="1376172"/>
            <a:ext cx="94183" cy="137160"/>
          </a:xfrm>
          <a:prstGeom prst="rect">
            <a:avLst/>
          </a:prstGeom>
          <a:solidFill>
            <a:srgbClr val="C0392B"/>
          </a:solidFill>
          <a:ln>
            <a:noFill/>
          </a:ln>
        </p:spPr>
        <p:txBody>
          <a:bodyPr rtlCol="0" anchor="ctr"/>
          <a:lstStyle/>
          <a:p>
            <a:pPr algn="ctr"/>
          </a:p>
        </p:txBody>
      </p:sp>
      <p:sp>
        <p:nvSpPr>
          <p:cNvPr id="31" name="Rectangle 30"/>
          <p:cNvSpPr/>
          <p:nvPr/>
        </p:nvSpPr>
        <p:spPr>
          <a:xfrm>
            <a:off x="2281428" y="1376172"/>
            <a:ext cx="94183" cy="137160"/>
          </a:xfrm>
          <a:prstGeom prst="rect">
            <a:avLst/>
          </a:prstGeom>
          <a:solidFill>
            <a:srgbClr val="C0392B"/>
          </a:solidFill>
          <a:ln>
            <a:noFill/>
          </a:ln>
        </p:spPr>
        <p:txBody>
          <a:bodyPr rtlCol="0" anchor="ctr"/>
          <a:lstStyle/>
          <a:p>
            <a:pPr algn="ctr"/>
          </a:p>
        </p:txBody>
      </p:sp>
      <p:sp>
        <p:nvSpPr>
          <p:cNvPr id="32" name="Rectangle 31"/>
          <p:cNvSpPr/>
          <p:nvPr/>
        </p:nvSpPr>
        <p:spPr>
          <a:xfrm>
            <a:off x="2386584" y="1376172"/>
            <a:ext cx="94183" cy="137160"/>
          </a:xfrm>
          <a:prstGeom prst="rect">
            <a:avLst/>
          </a:prstGeom>
          <a:solidFill>
            <a:srgbClr val="C0392B"/>
          </a:solidFill>
          <a:ln>
            <a:noFill/>
          </a:ln>
        </p:spPr>
        <p:txBody>
          <a:bodyPr rtlCol="0" anchor="ctr"/>
          <a:lstStyle/>
          <a:p>
            <a:pPr algn="ctr"/>
          </a:p>
        </p:txBody>
      </p:sp>
      <p:sp>
        <p:nvSpPr>
          <p:cNvPr id="33" name="Rectangle 32"/>
          <p:cNvSpPr/>
          <p:nvPr/>
        </p:nvSpPr>
        <p:spPr>
          <a:xfrm>
            <a:off x="2491740" y="1376172"/>
            <a:ext cx="94183" cy="137160"/>
          </a:xfrm>
          <a:prstGeom prst="rect">
            <a:avLst/>
          </a:prstGeom>
          <a:solidFill>
            <a:srgbClr val="C0392B"/>
          </a:solidFill>
          <a:ln>
            <a:noFill/>
          </a:ln>
        </p:spPr>
        <p:txBody>
          <a:bodyPr rtlCol="0" anchor="ctr"/>
          <a:lstStyle/>
          <a:p>
            <a:pPr algn="ctr"/>
          </a:p>
        </p:txBody>
      </p:sp>
      <p:sp>
        <p:nvSpPr>
          <p:cNvPr id="34" name="Rectangle 33"/>
          <p:cNvSpPr/>
          <p:nvPr/>
        </p:nvSpPr>
        <p:spPr>
          <a:xfrm>
            <a:off x="2596896" y="1376172"/>
            <a:ext cx="94183" cy="137160"/>
          </a:xfrm>
          <a:prstGeom prst="rect">
            <a:avLst/>
          </a:prstGeom>
          <a:solidFill>
            <a:srgbClr val="C0392B"/>
          </a:solidFill>
          <a:ln>
            <a:noFill/>
          </a:ln>
        </p:spPr>
        <p:txBody>
          <a:bodyPr rtlCol="0" anchor="ctr"/>
          <a:lstStyle/>
          <a:p>
            <a:pPr algn="ctr"/>
          </a:p>
        </p:txBody>
      </p:sp>
      <p:sp>
        <p:nvSpPr>
          <p:cNvPr id="35" name="Rectangle 34"/>
          <p:cNvSpPr/>
          <p:nvPr/>
        </p:nvSpPr>
        <p:spPr>
          <a:xfrm>
            <a:off x="2702052" y="1376172"/>
            <a:ext cx="94183" cy="137160"/>
          </a:xfrm>
          <a:prstGeom prst="rect">
            <a:avLst/>
          </a:prstGeom>
          <a:solidFill>
            <a:srgbClr val="C0392B"/>
          </a:solidFill>
          <a:ln>
            <a:noFill/>
          </a:ln>
        </p:spPr>
        <p:txBody>
          <a:bodyPr rtlCol="0" anchor="ctr"/>
          <a:lstStyle/>
          <a:p>
            <a:pPr algn="ctr"/>
          </a:p>
        </p:txBody>
      </p:sp>
      <p:sp>
        <p:nvSpPr>
          <p:cNvPr id="36" name="Rectangle 35"/>
          <p:cNvSpPr/>
          <p:nvPr/>
        </p:nvSpPr>
        <p:spPr>
          <a:xfrm>
            <a:off x="2807208" y="1376172"/>
            <a:ext cx="94183" cy="137160"/>
          </a:xfrm>
          <a:prstGeom prst="rect">
            <a:avLst/>
          </a:prstGeom>
          <a:solidFill>
            <a:srgbClr val="CA6F1E"/>
          </a:solidFill>
          <a:ln>
            <a:noFill/>
          </a:ln>
        </p:spPr>
        <p:txBody>
          <a:bodyPr rtlCol="0" anchor="ctr"/>
          <a:lstStyle/>
          <a:p>
            <a:pPr algn="ctr"/>
          </a:p>
        </p:txBody>
      </p:sp>
      <p:sp>
        <p:nvSpPr>
          <p:cNvPr id="37" name="Rectangle 36"/>
          <p:cNvSpPr/>
          <p:nvPr/>
        </p:nvSpPr>
        <p:spPr>
          <a:xfrm>
            <a:off x="2912364" y="1376172"/>
            <a:ext cx="94183" cy="137160"/>
          </a:xfrm>
          <a:prstGeom prst="rect">
            <a:avLst/>
          </a:prstGeom>
          <a:solidFill>
            <a:srgbClr val="C0392B"/>
          </a:solidFill>
          <a:ln>
            <a:noFill/>
          </a:ln>
        </p:spPr>
        <p:txBody>
          <a:bodyPr rtlCol="0" anchor="ctr"/>
          <a:lstStyle/>
          <a:p>
            <a:pPr algn="ctr"/>
          </a:p>
        </p:txBody>
      </p:sp>
      <p:sp>
        <p:nvSpPr>
          <p:cNvPr id="38" name="Rectangle 37"/>
          <p:cNvSpPr/>
          <p:nvPr/>
        </p:nvSpPr>
        <p:spPr>
          <a:xfrm>
            <a:off x="3017520" y="1376172"/>
            <a:ext cx="94183" cy="137160"/>
          </a:xfrm>
          <a:prstGeom prst="rect">
            <a:avLst/>
          </a:prstGeom>
          <a:solidFill>
            <a:srgbClr val="C0392B"/>
          </a:solidFill>
          <a:ln>
            <a:noFill/>
          </a:ln>
        </p:spPr>
        <p:txBody>
          <a:bodyPr rtlCol="0" anchor="ctr"/>
          <a:lstStyle/>
          <a:p>
            <a:pPr algn="ctr"/>
          </a:p>
        </p:txBody>
      </p:sp>
      <p:sp>
        <p:nvSpPr>
          <p:cNvPr id="39" name="Rectangle 38"/>
          <p:cNvSpPr/>
          <p:nvPr/>
        </p:nvSpPr>
        <p:spPr>
          <a:xfrm>
            <a:off x="3122676" y="1376172"/>
            <a:ext cx="94183" cy="137160"/>
          </a:xfrm>
          <a:prstGeom prst="rect">
            <a:avLst/>
          </a:prstGeom>
          <a:solidFill>
            <a:srgbClr val="C0392B"/>
          </a:solidFill>
          <a:ln>
            <a:noFill/>
          </a:ln>
        </p:spPr>
        <p:txBody>
          <a:bodyPr rtlCol="0" anchor="ctr"/>
          <a:lstStyle/>
          <a:p>
            <a:pPr algn="ctr"/>
          </a:p>
        </p:txBody>
      </p:sp>
      <p:sp>
        <p:nvSpPr>
          <p:cNvPr id="40" name="Rectangle 39"/>
          <p:cNvSpPr/>
          <p:nvPr/>
        </p:nvSpPr>
        <p:spPr>
          <a:xfrm>
            <a:off x="3227832" y="1376172"/>
            <a:ext cx="94183" cy="137160"/>
          </a:xfrm>
          <a:prstGeom prst="rect">
            <a:avLst/>
          </a:prstGeom>
          <a:solidFill>
            <a:srgbClr val="C0392B"/>
          </a:solidFill>
          <a:ln>
            <a:noFill/>
          </a:ln>
        </p:spPr>
        <p:txBody>
          <a:bodyPr rtlCol="0" anchor="ctr"/>
          <a:lstStyle/>
          <a:p>
            <a:pPr algn="ctr"/>
          </a:p>
        </p:txBody>
      </p:sp>
      <p:sp>
        <p:nvSpPr>
          <p:cNvPr id="41" name="Rectangle 40"/>
          <p:cNvSpPr/>
          <p:nvPr/>
        </p:nvSpPr>
        <p:spPr>
          <a:xfrm>
            <a:off x="3332988" y="1376172"/>
            <a:ext cx="94183" cy="137160"/>
          </a:xfrm>
          <a:prstGeom prst="rect">
            <a:avLst/>
          </a:prstGeom>
          <a:solidFill>
            <a:srgbClr val="C0392B"/>
          </a:solidFill>
          <a:ln>
            <a:noFill/>
          </a:ln>
        </p:spPr>
        <p:txBody>
          <a:bodyPr rtlCol="0" anchor="ctr"/>
          <a:lstStyle/>
          <a:p>
            <a:pPr algn="ctr"/>
          </a:p>
        </p:txBody>
      </p:sp>
      <p:sp>
        <p:nvSpPr>
          <p:cNvPr id="42" name="Rectangle 41"/>
          <p:cNvSpPr/>
          <p:nvPr/>
        </p:nvSpPr>
        <p:spPr>
          <a:xfrm>
            <a:off x="3438144" y="1376172"/>
            <a:ext cx="94183" cy="137160"/>
          </a:xfrm>
          <a:prstGeom prst="rect">
            <a:avLst/>
          </a:prstGeom>
          <a:solidFill>
            <a:srgbClr val="C0392B"/>
          </a:solidFill>
          <a:ln>
            <a:noFill/>
          </a:ln>
        </p:spPr>
        <p:txBody>
          <a:bodyPr rtlCol="0" anchor="ctr"/>
          <a:lstStyle/>
          <a:p>
            <a:pPr algn="ctr"/>
          </a:p>
        </p:txBody>
      </p:sp>
      <p:sp>
        <p:nvSpPr>
          <p:cNvPr id="43" name="Rectangle 42"/>
          <p:cNvSpPr/>
          <p:nvPr/>
        </p:nvSpPr>
        <p:spPr>
          <a:xfrm>
            <a:off x="3543300" y="1376172"/>
            <a:ext cx="94183" cy="137160"/>
          </a:xfrm>
          <a:prstGeom prst="rect">
            <a:avLst/>
          </a:prstGeom>
          <a:solidFill>
            <a:srgbClr val="E9EDF3"/>
          </a:solidFill>
          <a:ln>
            <a:noFill/>
          </a:ln>
        </p:spPr>
        <p:txBody>
          <a:bodyPr rtlCol="0" anchor="ctr"/>
          <a:lstStyle/>
          <a:p>
            <a:pPr algn="ctr"/>
          </a:p>
        </p:txBody>
      </p:sp>
      <p:sp>
        <p:nvSpPr>
          <p:cNvPr id="44" name="Rectangle 43"/>
          <p:cNvSpPr/>
          <p:nvPr/>
        </p:nvSpPr>
        <p:spPr>
          <a:xfrm>
            <a:off x="3648456" y="1376172"/>
            <a:ext cx="94183" cy="137160"/>
          </a:xfrm>
          <a:prstGeom prst="rect">
            <a:avLst/>
          </a:prstGeom>
          <a:solidFill>
            <a:srgbClr val="F5A623"/>
          </a:solidFill>
          <a:ln>
            <a:noFill/>
          </a:ln>
        </p:spPr>
        <p:txBody>
          <a:bodyPr rtlCol="0" anchor="ctr"/>
          <a:lstStyle/>
          <a:p>
            <a:pPr algn="ctr"/>
          </a:p>
        </p:txBody>
      </p:sp>
      <p:sp>
        <p:nvSpPr>
          <p:cNvPr id="45" name="Rectangle 44"/>
          <p:cNvSpPr/>
          <p:nvPr/>
        </p:nvSpPr>
        <p:spPr>
          <a:xfrm>
            <a:off x="3753612" y="1376172"/>
            <a:ext cx="94183" cy="137160"/>
          </a:xfrm>
          <a:prstGeom prst="rect">
            <a:avLst/>
          </a:prstGeom>
          <a:solidFill>
            <a:srgbClr val="C0392B"/>
          </a:solidFill>
          <a:ln>
            <a:noFill/>
          </a:ln>
        </p:spPr>
        <p:txBody>
          <a:bodyPr rtlCol="0" anchor="ctr"/>
          <a:lstStyle/>
          <a:p>
            <a:pPr algn="ctr"/>
          </a:p>
        </p:txBody>
      </p:sp>
      <p:sp>
        <p:nvSpPr>
          <p:cNvPr id="46" name="Rectangle 45"/>
          <p:cNvSpPr/>
          <p:nvPr/>
        </p:nvSpPr>
        <p:spPr>
          <a:xfrm>
            <a:off x="3858768" y="1376172"/>
            <a:ext cx="94183" cy="137160"/>
          </a:xfrm>
          <a:prstGeom prst="rect">
            <a:avLst/>
          </a:prstGeom>
          <a:solidFill>
            <a:srgbClr val="C0392B"/>
          </a:solidFill>
          <a:ln>
            <a:noFill/>
          </a:ln>
        </p:spPr>
        <p:txBody>
          <a:bodyPr rtlCol="0" anchor="ctr"/>
          <a:lstStyle/>
          <a:p>
            <a:pPr algn="ctr"/>
          </a:p>
        </p:txBody>
      </p:sp>
      <p:sp>
        <p:nvSpPr>
          <p:cNvPr id="47" name="Rectangle 46"/>
          <p:cNvSpPr/>
          <p:nvPr/>
        </p:nvSpPr>
        <p:spPr>
          <a:xfrm>
            <a:off x="3963924" y="1376172"/>
            <a:ext cx="94183" cy="137160"/>
          </a:xfrm>
          <a:prstGeom prst="rect">
            <a:avLst/>
          </a:prstGeom>
          <a:solidFill>
            <a:srgbClr val="CA6F1E"/>
          </a:solidFill>
          <a:ln>
            <a:noFill/>
          </a:ln>
        </p:spPr>
        <p:txBody>
          <a:bodyPr rtlCol="0" anchor="ctr"/>
          <a:lstStyle/>
          <a:p>
            <a:pPr algn="ctr"/>
          </a:p>
        </p:txBody>
      </p:sp>
      <p:sp>
        <p:nvSpPr>
          <p:cNvPr id="48" name="TextBox 47"/>
          <p:cNvSpPr txBox="1"/>
          <p:nvPr/>
        </p:nvSpPr>
        <p:spPr>
          <a:xfrm>
            <a:off x="4105656" y="1371600"/>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454</a:t>
            </a:r>
          </a:p>
        </p:txBody>
      </p:sp>
      <p:sp>
        <p:nvSpPr>
          <p:cNvPr id="49" name="TextBox 48"/>
          <p:cNvSpPr txBox="1"/>
          <p:nvPr/>
        </p:nvSpPr>
        <p:spPr>
          <a:xfrm>
            <a:off x="411480" y="152247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a:t>
            </a:r>
          </a:p>
        </p:txBody>
      </p:sp>
      <p:sp>
        <p:nvSpPr>
          <p:cNvPr id="50" name="Rectangle 49"/>
          <p:cNvSpPr/>
          <p:nvPr/>
        </p:nvSpPr>
        <p:spPr>
          <a:xfrm>
            <a:off x="914400" y="1527048"/>
            <a:ext cx="94183" cy="137160"/>
          </a:xfrm>
          <a:prstGeom prst="rect">
            <a:avLst/>
          </a:prstGeom>
          <a:solidFill>
            <a:srgbClr val="C0392B"/>
          </a:solidFill>
          <a:ln>
            <a:noFill/>
          </a:ln>
        </p:spPr>
        <p:txBody>
          <a:bodyPr rtlCol="0" anchor="ctr"/>
          <a:lstStyle/>
          <a:p>
            <a:pPr algn="ctr"/>
          </a:p>
        </p:txBody>
      </p:sp>
      <p:sp>
        <p:nvSpPr>
          <p:cNvPr id="51" name="Rectangle 50"/>
          <p:cNvSpPr/>
          <p:nvPr/>
        </p:nvSpPr>
        <p:spPr>
          <a:xfrm>
            <a:off x="1019556" y="1527048"/>
            <a:ext cx="94183" cy="137160"/>
          </a:xfrm>
          <a:prstGeom prst="rect">
            <a:avLst/>
          </a:prstGeom>
          <a:solidFill>
            <a:srgbClr val="C0392B"/>
          </a:solidFill>
          <a:ln>
            <a:noFill/>
          </a:ln>
        </p:spPr>
        <p:txBody>
          <a:bodyPr rtlCol="0" anchor="ctr"/>
          <a:lstStyle/>
          <a:p>
            <a:pPr algn="ctr"/>
          </a:p>
        </p:txBody>
      </p:sp>
      <p:sp>
        <p:nvSpPr>
          <p:cNvPr id="52" name="Rectangle 51"/>
          <p:cNvSpPr/>
          <p:nvPr/>
        </p:nvSpPr>
        <p:spPr>
          <a:xfrm>
            <a:off x="1124712" y="1527048"/>
            <a:ext cx="94183" cy="137160"/>
          </a:xfrm>
          <a:prstGeom prst="rect">
            <a:avLst/>
          </a:prstGeom>
          <a:solidFill>
            <a:srgbClr val="C0392B"/>
          </a:solidFill>
          <a:ln>
            <a:noFill/>
          </a:ln>
        </p:spPr>
        <p:txBody>
          <a:bodyPr rtlCol="0" anchor="ctr"/>
          <a:lstStyle/>
          <a:p>
            <a:pPr algn="ctr"/>
          </a:p>
        </p:txBody>
      </p:sp>
      <p:sp>
        <p:nvSpPr>
          <p:cNvPr id="53" name="Rectangle 52"/>
          <p:cNvSpPr/>
          <p:nvPr/>
        </p:nvSpPr>
        <p:spPr>
          <a:xfrm>
            <a:off x="1229868" y="1527048"/>
            <a:ext cx="94183" cy="137160"/>
          </a:xfrm>
          <a:prstGeom prst="rect">
            <a:avLst/>
          </a:prstGeom>
          <a:solidFill>
            <a:srgbClr val="E9EDF3"/>
          </a:solidFill>
          <a:ln>
            <a:noFill/>
          </a:ln>
        </p:spPr>
        <p:txBody>
          <a:bodyPr rtlCol="0" anchor="ctr"/>
          <a:lstStyle/>
          <a:p>
            <a:pPr algn="ctr"/>
          </a:p>
        </p:txBody>
      </p:sp>
      <p:sp>
        <p:nvSpPr>
          <p:cNvPr id="54" name="Rectangle 53"/>
          <p:cNvSpPr/>
          <p:nvPr/>
        </p:nvSpPr>
        <p:spPr>
          <a:xfrm>
            <a:off x="1335024" y="1527048"/>
            <a:ext cx="94183" cy="137160"/>
          </a:xfrm>
          <a:prstGeom prst="rect">
            <a:avLst/>
          </a:prstGeom>
          <a:solidFill>
            <a:srgbClr val="C0392B"/>
          </a:solidFill>
          <a:ln>
            <a:noFill/>
          </a:ln>
        </p:spPr>
        <p:txBody>
          <a:bodyPr rtlCol="0" anchor="ctr"/>
          <a:lstStyle/>
          <a:p>
            <a:pPr algn="ctr"/>
          </a:p>
        </p:txBody>
      </p:sp>
      <p:sp>
        <p:nvSpPr>
          <p:cNvPr id="55" name="Rectangle 54"/>
          <p:cNvSpPr/>
          <p:nvPr/>
        </p:nvSpPr>
        <p:spPr>
          <a:xfrm>
            <a:off x="1440180" y="1527048"/>
            <a:ext cx="94183" cy="137160"/>
          </a:xfrm>
          <a:prstGeom prst="rect">
            <a:avLst/>
          </a:prstGeom>
          <a:solidFill>
            <a:srgbClr val="C0392B"/>
          </a:solidFill>
          <a:ln>
            <a:noFill/>
          </a:ln>
        </p:spPr>
        <p:txBody>
          <a:bodyPr rtlCol="0" anchor="ctr"/>
          <a:lstStyle/>
          <a:p>
            <a:pPr algn="ctr"/>
          </a:p>
        </p:txBody>
      </p:sp>
      <p:sp>
        <p:nvSpPr>
          <p:cNvPr id="56" name="Rectangle 55"/>
          <p:cNvSpPr/>
          <p:nvPr/>
        </p:nvSpPr>
        <p:spPr>
          <a:xfrm>
            <a:off x="1545336" y="1527048"/>
            <a:ext cx="94183" cy="137160"/>
          </a:xfrm>
          <a:prstGeom prst="rect">
            <a:avLst/>
          </a:prstGeom>
          <a:solidFill>
            <a:srgbClr val="C0392B"/>
          </a:solidFill>
          <a:ln>
            <a:noFill/>
          </a:ln>
        </p:spPr>
        <p:txBody>
          <a:bodyPr rtlCol="0" anchor="ctr"/>
          <a:lstStyle/>
          <a:p>
            <a:pPr algn="ctr"/>
          </a:p>
        </p:txBody>
      </p:sp>
      <p:sp>
        <p:nvSpPr>
          <p:cNvPr id="57" name="Rectangle 56"/>
          <p:cNvSpPr/>
          <p:nvPr/>
        </p:nvSpPr>
        <p:spPr>
          <a:xfrm>
            <a:off x="1650492" y="1527048"/>
            <a:ext cx="94183" cy="137160"/>
          </a:xfrm>
          <a:prstGeom prst="rect">
            <a:avLst/>
          </a:prstGeom>
          <a:solidFill>
            <a:srgbClr val="C0392B"/>
          </a:solidFill>
          <a:ln>
            <a:noFill/>
          </a:ln>
        </p:spPr>
        <p:txBody>
          <a:bodyPr rtlCol="0" anchor="ctr"/>
          <a:lstStyle/>
          <a:p>
            <a:pPr algn="ctr"/>
          </a:p>
        </p:txBody>
      </p:sp>
      <p:sp>
        <p:nvSpPr>
          <p:cNvPr id="58" name="Rectangle 57"/>
          <p:cNvSpPr/>
          <p:nvPr/>
        </p:nvSpPr>
        <p:spPr>
          <a:xfrm>
            <a:off x="1755648" y="1527048"/>
            <a:ext cx="94183" cy="137160"/>
          </a:xfrm>
          <a:prstGeom prst="rect">
            <a:avLst/>
          </a:prstGeom>
          <a:solidFill>
            <a:srgbClr val="E9EDF3"/>
          </a:solidFill>
          <a:ln>
            <a:noFill/>
          </a:ln>
        </p:spPr>
        <p:txBody>
          <a:bodyPr rtlCol="0" anchor="ctr"/>
          <a:lstStyle/>
          <a:p>
            <a:pPr algn="ctr"/>
          </a:p>
        </p:txBody>
      </p:sp>
      <p:sp>
        <p:nvSpPr>
          <p:cNvPr id="59" name="Rectangle 58"/>
          <p:cNvSpPr/>
          <p:nvPr/>
        </p:nvSpPr>
        <p:spPr>
          <a:xfrm>
            <a:off x="1860804" y="1527048"/>
            <a:ext cx="94183" cy="137160"/>
          </a:xfrm>
          <a:prstGeom prst="rect">
            <a:avLst/>
          </a:prstGeom>
          <a:solidFill>
            <a:srgbClr val="C0392B"/>
          </a:solidFill>
          <a:ln>
            <a:noFill/>
          </a:ln>
        </p:spPr>
        <p:txBody>
          <a:bodyPr rtlCol="0" anchor="ctr"/>
          <a:lstStyle/>
          <a:p>
            <a:pPr algn="ctr"/>
          </a:p>
        </p:txBody>
      </p:sp>
      <p:sp>
        <p:nvSpPr>
          <p:cNvPr id="60" name="Rectangle 59"/>
          <p:cNvSpPr/>
          <p:nvPr/>
        </p:nvSpPr>
        <p:spPr>
          <a:xfrm>
            <a:off x="1965960" y="1527048"/>
            <a:ext cx="94183" cy="137160"/>
          </a:xfrm>
          <a:prstGeom prst="rect">
            <a:avLst/>
          </a:prstGeom>
          <a:solidFill>
            <a:srgbClr val="F5A623"/>
          </a:solidFill>
          <a:ln>
            <a:noFill/>
          </a:ln>
        </p:spPr>
        <p:txBody>
          <a:bodyPr rtlCol="0" anchor="ctr"/>
          <a:lstStyle/>
          <a:p>
            <a:pPr algn="ctr"/>
          </a:p>
        </p:txBody>
      </p:sp>
      <p:sp>
        <p:nvSpPr>
          <p:cNvPr id="61" name="Rectangle 60"/>
          <p:cNvSpPr/>
          <p:nvPr/>
        </p:nvSpPr>
        <p:spPr>
          <a:xfrm>
            <a:off x="2071116" y="1527048"/>
            <a:ext cx="94183" cy="137160"/>
          </a:xfrm>
          <a:prstGeom prst="rect">
            <a:avLst/>
          </a:prstGeom>
          <a:solidFill>
            <a:srgbClr val="C0392B"/>
          </a:solidFill>
          <a:ln>
            <a:noFill/>
          </a:ln>
        </p:spPr>
        <p:txBody>
          <a:bodyPr rtlCol="0" anchor="ctr"/>
          <a:lstStyle/>
          <a:p>
            <a:pPr algn="ctr"/>
          </a:p>
        </p:txBody>
      </p:sp>
      <p:sp>
        <p:nvSpPr>
          <p:cNvPr id="62" name="Rectangle 61"/>
          <p:cNvSpPr/>
          <p:nvPr/>
        </p:nvSpPr>
        <p:spPr>
          <a:xfrm>
            <a:off x="2176272" y="1527048"/>
            <a:ext cx="94183" cy="137160"/>
          </a:xfrm>
          <a:prstGeom prst="rect">
            <a:avLst/>
          </a:prstGeom>
          <a:solidFill>
            <a:srgbClr val="F5A623"/>
          </a:solidFill>
          <a:ln>
            <a:noFill/>
          </a:ln>
        </p:spPr>
        <p:txBody>
          <a:bodyPr rtlCol="0" anchor="ctr"/>
          <a:lstStyle/>
          <a:p>
            <a:pPr algn="ctr"/>
          </a:p>
        </p:txBody>
      </p:sp>
      <p:sp>
        <p:nvSpPr>
          <p:cNvPr id="63" name="Rectangle 62"/>
          <p:cNvSpPr/>
          <p:nvPr/>
        </p:nvSpPr>
        <p:spPr>
          <a:xfrm>
            <a:off x="2281428" y="1527048"/>
            <a:ext cx="94183" cy="137160"/>
          </a:xfrm>
          <a:prstGeom prst="rect">
            <a:avLst/>
          </a:prstGeom>
          <a:solidFill>
            <a:srgbClr val="E9EDF3"/>
          </a:solidFill>
          <a:ln>
            <a:noFill/>
          </a:ln>
        </p:spPr>
        <p:txBody>
          <a:bodyPr rtlCol="0" anchor="ctr"/>
          <a:lstStyle/>
          <a:p>
            <a:pPr algn="ctr"/>
          </a:p>
        </p:txBody>
      </p:sp>
      <p:sp>
        <p:nvSpPr>
          <p:cNvPr id="64" name="Rectangle 63"/>
          <p:cNvSpPr/>
          <p:nvPr/>
        </p:nvSpPr>
        <p:spPr>
          <a:xfrm>
            <a:off x="2386584" y="1527048"/>
            <a:ext cx="94183" cy="137160"/>
          </a:xfrm>
          <a:prstGeom prst="rect">
            <a:avLst/>
          </a:prstGeom>
          <a:solidFill>
            <a:srgbClr val="C0392B"/>
          </a:solidFill>
          <a:ln>
            <a:noFill/>
          </a:ln>
        </p:spPr>
        <p:txBody>
          <a:bodyPr rtlCol="0" anchor="ctr"/>
          <a:lstStyle/>
          <a:p>
            <a:pPr algn="ctr"/>
          </a:p>
        </p:txBody>
      </p:sp>
      <p:sp>
        <p:nvSpPr>
          <p:cNvPr id="65" name="Rectangle 64"/>
          <p:cNvSpPr/>
          <p:nvPr/>
        </p:nvSpPr>
        <p:spPr>
          <a:xfrm>
            <a:off x="2491740" y="1527048"/>
            <a:ext cx="94183" cy="137160"/>
          </a:xfrm>
          <a:prstGeom prst="rect">
            <a:avLst/>
          </a:prstGeom>
          <a:solidFill>
            <a:srgbClr val="C0392B"/>
          </a:solidFill>
          <a:ln>
            <a:noFill/>
          </a:ln>
        </p:spPr>
        <p:txBody>
          <a:bodyPr rtlCol="0" anchor="ctr"/>
          <a:lstStyle/>
          <a:p>
            <a:pPr algn="ctr"/>
          </a:p>
        </p:txBody>
      </p:sp>
      <p:sp>
        <p:nvSpPr>
          <p:cNvPr id="66" name="Rectangle 65"/>
          <p:cNvSpPr/>
          <p:nvPr/>
        </p:nvSpPr>
        <p:spPr>
          <a:xfrm>
            <a:off x="2596896" y="1527048"/>
            <a:ext cx="94183" cy="137160"/>
          </a:xfrm>
          <a:prstGeom prst="rect">
            <a:avLst/>
          </a:prstGeom>
          <a:solidFill>
            <a:srgbClr val="C0392B"/>
          </a:solidFill>
          <a:ln>
            <a:noFill/>
          </a:ln>
        </p:spPr>
        <p:txBody>
          <a:bodyPr rtlCol="0" anchor="ctr"/>
          <a:lstStyle/>
          <a:p>
            <a:pPr algn="ctr"/>
          </a:p>
        </p:txBody>
      </p:sp>
      <p:sp>
        <p:nvSpPr>
          <p:cNvPr id="67" name="Rectangle 66"/>
          <p:cNvSpPr/>
          <p:nvPr/>
        </p:nvSpPr>
        <p:spPr>
          <a:xfrm>
            <a:off x="2702052" y="1527048"/>
            <a:ext cx="94183" cy="137160"/>
          </a:xfrm>
          <a:prstGeom prst="rect">
            <a:avLst/>
          </a:prstGeom>
          <a:solidFill>
            <a:srgbClr val="C0392B"/>
          </a:solidFill>
          <a:ln>
            <a:noFill/>
          </a:ln>
        </p:spPr>
        <p:txBody>
          <a:bodyPr rtlCol="0" anchor="ctr"/>
          <a:lstStyle/>
          <a:p>
            <a:pPr algn="ctr"/>
          </a:p>
        </p:txBody>
      </p:sp>
      <p:sp>
        <p:nvSpPr>
          <p:cNvPr id="68" name="Rectangle 67"/>
          <p:cNvSpPr/>
          <p:nvPr/>
        </p:nvSpPr>
        <p:spPr>
          <a:xfrm>
            <a:off x="2807208" y="1527048"/>
            <a:ext cx="94183" cy="137160"/>
          </a:xfrm>
          <a:prstGeom prst="rect">
            <a:avLst/>
          </a:prstGeom>
          <a:solidFill>
            <a:srgbClr val="C0392B"/>
          </a:solidFill>
          <a:ln>
            <a:noFill/>
          </a:ln>
        </p:spPr>
        <p:txBody>
          <a:bodyPr rtlCol="0" anchor="ctr"/>
          <a:lstStyle/>
          <a:p>
            <a:pPr algn="ctr"/>
          </a:p>
        </p:txBody>
      </p:sp>
      <p:sp>
        <p:nvSpPr>
          <p:cNvPr id="69" name="Rectangle 68"/>
          <p:cNvSpPr/>
          <p:nvPr/>
        </p:nvSpPr>
        <p:spPr>
          <a:xfrm>
            <a:off x="2912364" y="1527048"/>
            <a:ext cx="94183" cy="137160"/>
          </a:xfrm>
          <a:prstGeom prst="rect">
            <a:avLst/>
          </a:prstGeom>
          <a:solidFill>
            <a:srgbClr val="C0392B"/>
          </a:solidFill>
          <a:ln>
            <a:noFill/>
          </a:ln>
        </p:spPr>
        <p:txBody>
          <a:bodyPr rtlCol="0" anchor="ctr"/>
          <a:lstStyle/>
          <a:p>
            <a:pPr algn="ctr"/>
          </a:p>
        </p:txBody>
      </p:sp>
      <p:sp>
        <p:nvSpPr>
          <p:cNvPr id="70" name="Rectangle 69"/>
          <p:cNvSpPr/>
          <p:nvPr/>
        </p:nvSpPr>
        <p:spPr>
          <a:xfrm>
            <a:off x="3017520" y="1527048"/>
            <a:ext cx="94183" cy="137160"/>
          </a:xfrm>
          <a:prstGeom prst="rect">
            <a:avLst/>
          </a:prstGeom>
          <a:solidFill>
            <a:srgbClr val="CA6F1E"/>
          </a:solidFill>
          <a:ln>
            <a:noFill/>
          </a:ln>
        </p:spPr>
        <p:txBody>
          <a:bodyPr rtlCol="0" anchor="ctr"/>
          <a:lstStyle/>
          <a:p>
            <a:pPr algn="ctr"/>
          </a:p>
        </p:txBody>
      </p:sp>
      <p:sp>
        <p:nvSpPr>
          <p:cNvPr id="71" name="Rectangle 70"/>
          <p:cNvSpPr/>
          <p:nvPr/>
        </p:nvSpPr>
        <p:spPr>
          <a:xfrm>
            <a:off x="3122676" y="1527048"/>
            <a:ext cx="94183" cy="137160"/>
          </a:xfrm>
          <a:prstGeom prst="rect">
            <a:avLst/>
          </a:prstGeom>
          <a:solidFill>
            <a:srgbClr val="E9EDF3"/>
          </a:solidFill>
          <a:ln>
            <a:noFill/>
          </a:ln>
        </p:spPr>
        <p:txBody>
          <a:bodyPr rtlCol="0" anchor="ctr"/>
          <a:lstStyle/>
          <a:p>
            <a:pPr algn="ctr"/>
          </a:p>
        </p:txBody>
      </p:sp>
      <p:sp>
        <p:nvSpPr>
          <p:cNvPr id="72" name="Rectangle 71"/>
          <p:cNvSpPr/>
          <p:nvPr/>
        </p:nvSpPr>
        <p:spPr>
          <a:xfrm>
            <a:off x="3227832" y="1527048"/>
            <a:ext cx="94183" cy="137160"/>
          </a:xfrm>
          <a:prstGeom prst="rect">
            <a:avLst/>
          </a:prstGeom>
          <a:solidFill>
            <a:srgbClr val="CA6F1E"/>
          </a:solidFill>
          <a:ln>
            <a:noFill/>
          </a:ln>
        </p:spPr>
        <p:txBody>
          <a:bodyPr rtlCol="0" anchor="ctr"/>
          <a:lstStyle/>
          <a:p>
            <a:pPr algn="ctr"/>
          </a:p>
        </p:txBody>
      </p:sp>
      <p:sp>
        <p:nvSpPr>
          <p:cNvPr id="73" name="Rectangle 72"/>
          <p:cNvSpPr/>
          <p:nvPr/>
        </p:nvSpPr>
        <p:spPr>
          <a:xfrm>
            <a:off x="3332988" y="1527048"/>
            <a:ext cx="94183" cy="137160"/>
          </a:xfrm>
          <a:prstGeom prst="rect">
            <a:avLst/>
          </a:prstGeom>
          <a:solidFill>
            <a:srgbClr val="C0392B"/>
          </a:solidFill>
          <a:ln>
            <a:noFill/>
          </a:ln>
        </p:spPr>
        <p:txBody>
          <a:bodyPr rtlCol="0" anchor="ctr"/>
          <a:lstStyle/>
          <a:p>
            <a:pPr algn="ctr"/>
          </a:p>
        </p:txBody>
      </p:sp>
      <p:sp>
        <p:nvSpPr>
          <p:cNvPr id="74" name="Rectangle 73"/>
          <p:cNvSpPr/>
          <p:nvPr/>
        </p:nvSpPr>
        <p:spPr>
          <a:xfrm>
            <a:off x="3438144" y="1527048"/>
            <a:ext cx="94183" cy="137160"/>
          </a:xfrm>
          <a:prstGeom prst="rect">
            <a:avLst/>
          </a:prstGeom>
          <a:solidFill>
            <a:srgbClr val="E9EDF3"/>
          </a:solidFill>
          <a:ln>
            <a:noFill/>
          </a:ln>
        </p:spPr>
        <p:txBody>
          <a:bodyPr rtlCol="0" anchor="ctr"/>
          <a:lstStyle/>
          <a:p>
            <a:pPr algn="ctr"/>
          </a:p>
        </p:txBody>
      </p:sp>
      <p:sp>
        <p:nvSpPr>
          <p:cNvPr id="75" name="Rectangle 74"/>
          <p:cNvSpPr/>
          <p:nvPr/>
        </p:nvSpPr>
        <p:spPr>
          <a:xfrm>
            <a:off x="3543300" y="1527048"/>
            <a:ext cx="94183" cy="137160"/>
          </a:xfrm>
          <a:prstGeom prst="rect">
            <a:avLst/>
          </a:prstGeom>
          <a:solidFill>
            <a:srgbClr val="E9EDF3"/>
          </a:solidFill>
          <a:ln>
            <a:noFill/>
          </a:ln>
        </p:spPr>
        <p:txBody>
          <a:bodyPr rtlCol="0" anchor="ctr"/>
          <a:lstStyle/>
          <a:p>
            <a:pPr algn="ctr"/>
          </a:p>
        </p:txBody>
      </p:sp>
      <p:sp>
        <p:nvSpPr>
          <p:cNvPr id="76" name="Rectangle 75"/>
          <p:cNvSpPr/>
          <p:nvPr/>
        </p:nvSpPr>
        <p:spPr>
          <a:xfrm>
            <a:off x="3648456" y="1527048"/>
            <a:ext cx="94183" cy="137160"/>
          </a:xfrm>
          <a:prstGeom prst="rect">
            <a:avLst/>
          </a:prstGeom>
          <a:solidFill>
            <a:srgbClr val="CA6F1E"/>
          </a:solidFill>
          <a:ln>
            <a:noFill/>
          </a:ln>
        </p:spPr>
        <p:txBody>
          <a:bodyPr rtlCol="0" anchor="ctr"/>
          <a:lstStyle/>
          <a:p>
            <a:pPr algn="ctr"/>
          </a:p>
        </p:txBody>
      </p:sp>
      <p:sp>
        <p:nvSpPr>
          <p:cNvPr id="77" name="Rectangle 76"/>
          <p:cNvSpPr/>
          <p:nvPr/>
        </p:nvSpPr>
        <p:spPr>
          <a:xfrm>
            <a:off x="3753612" y="1527048"/>
            <a:ext cx="94183" cy="137160"/>
          </a:xfrm>
          <a:prstGeom prst="rect">
            <a:avLst/>
          </a:prstGeom>
          <a:solidFill>
            <a:srgbClr val="E9EDF3"/>
          </a:solidFill>
          <a:ln>
            <a:noFill/>
          </a:ln>
        </p:spPr>
        <p:txBody>
          <a:bodyPr rtlCol="0" anchor="ctr"/>
          <a:lstStyle/>
          <a:p>
            <a:pPr algn="ctr"/>
          </a:p>
        </p:txBody>
      </p:sp>
      <p:sp>
        <p:nvSpPr>
          <p:cNvPr id="78" name="Rectangle 77"/>
          <p:cNvSpPr/>
          <p:nvPr/>
        </p:nvSpPr>
        <p:spPr>
          <a:xfrm>
            <a:off x="3858768" y="1527048"/>
            <a:ext cx="94183" cy="137160"/>
          </a:xfrm>
          <a:prstGeom prst="rect">
            <a:avLst/>
          </a:prstGeom>
          <a:solidFill>
            <a:srgbClr val="C0392B"/>
          </a:solidFill>
          <a:ln>
            <a:noFill/>
          </a:ln>
        </p:spPr>
        <p:txBody>
          <a:bodyPr rtlCol="0" anchor="ctr"/>
          <a:lstStyle/>
          <a:p>
            <a:pPr algn="ctr"/>
          </a:p>
        </p:txBody>
      </p:sp>
      <p:sp>
        <p:nvSpPr>
          <p:cNvPr id="79" name="Rectangle 78"/>
          <p:cNvSpPr/>
          <p:nvPr/>
        </p:nvSpPr>
        <p:spPr>
          <a:xfrm>
            <a:off x="3963924" y="1527048"/>
            <a:ext cx="94183" cy="137160"/>
          </a:xfrm>
          <a:prstGeom prst="rect">
            <a:avLst/>
          </a:prstGeom>
          <a:solidFill>
            <a:srgbClr val="F5A623"/>
          </a:solidFill>
          <a:ln>
            <a:noFill/>
          </a:ln>
        </p:spPr>
        <p:txBody>
          <a:bodyPr rtlCol="0" anchor="ctr"/>
          <a:lstStyle/>
          <a:p>
            <a:pPr algn="ctr"/>
          </a:p>
        </p:txBody>
      </p:sp>
      <p:sp>
        <p:nvSpPr>
          <p:cNvPr id="80" name="TextBox 79"/>
          <p:cNvSpPr txBox="1"/>
          <p:nvPr/>
        </p:nvSpPr>
        <p:spPr>
          <a:xfrm>
            <a:off x="4105656" y="1522476"/>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287</a:t>
            </a:r>
          </a:p>
        </p:txBody>
      </p:sp>
      <p:sp>
        <p:nvSpPr>
          <p:cNvPr id="81" name="TextBox 80"/>
          <p:cNvSpPr txBox="1"/>
          <p:nvPr/>
        </p:nvSpPr>
        <p:spPr>
          <a:xfrm>
            <a:off x="411480" y="167335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70</a:t>
            </a:r>
          </a:p>
        </p:txBody>
      </p:sp>
      <p:sp>
        <p:nvSpPr>
          <p:cNvPr id="82" name="Rectangle 81"/>
          <p:cNvSpPr/>
          <p:nvPr/>
        </p:nvSpPr>
        <p:spPr>
          <a:xfrm>
            <a:off x="914400" y="1677924"/>
            <a:ext cx="94183" cy="137160"/>
          </a:xfrm>
          <a:prstGeom prst="rect">
            <a:avLst/>
          </a:prstGeom>
          <a:solidFill>
            <a:srgbClr val="CA6F1E"/>
          </a:solidFill>
          <a:ln>
            <a:noFill/>
          </a:ln>
        </p:spPr>
        <p:txBody>
          <a:bodyPr rtlCol="0" anchor="ctr"/>
          <a:lstStyle/>
          <a:p>
            <a:pPr algn="ctr"/>
          </a:p>
        </p:txBody>
      </p:sp>
      <p:sp>
        <p:nvSpPr>
          <p:cNvPr id="83" name="Rectangle 82"/>
          <p:cNvSpPr/>
          <p:nvPr/>
        </p:nvSpPr>
        <p:spPr>
          <a:xfrm>
            <a:off x="1019556" y="1677924"/>
            <a:ext cx="94183" cy="137160"/>
          </a:xfrm>
          <a:prstGeom prst="rect">
            <a:avLst/>
          </a:prstGeom>
          <a:solidFill>
            <a:srgbClr val="CA6F1E"/>
          </a:solidFill>
          <a:ln>
            <a:noFill/>
          </a:ln>
        </p:spPr>
        <p:txBody>
          <a:bodyPr rtlCol="0" anchor="ctr"/>
          <a:lstStyle/>
          <a:p>
            <a:pPr algn="ctr"/>
          </a:p>
        </p:txBody>
      </p:sp>
      <p:sp>
        <p:nvSpPr>
          <p:cNvPr id="84" name="Rectangle 83"/>
          <p:cNvSpPr/>
          <p:nvPr/>
        </p:nvSpPr>
        <p:spPr>
          <a:xfrm>
            <a:off x="1124712" y="1677924"/>
            <a:ext cx="94183" cy="137160"/>
          </a:xfrm>
          <a:prstGeom prst="rect">
            <a:avLst/>
          </a:prstGeom>
          <a:solidFill>
            <a:srgbClr val="F5A623"/>
          </a:solidFill>
          <a:ln>
            <a:noFill/>
          </a:ln>
        </p:spPr>
        <p:txBody>
          <a:bodyPr rtlCol="0" anchor="ctr"/>
          <a:lstStyle/>
          <a:p>
            <a:pPr algn="ctr"/>
          </a:p>
        </p:txBody>
      </p:sp>
      <p:sp>
        <p:nvSpPr>
          <p:cNvPr id="85" name="Rectangle 84"/>
          <p:cNvSpPr/>
          <p:nvPr/>
        </p:nvSpPr>
        <p:spPr>
          <a:xfrm>
            <a:off x="1229868" y="1677924"/>
            <a:ext cx="94183" cy="137160"/>
          </a:xfrm>
          <a:prstGeom prst="rect">
            <a:avLst/>
          </a:prstGeom>
          <a:solidFill>
            <a:srgbClr val="C0392B"/>
          </a:solidFill>
          <a:ln>
            <a:noFill/>
          </a:ln>
        </p:spPr>
        <p:txBody>
          <a:bodyPr rtlCol="0" anchor="ctr"/>
          <a:lstStyle/>
          <a:p>
            <a:pPr algn="ctr"/>
          </a:p>
        </p:txBody>
      </p:sp>
      <p:sp>
        <p:nvSpPr>
          <p:cNvPr id="86" name="Rectangle 85"/>
          <p:cNvSpPr/>
          <p:nvPr/>
        </p:nvSpPr>
        <p:spPr>
          <a:xfrm>
            <a:off x="1335024" y="1677924"/>
            <a:ext cx="94183" cy="137160"/>
          </a:xfrm>
          <a:prstGeom prst="rect">
            <a:avLst/>
          </a:prstGeom>
          <a:solidFill>
            <a:srgbClr val="C0392B"/>
          </a:solidFill>
          <a:ln>
            <a:noFill/>
          </a:ln>
        </p:spPr>
        <p:txBody>
          <a:bodyPr rtlCol="0" anchor="ctr"/>
          <a:lstStyle/>
          <a:p>
            <a:pPr algn="ctr"/>
          </a:p>
        </p:txBody>
      </p:sp>
      <p:sp>
        <p:nvSpPr>
          <p:cNvPr id="87" name="Rectangle 86"/>
          <p:cNvSpPr/>
          <p:nvPr/>
        </p:nvSpPr>
        <p:spPr>
          <a:xfrm>
            <a:off x="1440180" y="1677924"/>
            <a:ext cx="94183" cy="137160"/>
          </a:xfrm>
          <a:prstGeom prst="rect">
            <a:avLst/>
          </a:prstGeom>
          <a:solidFill>
            <a:srgbClr val="C0392B"/>
          </a:solidFill>
          <a:ln>
            <a:noFill/>
          </a:ln>
        </p:spPr>
        <p:txBody>
          <a:bodyPr rtlCol="0" anchor="ctr"/>
          <a:lstStyle/>
          <a:p>
            <a:pPr algn="ctr"/>
          </a:p>
        </p:txBody>
      </p:sp>
      <p:sp>
        <p:nvSpPr>
          <p:cNvPr id="88" name="Rectangle 87"/>
          <p:cNvSpPr/>
          <p:nvPr/>
        </p:nvSpPr>
        <p:spPr>
          <a:xfrm>
            <a:off x="1545336" y="1677924"/>
            <a:ext cx="94183" cy="137160"/>
          </a:xfrm>
          <a:prstGeom prst="rect">
            <a:avLst/>
          </a:prstGeom>
          <a:solidFill>
            <a:srgbClr val="F5A623"/>
          </a:solidFill>
          <a:ln>
            <a:noFill/>
          </a:ln>
        </p:spPr>
        <p:txBody>
          <a:bodyPr rtlCol="0" anchor="ctr"/>
          <a:lstStyle/>
          <a:p>
            <a:pPr algn="ctr"/>
          </a:p>
        </p:txBody>
      </p:sp>
      <p:sp>
        <p:nvSpPr>
          <p:cNvPr id="89" name="Rectangle 88"/>
          <p:cNvSpPr/>
          <p:nvPr/>
        </p:nvSpPr>
        <p:spPr>
          <a:xfrm>
            <a:off x="1650492" y="1677924"/>
            <a:ext cx="94183" cy="137160"/>
          </a:xfrm>
          <a:prstGeom prst="rect">
            <a:avLst/>
          </a:prstGeom>
          <a:solidFill>
            <a:srgbClr val="CA6F1E"/>
          </a:solidFill>
          <a:ln>
            <a:noFill/>
          </a:ln>
        </p:spPr>
        <p:txBody>
          <a:bodyPr rtlCol="0" anchor="ctr"/>
          <a:lstStyle/>
          <a:p>
            <a:pPr algn="ctr"/>
          </a:p>
        </p:txBody>
      </p:sp>
      <p:sp>
        <p:nvSpPr>
          <p:cNvPr id="90" name="Rectangle 89"/>
          <p:cNvSpPr/>
          <p:nvPr/>
        </p:nvSpPr>
        <p:spPr>
          <a:xfrm>
            <a:off x="1755648" y="1677924"/>
            <a:ext cx="94183" cy="137160"/>
          </a:xfrm>
          <a:prstGeom prst="rect">
            <a:avLst/>
          </a:prstGeom>
          <a:solidFill>
            <a:srgbClr val="C0392B"/>
          </a:solidFill>
          <a:ln>
            <a:noFill/>
          </a:ln>
        </p:spPr>
        <p:txBody>
          <a:bodyPr rtlCol="0" anchor="ctr"/>
          <a:lstStyle/>
          <a:p>
            <a:pPr algn="ctr"/>
          </a:p>
        </p:txBody>
      </p:sp>
      <p:sp>
        <p:nvSpPr>
          <p:cNvPr id="91" name="Rectangle 90"/>
          <p:cNvSpPr/>
          <p:nvPr/>
        </p:nvSpPr>
        <p:spPr>
          <a:xfrm>
            <a:off x="1860804" y="1677924"/>
            <a:ext cx="94183" cy="137160"/>
          </a:xfrm>
          <a:prstGeom prst="rect">
            <a:avLst/>
          </a:prstGeom>
          <a:solidFill>
            <a:srgbClr val="C0392B"/>
          </a:solidFill>
          <a:ln>
            <a:noFill/>
          </a:ln>
        </p:spPr>
        <p:txBody>
          <a:bodyPr rtlCol="0" anchor="ctr"/>
          <a:lstStyle/>
          <a:p>
            <a:pPr algn="ctr"/>
          </a:p>
        </p:txBody>
      </p:sp>
      <p:sp>
        <p:nvSpPr>
          <p:cNvPr id="92" name="Rectangle 91"/>
          <p:cNvSpPr/>
          <p:nvPr/>
        </p:nvSpPr>
        <p:spPr>
          <a:xfrm>
            <a:off x="1965960" y="1677924"/>
            <a:ext cx="94183" cy="137160"/>
          </a:xfrm>
          <a:prstGeom prst="rect">
            <a:avLst/>
          </a:prstGeom>
          <a:solidFill>
            <a:srgbClr val="FAD9A0"/>
          </a:solidFill>
          <a:ln>
            <a:noFill/>
          </a:ln>
        </p:spPr>
        <p:txBody>
          <a:bodyPr rtlCol="0" anchor="ctr"/>
          <a:lstStyle/>
          <a:p>
            <a:pPr algn="ctr"/>
          </a:p>
        </p:txBody>
      </p:sp>
      <p:sp>
        <p:nvSpPr>
          <p:cNvPr id="93" name="Rectangle 92"/>
          <p:cNvSpPr/>
          <p:nvPr/>
        </p:nvSpPr>
        <p:spPr>
          <a:xfrm>
            <a:off x="2071116" y="1677924"/>
            <a:ext cx="94183" cy="137160"/>
          </a:xfrm>
          <a:prstGeom prst="rect">
            <a:avLst/>
          </a:prstGeom>
          <a:solidFill>
            <a:srgbClr val="CA6F1E"/>
          </a:solidFill>
          <a:ln>
            <a:noFill/>
          </a:ln>
        </p:spPr>
        <p:txBody>
          <a:bodyPr rtlCol="0" anchor="ctr"/>
          <a:lstStyle/>
          <a:p>
            <a:pPr algn="ctr"/>
          </a:p>
        </p:txBody>
      </p:sp>
      <p:sp>
        <p:nvSpPr>
          <p:cNvPr id="94" name="Rectangle 93"/>
          <p:cNvSpPr/>
          <p:nvPr/>
        </p:nvSpPr>
        <p:spPr>
          <a:xfrm>
            <a:off x="2176272" y="1677924"/>
            <a:ext cx="94183" cy="137160"/>
          </a:xfrm>
          <a:prstGeom prst="rect">
            <a:avLst/>
          </a:prstGeom>
          <a:solidFill>
            <a:srgbClr val="F5A623"/>
          </a:solidFill>
          <a:ln>
            <a:noFill/>
          </a:ln>
        </p:spPr>
        <p:txBody>
          <a:bodyPr rtlCol="0" anchor="ctr"/>
          <a:lstStyle/>
          <a:p>
            <a:pPr algn="ctr"/>
          </a:p>
        </p:txBody>
      </p:sp>
      <p:sp>
        <p:nvSpPr>
          <p:cNvPr id="95" name="Rectangle 94"/>
          <p:cNvSpPr/>
          <p:nvPr/>
        </p:nvSpPr>
        <p:spPr>
          <a:xfrm>
            <a:off x="2281428" y="1677924"/>
            <a:ext cx="94183" cy="137160"/>
          </a:xfrm>
          <a:prstGeom prst="rect">
            <a:avLst/>
          </a:prstGeom>
          <a:solidFill>
            <a:srgbClr val="CA6F1E"/>
          </a:solidFill>
          <a:ln>
            <a:noFill/>
          </a:ln>
        </p:spPr>
        <p:txBody>
          <a:bodyPr rtlCol="0" anchor="ctr"/>
          <a:lstStyle/>
          <a:p>
            <a:pPr algn="ctr"/>
          </a:p>
        </p:txBody>
      </p:sp>
      <p:sp>
        <p:nvSpPr>
          <p:cNvPr id="96" name="Rectangle 95"/>
          <p:cNvSpPr/>
          <p:nvPr/>
        </p:nvSpPr>
        <p:spPr>
          <a:xfrm>
            <a:off x="2386584" y="1677924"/>
            <a:ext cx="94183" cy="137160"/>
          </a:xfrm>
          <a:prstGeom prst="rect">
            <a:avLst/>
          </a:prstGeom>
          <a:solidFill>
            <a:srgbClr val="F5A623"/>
          </a:solidFill>
          <a:ln>
            <a:noFill/>
          </a:ln>
        </p:spPr>
        <p:txBody>
          <a:bodyPr rtlCol="0" anchor="ctr"/>
          <a:lstStyle/>
          <a:p>
            <a:pPr algn="ctr"/>
          </a:p>
        </p:txBody>
      </p:sp>
      <p:sp>
        <p:nvSpPr>
          <p:cNvPr id="97" name="Rectangle 96"/>
          <p:cNvSpPr/>
          <p:nvPr/>
        </p:nvSpPr>
        <p:spPr>
          <a:xfrm>
            <a:off x="2491740" y="1677924"/>
            <a:ext cx="94183" cy="137160"/>
          </a:xfrm>
          <a:prstGeom prst="rect">
            <a:avLst/>
          </a:prstGeom>
          <a:solidFill>
            <a:srgbClr val="CA6F1E"/>
          </a:solidFill>
          <a:ln>
            <a:noFill/>
          </a:ln>
        </p:spPr>
        <p:txBody>
          <a:bodyPr rtlCol="0" anchor="ctr"/>
          <a:lstStyle/>
          <a:p>
            <a:pPr algn="ctr"/>
          </a:p>
        </p:txBody>
      </p:sp>
      <p:sp>
        <p:nvSpPr>
          <p:cNvPr id="98" name="Rectangle 97"/>
          <p:cNvSpPr/>
          <p:nvPr/>
        </p:nvSpPr>
        <p:spPr>
          <a:xfrm>
            <a:off x="2596896" y="1677924"/>
            <a:ext cx="94183" cy="137160"/>
          </a:xfrm>
          <a:prstGeom prst="rect">
            <a:avLst/>
          </a:prstGeom>
          <a:solidFill>
            <a:srgbClr val="C0392B"/>
          </a:solidFill>
          <a:ln>
            <a:noFill/>
          </a:ln>
        </p:spPr>
        <p:txBody>
          <a:bodyPr rtlCol="0" anchor="ctr"/>
          <a:lstStyle/>
          <a:p>
            <a:pPr algn="ctr"/>
          </a:p>
        </p:txBody>
      </p:sp>
      <p:sp>
        <p:nvSpPr>
          <p:cNvPr id="99" name="Rectangle 98"/>
          <p:cNvSpPr/>
          <p:nvPr/>
        </p:nvSpPr>
        <p:spPr>
          <a:xfrm>
            <a:off x="2702052" y="1677924"/>
            <a:ext cx="94183" cy="137160"/>
          </a:xfrm>
          <a:prstGeom prst="rect">
            <a:avLst/>
          </a:prstGeom>
          <a:solidFill>
            <a:srgbClr val="CA6F1E"/>
          </a:solidFill>
          <a:ln>
            <a:noFill/>
          </a:ln>
        </p:spPr>
        <p:txBody>
          <a:bodyPr rtlCol="0" anchor="ctr"/>
          <a:lstStyle/>
          <a:p>
            <a:pPr algn="ctr"/>
          </a:p>
        </p:txBody>
      </p:sp>
      <p:sp>
        <p:nvSpPr>
          <p:cNvPr id="100" name="Rectangle 99"/>
          <p:cNvSpPr/>
          <p:nvPr/>
        </p:nvSpPr>
        <p:spPr>
          <a:xfrm>
            <a:off x="2807208" y="1677924"/>
            <a:ext cx="94183" cy="137160"/>
          </a:xfrm>
          <a:prstGeom prst="rect">
            <a:avLst/>
          </a:prstGeom>
          <a:solidFill>
            <a:srgbClr val="FAD9A0"/>
          </a:solidFill>
          <a:ln>
            <a:noFill/>
          </a:ln>
        </p:spPr>
        <p:txBody>
          <a:bodyPr rtlCol="0" anchor="ctr"/>
          <a:lstStyle/>
          <a:p>
            <a:pPr algn="ctr"/>
          </a:p>
        </p:txBody>
      </p:sp>
      <p:sp>
        <p:nvSpPr>
          <p:cNvPr id="101" name="Rectangle 100"/>
          <p:cNvSpPr/>
          <p:nvPr/>
        </p:nvSpPr>
        <p:spPr>
          <a:xfrm>
            <a:off x="2912364" y="1677924"/>
            <a:ext cx="94183" cy="137160"/>
          </a:xfrm>
          <a:prstGeom prst="rect">
            <a:avLst/>
          </a:prstGeom>
          <a:solidFill>
            <a:srgbClr val="E9EDF3"/>
          </a:solidFill>
          <a:ln>
            <a:noFill/>
          </a:ln>
        </p:spPr>
        <p:txBody>
          <a:bodyPr rtlCol="0" anchor="ctr"/>
          <a:lstStyle/>
          <a:p>
            <a:pPr algn="ctr"/>
          </a:p>
        </p:txBody>
      </p:sp>
      <p:sp>
        <p:nvSpPr>
          <p:cNvPr id="102" name="Rectangle 101"/>
          <p:cNvSpPr/>
          <p:nvPr/>
        </p:nvSpPr>
        <p:spPr>
          <a:xfrm>
            <a:off x="3017520" y="1677924"/>
            <a:ext cx="94183" cy="137160"/>
          </a:xfrm>
          <a:prstGeom prst="rect">
            <a:avLst/>
          </a:prstGeom>
          <a:solidFill>
            <a:srgbClr val="CA6F1E"/>
          </a:solidFill>
          <a:ln>
            <a:noFill/>
          </a:ln>
        </p:spPr>
        <p:txBody>
          <a:bodyPr rtlCol="0" anchor="ctr"/>
          <a:lstStyle/>
          <a:p>
            <a:pPr algn="ctr"/>
          </a:p>
        </p:txBody>
      </p:sp>
      <p:sp>
        <p:nvSpPr>
          <p:cNvPr id="103" name="Rectangle 102"/>
          <p:cNvSpPr/>
          <p:nvPr/>
        </p:nvSpPr>
        <p:spPr>
          <a:xfrm>
            <a:off x="3122676" y="1677924"/>
            <a:ext cx="94183" cy="137160"/>
          </a:xfrm>
          <a:prstGeom prst="rect">
            <a:avLst/>
          </a:prstGeom>
          <a:solidFill>
            <a:srgbClr val="CA6F1E"/>
          </a:solidFill>
          <a:ln>
            <a:noFill/>
          </a:ln>
        </p:spPr>
        <p:txBody>
          <a:bodyPr rtlCol="0" anchor="ctr"/>
          <a:lstStyle/>
          <a:p>
            <a:pPr algn="ctr"/>
          </a:p>
        </p:txBody>
      </p:sp>
      <p:sp>
        <p:nvSpPr>
          <p:cNvPr id="104" name="Rectangle 103"/>
          <p:cNvSpPr/>
          <p:nvPr/>
        </p:nvSpPr>
        <p:spPr>
          <a:xfrm>
            <a:off x="3227832" y="1677924"/>
            <a:ext cx="94183" cy="137160"/>
          </a:xfrm>
          <a:prstGeom prst="rect">
            <a:avLst/>
          </a:prstGeom>
          <a:solidFill>
            <a:srgbClr val="CA6F1E"/>
          </a:solidFill>
          <a:ln>
            <a:noFill/>
          </a:ln>
        </p:spPr>
        <p:txBody>
          <a:bodyPr rtlCol="0" anchor="ctr"/>
          <a:lstStyle/>
          <a:p>
            <a:pPr algn="ctr"/>
          </a:p>
        </p:txBody>
      </p:sp>
      <p:sp>
        <p:nvSpPr>
          <p:cNvPr id="105" name="Rectangle 104"/>
          <p:cNvSpPr/>
          <p:nvPr/>
        </p:nvSpPr>
        <p:spPr>
          <a:xfrm>
            <a:off x="3332988" y="1677924"/>
            <a:ext cx="94183" cy="137160"/>
          </a:xfrm>
          <a:prstGeom prst="rect">
            <a:avLst/>
          </a:prstGeom>
          <a:solidFill>
            <a:srgbClr val="CA6F1E"/>
          </a:solidFill>
          <a:ln>
            <a:noFill/>
          </a:ln>
        </p:spPr>
        <p:txBody>
          <a:bodyPr rtlCol="0" anchor="ctr"/>
          <a:lstStyle/>
          <a:p>
            <a:pPr algn="ctr"/>
          </a:p>
        </p:txBody>
      </p:sp>
      <p:sp>
        <p:nvSpPr>
          <p:cNvPr id="106" name="Rectangle 105"/>
          <p:cNvSpPr/>
          <p:nvPr/>
        </p:nvSpPr>
        <p:spPr>
          <a:xfrm>
            <a:off x="3438144" y="1677924"/>
            <a:ext cx="94183" cy="137160"/>
          </a:xfrm>
          <a:prstGeom prst="rect">
            <a:avLst/>
          </a:prstGeom>
          <a:solidFill>
            <a:srgbClr val="CA6F1E"/>
          </a:solidFill>
          <a:ln>
            <a:noFill/>
          </a:ln>
        </p:spPr>
        <p:txBody>
          <a:bodyPr rtlCol="0" anchor="ctr"/>
          <a:lstStyle/>
          <a:p>
            <a:pPr algn="ctr"/>
          </a:p>
        </p:txBody>
      </p:sp>
      <p:sp>
        <p:nvSpPr>
          <p:cNvPr id="107" name="Rectangle 106"/>
          <p:cNvSpPr/>
          <p:nvPr/>
        </p:nvSpPr>
        <p:spPr>
          <a:xfrm>
            <a:off x="3543300" y="1677924"/>
            <a:ext cx="94183" cy="137160"/>
          </a:xfrm>
          <a:prstGeom prst="rect">
            <a:avLst/>
          </a:prstGeom>
          <a:solidFill>
            <a:srgbClr val="E9EDF3"/>
          </a:solidFill>
          <a:ln>
            <a:noFill/>
          </a:ln>
        </p:spPr>
        <p:txBody>
          <a:bodyPr rtlCol="0" anchor="ctr"/>
          <a:lstStyle/>
          <a:p>
            <a:pPr algn="ctr"/>
          </a:p>
        </p:txBody>
      </p:sp>
      <p:sp>
        <p:nvSpPr>
          <p:cNvPr id="108" name="Rectangle 107"/>
          <p:cNvSpPr/>
          <p:nvPr/>
        </p:nvSpPr>
        <p:spPr>
          <a:xfrm>
            <a:off x="3648456" y="1677924"/>
            <a:ext cx="94183" cy="137160"/>
          </a:xfrm>
          <a:prstGeom prst="rect">
            <a:avLst/>
          </a:prstGeom>
          <a:solidFill>
            <a:srgbClr val="F5A623"/>
          </a:solidFill>
          <a:ln>
            <a:noFill/>
          </a:ln>
        </p:spPr>
        <p:txBody>
          <a:bodyPr rtlCol="0" anchor="ctr"/>
          <a:lstStyle/>
          <a:p>
            <a:pPr algn="ctr"/>
          </a:p>
        </p:txBody>
      </p:sp>
      <p:sp>
        <p:nvSpPr>
          <p:cNvPr id="109" name="Rectangle 108"/>
          <p:cNvSpPr/>
          <p:nvPr/>
        </p:nvSpPr>
        <p:spPr>
          <a:xfrm>
            <a:off x="3753612" y="1677924"/>
            <a:ext cx="94183" cy="137160"/>
          </a:xfrm>
          <a:prstGeom prst="rect">
            <a:avLst/>
          </a:prstGeom>
          <a:solidFill>
            <a:srgbClr val="F5A623"/>
          </a:solidFill>
          <a:ln>
            <a:noFill/>
          </a:ln>
        </p:spPr>
        <p:txBody>
          <a:bodyPr rtlCol="0" anchor="ctr"/>
          <a:lstStyle/>
          <a:p>
            <a:pPr algn="ctr"/>
          </a:p>
        </p:txBody>
      </p:sp>
      <p:sp>
        <p:nvSpPr>
          <p:cNvPr id="110" name="Rectangle 109"/>
          <p:cNvSpPr/>
          <p:nvPr/>
        </p:nvSpPr>
        <p:spPr>
          <a:xfrm>
            <a:off x="3858768" y="1677924"/>
            <a:ext cx="94183" cy="137160"/>
          </a:xfrm>
          <a:prstGeom prst="rect">
            <a:avLst/>
          </a:prstGeom>
          <a:solidFill>
            <a:srgbClr val="C0392B"/>
          </a:solidFill>
          <a:ln>
            <a:noFill/>
          </a:ln>
        </p:spPr>
        <p:txBody>
          <a:bodyPr rtlCol="0" anchor="ctr"/>
          <a:lstStyle/>
          <a:p>
            <a:pPr algn="ctr"/>
          </a:p>
        </p:txBody>
      </p:sp>
      <p:sp>
        <p:nvSpPr>
          <p:cNvPr id="111" name="Rectangle 110"/>
          <p:cNvSpPr/>
          <p:nvPr/>
        </p:nvSpPr>
        <p:spPr>
          <a:xfrm>
            <a:off x="3963924" y="1677924"/>
            <a:ext cx="94183" cy="137160"/>
          </a:xfrm>
          <a:prstGeom prst="rect">
            <a:avLst/>
          </a:prstGeom>
          <a:solidFill>
            <a:srgbClr val="E9EDF3"/>
          </a:solidFill>
          <a:ln>
            <a:noFill/>
          </a:ln>
        </p:spPr>
        <p:txBody>
          <a:bodyPr rtlCol="0" anchor="ctr"/>
          <a:lstStyle/>
          <a:p>
            <a:pPr algn="ctr"/>
          </a:p>
        </p:txBody>
      </p:sp>
      <p:sp>
        <p:nvSpPr>
          <p:cNvPr id="112" name="TextBox 111"/>
          <p:cNvSpPr txBox="1"/>
          <p:nvPr/>
        </p:nvSpPr>
        <p:spPr>
          <a:xfrm>
            <a:off x="4105656" y="1673352"/>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205</a:t>
            </a:r>
          </a:p>
        </p:txBody>
      </p:sp>
      <p:sp>
        <p:nvSpPr>
          <p:cNvPr id="113" name="TextBox 112"/>
          <p:cNvSpPr txBox="1"/>
          <p:nvPr/>
        </p:nvSpPr>
        <p:spPr>
          <a:xfrm>
            <a:off x="411480" y="182422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74</a:t>
            </a:r>
          </a:p>
        </p:txBody>
      </p:sp>
      <p:sp>
        <p:nvSpPr>
          <p:cNvPr id="114" name="Rectangle 113"/>
          <p:cNvSpPr/>
          <p:nvPr/>
        </p:nvSpPr>
        <p:spPr>
          <a:xfrm>
            <a:off x="914400" y="1828800"/>
            <a:ext cx="94183" cy="137160"/>
          </a:xfrm>
          <a:prstGeom prst="rect">
            <a:avLst/>
          </a:prstGeom>
          <a:solidFill>
            <a:srgbClr val="CA6F1E"/>
          </a:solidFill>
          <a:ln>
            <a:noFill/>
          </a:ln>
        </p:spPr>
        <p:txBody>
          <a:bodyPr rtlCol="0" anchor="ctr"/>
          <a:lstStyle/>
          <a:p>
            <a:pPr algn="ctr"/>
          </a:p>
        </p:txBody>
      </p:sp>
      <p:sp>
        <p:nvSpPr>
          <p:cNvPr id="115" name="Rectangle 114"/>
          <p:cNvSpPr/>
          <p:nvPr/>
        </p:nvSpPr>
        <p:spPr>
          <a:xfrm>
            <a:off x="1019556" y="1828800"/>
            <a:ext cx="94183" cy="137160"/>
          </a:xfrm>
          <a:prstGeom prst="rect">
            <a:avLst/>
          </a:prstGeom>
          <a:solidFill>
            <a:srgbClr val="CA6F1E"/>
          </a:solidFill>
          <a:ln>
            <a:noFill/>
          </a:ln>
        </p:spPr>
        <p:txBody>
          <a:bodyPr rtlCol="0" anchor="ctr"/>
          <a:lstStyle/>
          <a:p>
            <a:pPr algn="ctr"/>
          </a:p>
        </p:txBody>
      </p:sp>
      <p:sp>
        <p:nvSpPr>
          <p:cNvPr id="116" name="Rectangle 115"/>
          <p:cNvSpPr/>
          <p:nvPr/>
        </p:nvSpPr>
        <p:spPr>
          <a:xfrm>
            <a:off x="1124712" y="1828800"/>
            <a:ext cx="94183" cy="137160"/>
          </a:xfrm>
          <a:prstGeom prst="rect">
            <a:avLst/>
          </a:prstGeom>
          <a:solidFill>
            <a:srgbClr val="CA6F1E"/>
          </a:solidFill>
          <a:ln>
            <a:noFill/>
          </a:ln>
        </p:spPr>
        <p:txBody>
          <a:bodyPr rtlCol="0" anchor="ctr"/>
          <a:lstStyle/>
          <a:p>
            <a:pPr algn="ctr"/>
          </a:p>
        </p:txBody>
      </p:sp>
      <p:sp>
        <p:nvSpPr>
          <p:cNvPr id="117" name="Rectangle 116"/>
          <p:cNvSpPr/>
          <p:nvPr/>
        </p:nvSpPr>
        <p:spPr>
          <a:xfrm>
            <a:off x="1229868" y="1828800"/>
            <a:ext cx="94183" cy="137160"/>
          </a:xfrm>
          <a:prstGeom prst="rect">
            <a:avLst/>
          </a:prstGeom>
          <a:solidFill>
            <a:srgbClr val="CA6F1E"/>
          </a:solidFill>
          <a:ln>
            <a:noFill/>
          </a:ln>
        </p:spPr>
        <p:txBody>
          <a:bodyPr rtlCol="0" anchor="ctr"/>
          <a:lstStyle/>
          <a:p>
            <a:pPr algn="ctr"/>
          </a:p>
        </p:txBody>
      </p:sp>
      <p:sp>
        <p:nvSpPr>
          <p:cNvPr id="118" name="Rectangle 117"/>
          <p:cNvSpPr/>
          <p:nvPr/>
        </p:nvSpPr>
        <p:spPr>
          <a:xfrm>
            <a:off x="1335024" y="1828800"/>
            <a:ext cx="94183" cy="137160"/>
          </a:xfrm>
          <a:prstGeom prst="rect">
            <a:avLst/>
          </a:prstGeom>
          <a:solidFill>
            <a:srgbClr val="C0392B"/>
          </a:solidFill>
          <a:ln>
            <a:noFill/>
          </a:ln>
        </p:spPr>
        <p:txBody>
          <a:bodyPr rtlCol="0" anchor="ctr"/>
          <a:lstStyle/>
          <a:p>
            <a:pPr algn="ctr"/>
          </a:p>
        </p:txBody>
      </p:sp>
      <p:sp>
        <p:nvSpPr>
          <p:cNvPr id="119" name="Rectangle 118"/>
          <p:cNvSpPr/>
          <p:nvPr/>
        </p:nvSpPr>
        <p:spPr>
          <a:xfrm>
            <a:off x="1440180" y="1828800"/>
            <a:ext cx="94183" cy="137160"/>
          </a:xfrm>
          <a:prstGeom prst="rect">
            <a:avLst/>
          </a:prstGeom>
          <a:solidFill>
            <a:srgbClr val="C0392B"/>
          </a:solidFill>
          <a:ln>
            <a:noFill/>
          </a:ln>
        </p:spPr>
        <p:txBody>
          <a:bodyPr rtlCol="0" anchor="ctr"/>
          <a:lstStyle/>
          <a:p>
            <a:pPr algn="ctr"/>
          </a:p>
        </p:txBody>
      </p:sp>
      <p:sp>
        <p:nvSpPr>
          <p:cNvPr id="120" name="Rectangle 119"/>
          <p:cNvSpPr/>
          <p:nvPr/>
        </p:nvSpPr>
        <p:spPr>
          <a:xfrm>
            <a:off x="1545336" y="1828800"/>
            <a:ext cx="94183" cy="137160"/>
          </a:xfrm>
          <a:prstGeom prst="rect">
            <a:avLst/>
          </a:prstGeom>
          <a:solidFill>
            <a:srgbClr val="FAD9A0"/>
          </a:solidFill>
          <a:ln>
            <a:noFill/>
          </a:ln>
        </p:spPr>
        <p:txBody>
          <a:bodyPr rtlCol="0" anchor="ctr"/>
          <a:lstStyle/>
          <a:p>
            <a:pPr algn="ctr"/>
          </a:p>
        </p:txBody>
      </p:sp>
      <p:sp>
        <p:nvSpPr>
          <p:cNvPr id="121" name="Rectangle 120"/>
          <p:cNvSpPr/>
          <p:nvPr/>
        </p:nvSpPr>
        <p:spPr>
          <a:xfrm>
            <a:off x="1650492" y="1828800"/>
            <a:ext cx="94183" cy="137160"/>
          </a:xfrm>
          <a:prstGeom prst="rect">
            <a:avLst/>
          </a:prstGeom>
          <a:solidFill>
            <a:srgbClr val="F5A623"/>
          </a:solidFill>
          <a:ln>
            <a:noFill/>
          </a:ln>
        </p:spPr>
        <p:txBody>
          <a:bodyPr rtlCol="0" anchor="ctr"/>
          <a:lstStyle/>
          <a:p>
            <a:pPr algn="ctr"/>
          </a:p>
        </p:txBody>
      </p:sp>
      <p:sp>
        <p:nvSpPr>
          <p:cNvPr id="122" name="Rectangle 121"/>
          <p:cNvSpPr/>
          <p:nvPr/>
        </p:nvSpPr>
        <p:spPr>
          <a:xfrm>
            <a:off x="1755648" y="1828800"/>
            <a:ext cx="94183" cy="137160"/>
          </a:xfrm>
          <a:prstGeom prst="rect">
            <a:avLst/>
          </a:prstGeom>
          <a:solidFill>
            <a:srgbClr val="C0392B"/>
          </a:solidFill>
          <a:ln>
            <a:noFill/>
          </a:ln>
        </p:spPr>
        <p:txBody>
          <a:bodyPr rtlCol="0" anchor="ctr"/>
          <a:lstStyle/>
          <a:p>
            <a:pPr algn="ctr"/>
          </a:p>
        </p:txBody>
      </p:sp>
      <p:sp>
        <p:nvSpPr>
          <p:cNvPr id="123" name="Rectangle 122"/>
          <p:cNvSpPr/>
          <p:nvPr/>
        </p:nvSpPr>
        <p:spPr>
          <a:xfrm>
            <a:off x="1860804" y="1828800"/>
            <a:ext cx="94183" cy="137160"/>
          </a:xfrm>
          <a:prstGeom prst="rect">
            <a:avLst/>
          </a:prstGeom>
          <a:solidFill>
            <a:srgbClr val="CA6F1E"/>
          </a:solidFill>
          <a:ln>
            <a:noFill/>
          </a:ln>
        </p:spPr>
        <p:txBody>
          <a:bodyPr rtlCol="0" anchor="ctr"/>
          <a:lstStyle/>
          <a:p>
            <a:pPr algn="ctr"/>
          </a:p>
        </p:txBody>
      </p:sp>
      <p:sp>
        <p:nvSpPr>
          <p:cNvPr id="124" name="Rectangle 123"/>
          <p:cNvSpPr/>
          <p:nvPr/>
        </p:nvSpPr>
        <p:spPr>
          <a:xfrm>
            <a:off x="1965960" y="1828800"/>
            <a:ext cx="94183" cy="137160"/>
          </a:xfrm>
          <a:prstGeom prst="rect">
            <a:avLst/>
          </a:prstGeom>
          <a:solidFill>
            <a:srgbClr val="FAD9A0"/>
          </a:solidFill>
          <a:ln>
            <a:noFill/>
          </a:ln>
        </p:spPr>
        <p:txBody>
          <a:bodyPr rtlCol="0" anchor="ctr"/>
          <a:lstStyle/>
          <a:p>
            <a:pPr algn="ctr"/>
          </a:p>
        </p:txBody>
      </p:sp>
      <p:sp>
        <p:nvSpPr>
          <p:cNvPr id="125" name="Rectangle 124"/>
          <p:cNvSpPr/>
          <p:nvPr/>
        </p:nvSpPr>
        <p:spPr>
          <a:xfrm>
            <a:off x="2071116" y="1828800"/>
            <a:ext cx="94183" cy="137160"/>
          </a:xfrm>
          <a:prstGeom prst="rect">
            <a:avLst/>
          </a:prstGeom>
          <a:solidFill>
            <a:srgbClr val="FAD9A0"/>
          </a:solidFill>
          <a:ln>
            <a:noFill/>
          </a:ln>
        </p:spPr>
        <p:txBody>
          <a:bodyPr rtlCol="0" anchor="ctr"/>
          <a:lstStyle/>
          <a:p>
            <a:pPr algn="ctr"/>
          </a:p>
        </p:txBody>
      </p:sp>
      <p:sp>
        <p:nvSpPr>
          <p:cNvPr id="126" name="Rectangle 125"/>
          <p:cNvSpPr/>
          <p:nvPr/>
        </p:nvSpPr>
        <p:spPr>
          <a:xfrm>
            <a:off x="2176272" y="1828800"/>
            <a:ext cx="94183" cy="137160"/>
          </a:xfrm>
          <a:prstGeom prst="rect">
            <a:avLst/>
          </a:prstGeom>
          <a:solidFill>
            <a:srgbClr val="F5A623"/>
          </a:solidFill>
          <a:ln>
            <a:noFill/>
          </a:ln>
        </p:spPr>
        <p:txBody>
          <a:bodyPr rtlCol="0" anchor="ctr"/>
          <a:lstStyle/>
          <a:p>
            <a:pPr algn="ctr"/>
          </a:p>
        </p:txBody>
      </p:sp>
      <p:sp>
        <p:nvSpPr>
          <p:cNvPr id="127" name="Rectangle 126"/>
          <p:cNvSpPr/>
          <p:nvPr/>
        </p:nvSpPr>
        <p:spPr>
          <a:xfrm>
            <a:off x="2281428" y="1828800"/>
            <a:ext cx="94183" cy="137160"/>
          </a:xfrm>
          <a:prstGeom prst="rect">
            <a:avLst/>
          </a:prstGeom>
          <a:solidFill>
            <a:srgbClr val="F5A623"/>
          </a:solidFill>
          <a:ln>
            <a:noFill/>
          </a:ln>
        </p:spPr>
        <p:txBody>
          <a:bodyPr rtlCol="0" anchor="ctr"/>
          <a:lstStyle/>
          <a:p>
            <a:pPr algn="ctr"/>
          </a:p>
        </p:txBody>
      </p:sp>
      <p:sp>
        <p:nvSpPr>
          <p:cNvPr id="128" name="Rectangle 127"/>
          <p:cNvSpPr/>
          <p:nvPr/>
        </p:nvSpPr>
        <p:spPr>
          <a:xfrm>
            <a:off x="2386584" y="1828800"/>
            <a:ext cx="94183" cy="137160"/>
          </a:xfrm>
          <a:prstGeom prst="rect">
            <a:avLst/>
          </a:prstGeom>
          <a:solidFill>
            <a:srgbClr val="CA6F1E"/>
          </a:solidFill>
          <a:ln>
            <a:noFill/>
          </a:ln>
        </p:spPr>
        <p:txBody>
          <a:bodyPr rtlCol="0" anchor="ctr"/>
          <a:lstStyle/>
          <a:p>
            <a:pPr algn="ctr"/>
          </a:p>
        </p:txBody>
      </p:sp>
      <p:sp>
        <p:nvSpPr>
          <p:cNvPr id="129" name="Rectangle 128"/>
          <p:cNvSpPr/>
          <p:nvPr/>
        </p:nvSpPr>
        <p:spPr>
          <a:xfrm>
            <a:off x="2491740" y="1828800"/>
            <a:ext cx="94183" cy="137160"/>
          </a:xfrm>
          <a:prstGeom prst="rect">
            <a:avLst/>
          </a:prstGeom>
          <a:solidFill>
            <a:srgbClr val="F5A623"/>
          </a:solidFill>
          <a:ln>
            <a:noFill/>
          </a:ln>
        </p:spPr>
        <p:txBody>
          <a:bodyPr rtlCol="0" anchor="ctr"/>
          <a:lstStyle/>
          <a:p>
            <a:pPr algn="ctr"/>
          </a:p>
        </p:txBody>
      </p:sp>
      <p:sp>
        <p:nvSpPr>
          <p:cNvPr id="130" name="Rectangle 129"/>
          <p:cNvSpPr/>
          <p:nvPr/>
        </p:nvSpPr>
        <p:spPr>
          <a:xfrm>
            <a:off x="2596896" y="1828800"/>
            <a:ext cx="94183" cy="137160"/>
          </a:xfrm>
          <a:prstGeom prst="rect">
            <a:avLst/>
          </a:prstGeom>
          <a:solidFill>
            <a:srgbClr val="C0392B"/>
          </a:solidFill>
          <a:ln>
            <a:noFill/>
          </a:ln>
        </p:spPr>
        <p:txBody>
          <a:bodyPr rtlCol="0" anchor="ctr"/>
          <a:lstStyle/>
          <a:p>
            <a:pPr algn="ctr"/>
          </a:p>
        </p:txBody>
      </p:sp>
      <p:sp>
        <p:nvSpPr>
          <p:cNvPr id="131" name="Rectangle 130"/>
          <p:cNvSpPr/>
          <p:nvPr/>
        </p:nvSpPr>
        <p:spPr>
          <a:xfrm>
            <a:off x="2702052" y="1828800"/>
            <a:ext cx="94183" cy="137160"/>
          </a:xfrm>
          <a:prstGeom prst="rect">
            <a:avLst/>
          </a:prstGeom>
          <a:solidFill>
            <a:srgbClr val="E9EDF3"/>
          </a:solidFill>
          <a:ln>
            <a:noFill/>
          </a:ln>
        </p:spPr>
        <p:txBody>
          <a:bodyPr rtlCol="0" anchor="ctr"/>
          <a:lstStyle/>
          <a:p>
            <a:pPr algn="ctr"/>
          </a:p>
        </p:txBody>
      </p:sp>
      <p:sp>
        <p:nvSpPr>
          <p:cNvPr id="132" name="Rectangle 131"/>
          <p:cNvSpPr/>
          <p:nvPr/>
        </p:nvSpPr>
        <p:spPr>
          <a:xfrm>
            <a:off x="2807208" y="1828800"/>
            <a:ext cx="94183" cy="137160"/>
          </a:xfrm>
          <a:prstGeom prst="rect">
            <a:avLst/>
          </a:prstGeom>
          <a:solidFill>
            <a:srgbClr val="FAD9A0"/>
          </a:solidFill>
          <a:ln>
            <a:noFill/>
          </a:ln>
        </p:spPr>
        <p:txBody>
          <a:bodyPr rtlCol="0" anchor="ctr"/>
          <a:lstStyle/>
          <a:p>
            <a:pPr algn="ctr"/>
          </a:p>
        </p:txBody>
      </p:sp>
      <p:sp>
        <p:nvSpPr>
          <p:cNvPr id="133" name="Rectangle 132"/>
          <p:cNvSpPr/>
          <p:nvPr/>
        </p:nvSpPr>
        <p:spPr>
          <a:xfrm>
            <a:off x="2912364" y="1828800"/>
            <a:ext cx="94183" cy="137160"/>
          </a:xfrm>
          <a:prstGeom prst="rect">
            <a:avLst/>
          </a:prstGeom>
          <a:solidFill>
            <a:srgbClr val="F5A623"/>
          </a:solidFill>
          <a:ln>
            <a:noFill/>
          </a:ln>
        </p:spPr>
        <p:txBody>
          <a:bodyPr rtlCol="0" anchor="ctr"/>
          <a:lstStyle/>
          <a:p>
            <a:pPr algn="ctr"/>
          </a:p>
        </p:txBody>
      </p:sp>
      <p:sp>
        <p:nvSpPr>
          <p:cNvPr id="134" name="Rectangle 133"/>
          <p:cNvSpPr/>
          <p:nvPr/>
        </p:nvSpPr>
        <p:spPr>
          <a:xfrm>
            <a:off x="3017520" y="1828800"/>
            <a:ext cx="94183" cy="137160"/>
          </a:xfrm>
          <a:prstGeom prst="rect">
            <a:avLst/>
          </a:prstGeom>
          <a:solidFill>
            <a:srgbClr val="CA6F1E"/>
          </a:solidFill>
          <a:ln>
            <a:noFill/>
          </a:ln>
        </p:spPr>
        <p:txBody>
          <a:bodyPr rtlCol="0" anchor="ctr"/>
          <a:lstStyle/>
          <a:p>
            <a:pPr algn="ctr"/>
          </a:p>
        </p:txBody>
      </p:sp>
      <p:sp>
        <p:nvSpPr>
          <p:cNvPr id="135" name="Rectangle 134"/>
          <p:cNvSpPr/>
          <p:nvPr/>
        </p:nvSpPr>
        <p:spPr>
          <a:xfrm>
            <a:off x="3122676" y="1828800"/>
            <a:ext cx="94183" cy="137160"/>
          </a:xfrm>
          <a:prstGeom prst="rect">
            <a:avLst/>
          </a:prstGeom>
          <a:solidFill>
            <a:srgbClr val="CA6F1E"/>
          </a:solidFill>
          <a:ln>
            <a:noFill/>
          </a:ln>
        </p:spPr>
        <p:txBody>
          <a:bodyPr rtlCol="0" anchor="ctr"/>
          <a:lstStyle/>
          <a:p>
            <a:pPr algn="ctr"/>
          </a:p>
        </p:txBody>
      </p:sp>
      <p:sp>
        <p:nvSpPr>
          <p:cNvPr id="136" name="Rectangle 135"/>
          <p:cNvSpPr/>
          <p:nvPr/>
        </p:nvSpPr>
        <p:spPr>
          <a:xfrm>
            <a:off x="3227832" y="1828800"/>
            <a:ext cx="94183" cy="137160"/>
          </a:xfrm>
          <a:prstGeom prst="rect">
            <a:avLst/>
          </a:prstGeom>
          <a:solidFill>
            <a:srgbClr val="CA6F1E"/>
          </a:solidFill>
          <a:ln>
            <a:noFill/>
          </a:ln>
        </p:spPr>
        <p:txBody>
          <a:bodyPr rtlCol="0" anchor="ctr"/>
          <a:lstStyle/>
          <a:p>
            <a:pPr algn="ctr"/>
          </a:p>
        </p:txBody>
      </p:sp>
      <p:sp>
        <p:nvSpPr>
          <p:cNvPr id="137" name="Rectangle 136"/>
          <p:cNvSpPr/>
          <p:nvPr/>
        </p:nvSpPr>
        <p:spPr>
          <a:xfrm>
            <a:off x="3332988" y="1828800"/>
            <a:ext cx="94183" cy="137160"/>
          </a:xfrm>
          <a:prstGeom prst="rect">
            <a:avLst/>
          </a:prstGeom>
          <a:solidFill>
            <a:srgbClr val="C0392B"/>
          </a:solidFill>
          <a:ln>
            <a:noFill/>
          </a:ln>
        </p:spPr>
        <p:txBody>
          <a:bodyPr rtlCol="0" anchor="ctr"/>
          <a:lstStyle/>
          <a:p>
            <a:pPr algn="ctr"/>
          </a:p>
        </p:txBody>
      </p:sp>
      <p:sp>
        <p:nvSpPr>
          <p:cNvPr id="138" name="Rectangle 137"/>
          <p:cNvSpPr/>
          <p:nvPr/>
        </p:nvSpPr>
        <p:spPr>
          <a:xfrm>
            <a:off x="3438144" y="1828800"/>
            <a:ext cx="94183" cy="137160"/>
          </a:xfrm>
          <a:prstGeom prst="rect">
            <a:avLst/>
          </a:prstGeom>
          <a:solidFill>
            <a:srgbClr val="CA6F1E"/>
          </a:solidFill>
          <a:ln>
            <a:noFill/>
          </a:ln>
        </p:spPr>
        <p:txBody>
          <a:bodyPr rtlCol="0" anchor="ctr"/>
          <a:lstStyle/>
          <a:p>
            <a:pPr algn="ctr"/>
          </a:p>
        </p:txBody>
      </p:sp>
      <p:sp>
        <p:nvSpPr>
          <p:cNvPr id="139" name="Rectangle 138"/>
          <p:cNvSpPr/>
          <p:nvPr/>
        </p:nvSpPr>
        <p:spPr>
          <a:xfrm>
            <a:off x="3543300" y="1828800"/>
            <a:ext cx="94183" cy="137160"/>
          </a:xfrm>
          <a:prstGeom prst="rect">
            <a:avLst/>
          </a:prstGeom>
          <a:solidFill>
            <a:srgbClr val="FAD9A0"/>
          </a:solidFill>
          <a:ln>
            <a:noFill/>
          </a:ln>
        </p:spPr>
        <p:txBody>
          <a:bodyPr rtlCol="0" anchor="ctr"/>
          <a:lstStyle/>
          <a:p>
            <a:pPr algn="ctr"/>
          </a:p>
        </p:txBody>
      </p:sp>
      <p:sp>
        <p:nvSpPr>
          <p:cNvPr id="140" name="Rectangle 139"/>
          <p:cNvSpPr/>
          <p:nvPr/>
        </p:nvSpPr>
        <p:spPr>
          <a:xfrm>
            <a:off x="3648456" y="1828800"/>
            <a:ext cx="94183" cy="137160"/>
          </a:xfrm>
          <a:prstGeom prst="rect">
            <a:avLst/>
          </a:prstGeom>
          <a:solidFill>
            <a:srgbClr val="FAD9A0"/>
          </a:solidFill>
          <a:ln>
            <a:noFill/>
          </a:ln>
        </p:spPr>
        <p:txBody>
          <a:bodyPr rtlCol="0" anchor="ctr"/>
          <a:lstStyle/>
          <a:p>
            <a:pPr algn="ctr"/>
          </a:p>
        </p:txBody>
      </p:sp>
      <p:sp>
        <p:nvSpPr>
          <p:cNvPr id="141" name="Rectangle 140"/>
          <p:cNvSpPr/>
          <p:nvPr/>
        </p:nvSpPr>
        <p:spPr>
          <a:xfrm>
            <a:off x="3753612" y="1828800"/>
            <a:ext cx="94183" cy="137160"/>
          </a:xfrm>
          <a:prstGeom prst="rect">
            <a:avLst/>
          </a:prstGeom>
          <a:solidFill>
            <a:srgbClr val="CA6F1E"/>
          </a:solidFill>
          <a:ln>
            <a:noFill/>
          </a:ln>
        </p:spPr>
        <p:txBody>
          <a:bodyPr rtlCol="0" anchor="ctr"/>
          <a:lstStyle/>
          <a:p>
            <a:pPr algn="ctr"/>
          </a:p>
        </p:txBody>
      </p:sp>
      <p:sp>
        <p:nvSpPr>
          <p:cNvPr id="142" name="Rectangle 141"/>
          <p:cNvSpPr/>
          <p:nvPr/>
        </p:nvSpPr>
        <p:spPr>
          <a:xfrm>
            <a:off x="3858768" y="1828800"/>
            <a:ext cx="94183" cy="137160"/>
          </a:xfrm>
          <a:prstGeom prst="rect">
            <a:avLst/>
          </a:prstGeom>
          <a:solidFill>
            <a:srgbClr val="CA6F1E"/>
          </a:solidFill>
          <a:ln>
            <a:noFill/>
          </a:ln>
        </p:spPr>
        <p:txBody>
          <a:bodyPr rtlCol="0" anchor="ctr"/>
          <a:lstStyle/>
          <a:p>
            <a:pPr algn="ctr"/>
          </a:p>
        </p:txBody>
      </p:sp>
      <p:sp>
        <p:nvSpPr>
          <p:cNvPr id="143" name="Rectangle 142"/>
          <p:cNvSpPr/>
          <p:nvPr/>
        </p:nvSpPr>
        <p:spPr>
          <a:xfrm>
            <a:off x="3963924" y="1828800"/>
            <a:ext cx="94183" cy="137160"/>
          </a:xfrm>
          <a:prstGeom prst="rect">
            <a:avLst/>
          </a:prstGeom>
          <a:solidFill>
            <a:srgbClr val="E9EDF3"/>
          </a:solidFill>
          <a:ln>
            <a:noFill/>
          </a:ln>
        </p:spPr>
        <p:txBody>
          <a:bodyPr rtlCol="0" anchor="ctr"/>
          <a:lstStyle/>
          <a:p>
            <a:pPr algn="ctr"/>
          </a:p>
        </p:txBody>
      </p:sp>
      <p:sp>
        <p:nvSpPr>
          <p:cNvPr id="144" name="TextBox 143"/>
          <p:cNvSpPr txBox="1"/>
          <p:nvPr/>
        </p:nvSpPr>
        <p:spPr>
          <a:xfrm>
            <a:off x="4105656" y="1824228"/>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189</a:t>
            </a:r>
          </a:p>
        </p:txBody>
      </p:sp>
      <p:sp>
        <p:nvSpPr>
          <p:cNvPr id="145" name="TextBox 144"/>
          <p:cNvSpPr txBox="1"/>
          <p:nvPr/>
        </p:nvSpPr>
        <p:spPr>
          <a:xfrm>
            <a:off x="411480" y="197510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155</a:t>
            </a:r>
          </a:p>
        </p:txBody>
      </p:sp>
      <p:sp>
        <p:nvSpPr>
          <p:cNvPr id="146" name="Rectangle 145"/>
          <p:cNvSpPr/>
          <p:nvPr/>
        </p:nvSpPr>
        <p:spPr>
          <a:xfrm>
            <a:off x="914400" y="1979676"/>
            <a:ext cx="94183" cy="137160"/>
          </a:xfrm>
          <a:prstGeom prst="rect">
            <a:avLst/>
          </a:prstGeom>
          <a:solidFill>
            <a:srgbClr val="CA6F1E"/>
          </a:solidFill>
          <a:ln>
            <a:noFill/>
          </a:ln>
        </p:spPr>
        <p:txBody>
          <a:bodyPr rtlCol="0" anchor="ctr"/>
          <a:lstStyle/>
          <a:p>
            <a:pPr algn="ctr"/>
          </a:p>
        </p:txBody>
      </p:sp>
      <p:sp>
        <p:nvSpPr>
          <p:cNvPr id="147" name="Rectangle 146"/>
          <p:cNvSpPr/>
          <p:nvPr/>
        </p:nvSpPr>
        <p:spPr>
          <a:xfrm>
            <a:off x="1019556" y="1979676"/>
            <a:ext cx="94183" cy="137160"/>
          </a:xfrm>
          <a:prstGeom prst="rect">
            <a:avLst/>
          </a:prstGeom>
          <a:solidFill>
            <a:srgbClr val="CA6F1E"/>
          </a:solidFill>
          <a:ln>
            <a:noFill/>
          </a:ln>
        </p:spPr>
        <p:txBody>
          <a:bodyPr rtlCol="0" anchor="ctr"/>
          <a:lstStyle/>
          <a:p>
            <a:pPr algn="ctr"/>
          </a:p>
        </p:txBody>
      </p:sp>
      <p:sp>
        <p:nvSpPr>
          <p:cNvPr id="148" name="Rectangle 147"/>
          <p:cNvSpPr/>
          <p:nvPr/>
        </p:nvSpPr>
        <p:spPr>
          <a:xfrm>
            <a:off x="1124712" y="1979676"/>
            <a:ext cx="94183" cy="137160"/>
          </a:xfrm>
          <a:prstGeom prst="rect">
            <a:avLst/>
          </a:prstGeom>
          <a:solidFill>
            <a:srgbClr val="CA6F1E"/>
          </a:solidFill>
          <a:ln>
            <a:noFill/>
          </a:ln>
        </p:spPr>
        <p:txBody>
          <a:bodyPr rtlCol="0" anchor="ctr"/>
          <a:lstStyle/>
          <a:p>
            <a:pPr algn="ctr"/>
          </a:p>
        </p:txBody>
      </p:sp>
      <p:sp>
        <p:nvSpPr>
          <p:cNvPr id="149" name="Rectangle 148"/>
          <p:cNvSpPr/>
          <p:nvPr/>
        </p:nvSpPr>
        <p:spPr>
          <a:xfrm>
            <a:off x="1229868" y="1979676"/>
            <a:ext cx="94183" cy="137160"/>
          </a:xfrm>
          <a:prstGeom prst="rect">
            <a:avLst/>
          </a:prstGeom>
          <a:solidFill>
            <a:srgbClr val="C0392B"/>
          </a:solidFill>
          <a:ln>
            <a:noFill/>
          </a:ln>
        </p:spPr>
        <p:txBody>
          <a:bodyPr rtlCol="0" anchor="ctr"/>
          <a:lstStyle/>
          <a:p>
            <a:pPr algn="ctr"/>
          </a:p>
        </p:txBody>
      </p:sp>
      <p:sp>
        <p:nvSpPr>
          <p:cNvPr id="150" name="Rectangle 149"/>
          <p:cNvSpPr/>
          <p:nvPr/>
        </p:nvSpPr>
        <p:spPr>
          <a:xfrm>
            <a:off x="1335024" y="1979676"/>
            <a:ext cx="94183" cy="137160"/>
          </a:xfrm>
          <a:prstGeom prst="rect">
            <a:avLst/>
          </a:prstGeom>
          <a:solidFill>
            <a:srgbClr val="C0392B"/>
          </a:solidFill>
          <a:ln>
            <a:noFill/>
          </a:ln>
        </p:spPr>
        <p:txBody>
          <a:bodyPr rtlCol="0" anchor="ctr"/>
          <a:lstStyle/>
          <a:p>
            <a:pPr algn="ctr"/>
          </a:p>
        </p:txBody>
      </p:sp>
      <p:sp>
        <p:nvSpPr>
          <p:cNvPr id="151" name="Rectangle 150"/>
          <p:cNvSpPr/>
          <p:nvPr/>
        </p:nvSpPr>
        <p:spPr>
          <a:xfrm>
            <a:off x="1440180" y="1979676"/>
            <a:ext cx="94183" cy="137160"/>
          </a:xfrm>
          <a:prstGeom prst="rect">
            <a:avLst/>
          </a:prstGeom>
          <a:solidFill>
            <a:srgbClr val="C0392B"/>
          </a:solidFill>
          <a:ln>
            <a:noFill/>
          </a:ln>
        </p:spPr>
        <p:txBody>
          <a:bodyPr rtlCol="0" anchor="ctr"/>
          <a:lstStyle/>
          <a:p>
            <a:pPr algn="ctr"/>
          </a:p>
        </p:txBody>
      </p:sp>
      <p:sp>
        <p:nvSpPr>
          <p:cNvPr id="152" name="Rectangle 151"/>
          <p:cNvSpPr/>
          <p:nvPr/>
        </p:nvSpPr>
        <p:spPr>
          <a:xfrm>
            <a:off x="1545336" y="1979676"/>
            <a:ext cx="94183" cy="137160"/>
          </a:xfrm>
          <a:prstGeom prst="rect">
            <a:avLst/>
          </a:prstGeom>
          <a:solidFill>
            <a:srgbClr val="CA6F1E"/>
          </a:solidFill>
          <a:ln>
            <a:noFill/>
          </a:ln>
        </p:spPr>
        <p:txBody>
          <a:bodyPr rtlCol="0" anchor="ctr"/>
          <a:lstStyle/>
          <a:p>
            <a:pPr algn="ctr"/>
          </a:p>
        </p:txBody>
      </p:sp>
      <p:sp>
        <p:nvSpPr>
          <p:cNvPr id="153" name="Rectangle 152"/>
          <p:cNvSpPr/>
          <p:nvPr/>
        </p:nvSpPr>
        <p:spPr>
          <a:xfrm>
            <a:off x="1650492" y="1979676"/>
            <a:ext cx="94183" cy="137160"/>
          </a:xfrm>
          <a:prstGeom prst="rect">
            <a:avLst/>
          </a:prstGeom>
          <a:solidFill>
            <a:srgbClr val="E9EDF3"/>
          </a:solidFill>
          <a:ln>
            <a:noFill/>
          </a:ln>
        </p:spPr>
        <p:txBody>
          <a:bodyPr rtlCol="0" anchor="ctr"/>
          <a:lstStyle/>
          <a:p>
            <a:pPr algn="ctr"/>
          </a:p>
        </p:txBody>
      </p:sp>
      <p:sp>
        <p:nvSpPr>
          <p:cNvPr id="154" name="Rectangle 153"/>
          <p:cNvSpPr/>
          <p:nvPr/>
        </p:nvSpPr>
        <p:spPr>
          <a:xfrm>
            <a:off x="1755648" y="1979676"/>
            <a:ext cx="94183" cy="137160"/>
          </a:xfrm>
          <a:prstGeom prst="rect">
            <a:avLst/>
          </a:prstGeom>
          <a:solidFill>
            <a:srgbClr val="C0392B"/>
          </a:solidFill>
          <a:ln>
            <a:noFill/>
          </a:ln>
        </p:spPr>
        <p:txBody>
          <a:bodyPr rtlCol="0" anchor="ctr"/>
          <a:lstStyle/>
          <a:p>
            <a:pPr algn="ctr"/>
          </a:p>
        </p:txBody>
      </p:sp>
      <p:sp>
        <p:nvSpPr>
          <p:cNvPr id="155" name="Rectangle 154"/>
          <p:cNvSpPr/>
          <p:nvPr/>
        </p:nvSpPr>
        <p:spPr>
          <a:xfrm>
            <a:off x="1860804" y="1979676"/>
            <a:ext cx="94183" cy="137160"/>
          </a:xfrm>
          <a:prstGeom prst="rect">
            <a:avLst/>
          </a:prstGeom>
          <a:solidFill>
            <a:srgbClr val="CA6F1E"/>
          </a:solidFill>
          <a:ln>
            <a:noFill/>
          </a:ln>
        </p:spPr>
        <p:txBody>
          <a:bodyPr rtlCol="0" anchor="ctr"/>
          <a:lstStyle/>
          <a:p>
            <a:pPr algn="ctr"/>
          </a:p>
        </p:txBody>
      </p:sp>
      <p:sp>
        <p:nvSpPr>
          <p:cNvPr id="156" name="Rectangle 155"/>
          <p:cNvSpPr/>
          <p:nvPr/>
        </p:nvSpPr>
        <p:spPr>
          <a:xfrm>
            <a:off x="1965960" y="1979676"/>
            <a:ext cx="94183" cy="137160"/>
          </a:xfrm>
          <a:prstGeom prst="rect">
            <a:avLst/>
          </a:prstGeom>
          <a:solidFill>
            <a:srgbClr val="FAD9A0"/>
          </a:solidFill>
          <a:ln>
            <a:noFill/>
          </a:ln>
        </p:spPr>
        <p:txBody>
          <a:bodyPr rtlCol="0" anchor="ctr"/>
          <a:lstStyle/>
          <a:p>
            <a:pPr algn="ctr"/>
          </a:p>
        </p:txBody>
      </p:sp>
      <p:sp>
        <p:nvSpPr>
          <p:cNvPr id="157" name="Rectangle 156"/>
          <p:cNvSpPr/>
          <p:nvPr/>
        </p:nvSpPr>
        <p:spPr>
          <a:xfrm>
            <a:off x="2071116" y="1979676"/>
            <a:ext cx="94183" cy="137160"/>
          </a:xfrm>
          <a:prstGeom prst="rect">
            <a:avLst/>
          </a:prstGeom>
          <a:solidFill>
            <a:srgbClr val="FAD9A0"/>
          </a:solidFill>
          <a:ln>
            <a:noFill/>
          </a:ln>
        </p:spPr>
        <p:txBody>
          <a:bodyPr rtlCol="0" anchor="ctr"/>
          <a:lstStyle/>
          <a:p>
            <a:pPr algn="ctr"/>
          </a:p>
        </p:txBody>
      </p:sp>
      <p:sp>
        <p:nvSpPr>
          <p:cNvPr id="158" name="Rectangle 157"/>
          <p:cNvSpPr/>
          <p:nvPr/>
        </p:nvSpPr>
        <p:spPr>
          <a:xfrm>
            <a:off x="2176272" y="1979676"/>
            <a:ext cx="94183" cy="137160"/>
          </a:xfrm>
          <a:prstGeom prst="rect">
            <a:avLst/>
          </a:prstGeom>
          <a:solidFill>
            <a:srgbClr val="E9EDF3"/>
          </a:solidFill>
          <a:ln>
            <a:noFill/>
          </a:ln>
        </p:spPr>
        <p:txBody>
          <a:bodyPr rtlCol="0" anchor="ctr"/>
          <a:lstStyle/>
          <a:p>
            <a:pPr algn="ctr"/>
          </a:p>
        </p:txBody>
      </p:sp>
      <p:sp>
        <p:nvSpPr>
          <p:cNvPr id="159" name="Rectangle 158"/>
          <p:cNvSpPr/>
          <p:nvPr/>
        </p:nvSpPr>
        <p:spPr>
          <a:xfrm>
            <a:off x="2281428" y="1979676"/>
            <a:ext cx="94183" cy="137160"/>
          </a:xfrm>
          <a:prstGeom prst="rect">
            <a:avLst/>
          </a:prstGeom>
          <a:solidFill>
            <a:srgbClr val="E9EDF3"/>
          </a:solidFill>
          <a:ln>
            <a:noFill/>
          </a:ln>
        </p:spPr>
        <p:txBody>
          <a:bodyPr rtlCol="0" anchor="ctr"/>
          <a:lstStyle/>
          <a:p>
            <a:pPr algn="ctr"/>
          </a:p>
        </p:txBody>
      </p:sp>
      <p:sp>
        <p:nvSpPr>
          <p:cNvPr id="160" name="Rectangle 159"/>
          <p:cNvSpPr/>
          <p:nvPr/>
        </p:nvSpPr>
        <p:spPr>
          <a:xfrm>
            <a:off x="2386584" y="1979676"/>
            <a:ext cx="94183" cy="137160"/>
          </a:xfrm>
          <a:prstGeom prst="rect">
            <a:avLst/>
          </a:prstGeom>
          <a:solidFill>
            <a:srgbClr val="F5A623"/>
          </a:solidFill>
          <a:ln>
            <a:noFill/>
          </a:ln>
        </p:spPr>
        <p:txBody>
          <a:bodyPr rtlCol="0" anchor="ctr"/>
          <a:lstStyle/>
          <a:p>
            <a:pPr algn="ctr"/>
          </a:p>
        </p:txBody>
      </p:sp>
      <p:sp>
        <p:nvSpPr>
          <p:cNvPr id="161" name="Rectangle 160"/>
          <p:cNvSpPr/>
          <p:nvPr/>
        </p:nvSpPr>
        <p:spPr>
          <a:xfrm>
            <a:off x="2491740" y="1979676"/>
            <a:ext cx="94183" cy="137160"/>
          </a:xfrm>
          <a:prstGeom prst="rect">
            <a:avLst/>
          </a:prstGeom>
          <a:solidFill>
            <a:srgbClr val="F5A623"/>
          </a:solidFill>
          <a:ln>
            <a:noFill/>
          </a:ln>
        </p:spPr>
        <p:txBody>
          <a:bodyPr rtlCol="0" anchor="ctr"/>
          <a:lstStyle/>
          <a:p>
            <a:pPr algn="ctr"/>
          </a:p>
        </p:txBody>
      </p:sp>
      <p:sp>
        <p:nvSpPr>
          <p:cNvPr id="162" name="Rectangle 161"/>
          <p:cNvSpPr/>
          <p:nvPr/>
        </p:nvSpPr>
        <p:spPr>
          <a:xfrm>
            <a:off x="2596896" y="1979676"/>
            <a:ext cx="94183" cy="137160"/>
          </a:xfrm>
          <a:prstGeom prst="rect">
            <a:avLst/>
          </a:prstGeom>
          <a:solidFill>
            <a:srgbClr val="CA6F1E"/>
          </a:solidFill>
          <a:ln>
            <a:noFill/>
          </a:ln>
        </p:spPr>
        <p:txBody>
          <a:bodyPr rtlCol="0" anchor="ctr"/>
          <a:lstStyle/>
          <a:p>
            <a:pPr algn="ctr"/>
          </a:p>
        </p:txBody>
      </p:sp>
      <p:sp>
        <p:nvSpPr>
          <p:cNvPr id="163" name="Rectangle 162"/>
          <p:cNvSpPr/>
          <p:nvPr/>
        </p:nvSpPr>
        <p:spPr>
          <a:xfrm>
            <a:off x="2702052" y="1979676"/>
            <a:ext cx="94183" cy="137160"/>
          </a:xfrm>
          <a:prstGeom prst="rect">
            <a:avLst/>
          </a:prstGeom>
          <a:solidFill>
            <a:srgbClr val="C0392B"/>
          </a:solidFill>
          <a:ln>
            <a:noFill/>
          </a:ln>
        </p:spPr>
        <p:txBody>
          <a:bodyPr rtlCol="0" anchor="ctr"/>
          <a:lstStyle/>
          <a:p>
            <a:pPr algn="ctr"/>
          </a:p>
        </p:txBody>
      </p:sp>
      <p:sp>
        <p:nvSpPr>
          <p:cNvPr id="164" name="Rectangle 163"/>
          <p:cNvSpPr/>
          <p:nvPr/>
        </p:nvSpPr>
        <p:spPr>
          <a:xfrm>
            <a:off x="2807208" y="1979676"/>
            <a:ext cx="94183" cy="137160"/>
          </a:xfrm>
          <a:prstGeom prst="rect">
            <a:avLst/>
          </a:prstGeom>
          <a:solidFill>
            <a:srgbClr val="E9EDF3"/>
          </a:solidFill>
          <a:ln>
            <a:noFill/>
          </a:ln>
        </p:spPr>
        <p:txBody>
          <a:bodyPr rtlCol="0" anchor="ctr"/>
          <a:lstStyle/>
          <a:p>
            <a:pPr algn="ctr"/>
          </a:p>
        </p:txBody>
      </p:sp>
      <p:sp>
        <p:nvSpPr>
          <p:cNvPr id="165" name="Rectangle 164"/>
          <p:cNvSpPr/>
          <p:nvPr/>
        </p:nvSpPr>
        <p:spPr>
          <a:xfrm>
            <a:off x="2912364" y="1979676"/>
            <a:ext cx="94183" cy="137160"/>
          </a:xfrm>
          <a:prstGeom prst="rect">
            <a:avLst/>
          </a:prstGeom>
          <a:solidFill>
            <a:srgbClr val="E9EDF3"/>
          </a:solidFill>
          <a:ln>
            <a:noFill/>
          </a:ln>
        </p:spPr>
        <p:txBody>
          <a:bodyPr rtlCol="0" anchor="ctr"/>
          <a:lstStyle/>
          <a:p>
            <a:pPr algn="ctr"/>
          </a:p>
        </p:txBody>
      </p:sp>
      <p:sp>
        <p:nvSpPr>
          <p:cNvPr id="166" name="Rectangle 165"/>
          <p:cNvSpPr/>
          <p:nvPr/>
        </p:nvSpPr>
        <p:spPr>
          <a:xfrm>
            <a:off x="3017520" y="1979676"/>
            <a:ext cx="94183" cy="137160"/>
          </a:xfrm>
          <a:prstGeom prst="rect">
            <a:avLst/>
          </a:prstGeom>
          <a:solidFill>
            <a:srgbClr val="FAD9A0"/>
          </a:solidFill>
          <a:ln>
            <a:noFill/>
          </a:ln>
        </p:spPr>
        <p:txBody>
          <a:bodyPr rtlCol="0" anchor="ctr"/>
          <a:lstStyle/>
          <a:p>
            <a:pPr algn="ctr"/>
          </a:p>
        </p:txBody>
      </p:sp>
      <p:sp>
        <p:nvSpPr>
          <p:cNvPr id="167" name="Rectangle 166"/>
          <p:cNvSpPr/>
          <p:nvPr/>
        </p:nvSpPr>
        <p:spPr>
          <a:xfrm>
            <a:off x="3122676" y="1979676"/>
            <a:ext cx="94183" cy="137160"/>
          </a:xfrm>
          <a:prstGeom prst="rect">
            <a:avLst/>
          </a:prstGeom>
          <a:solidFill>
            <a:srgbClr val="C0392B"/>
          </a:solidFill>
          <a:ln>
            <a:noFill/>
          </a:ln>
        </p:spPr>
        <p:txBody>
          <a:bodyPr rtlCol="0" anchor="ctr"/>
          <a:lstStyle/>
          <a:p>
            <a:pPr algn="ctr"/>
          </a:p>
        </p:txBody>
      </p:sp>
      <p:sp>
        <p:nvSpPr>
          <p:cNvPr id="168" name="Rectangle 167"/>
          <p:cNvSpPr/>
          <p:nvPr/>
        </p:nvSpPr>
        <p:spPr>
          <a:xfrm>
            <a:off x="3227832" y="1979676"/>
            <a:ext cx="94183" cy="137160"/>
          </a:xfrm>
          <a:prstGeom prst="rect">
            <a:avLst/>
          </a:prstGeom>
          <a:solidFill>
            <a:srgbClr val="CA6F1E"/>
          </a:solidFill>
          <a:ln>
            <a:noFill/>
          </a:ln>
        </p:spPr>
        <p:txBody>
          <a:bodyPr rtlCol="0" anchor="ctr"/>
          <a:lstStyle/>
          <a:p>
            <a:pPr algn="ctr"/>
          </a:p>
        </p:txBody>
      </p:sp>
      <p:sp>
        <p:nvSpPr>
          <p:cNvPr id="169" name="Rectangle 168"/>
          <p:cNvSpPr/>
          <p:nvPr/>
        </p:nvSpPr>
        <p:spPr>
          <a:xfrm>
            <a:off x="3332988" y="1979676"/>
            <a:ext cx="94183" cy="137160"/>
          </a:xfrm>
          <a:prstGeom prst="rect">
            <a:avLst/>
          </a:prstGeom>
          <a:solidFill>
            <a:srgbClr val="F5A623"/>
          </a:solidFill>
          <a:ln>
            <a:noFill/>
          </a:ln>
        </p:spPr>
        <p:txBody>
          <a:bodyPr rtlCol="0" anchor="ctr"/>
          <a:lstStyle/>
          <a:p>
            <a:pPr algn="ctr"/>
          </a:p>
        </p:txBody>
      </p:sp>
      <p:sp>
        <p:nvSpPr>
          <p:cNvPr id="170" name="Rectangle 169"/>
          <p:cNvSpPr/>
          <p:nvPr/>
        </p:nvSpPr>
        <p:spPr>
          <a:xfrm>
            <a:off x="3438144" y="1979676"/>
            <a:ext cx="94183" cy="137160"/>
          </a:xfrm>
          <a:prstGeom prst="rect">
            <a:avLst/>
          </a:prstGeom>
          <a:solidFill>
            <a:srgbClr val="FAD9A0"/>
          </a:solidFill>
          <a:ln>
            <a:noFill/>
          </a:ln>
        </p:spPr>
        <p:txBody>
          <a:bodyPr rtlCol="0" anchor="ctr"/>
          <a:lstStyle/>
          <a:p>
            <a:pPr algn="ctr"/>
          </a:p>
        </p:txBody>
      </p:sp>
      <p:sp>
        <p:nvSpPr>
          <p:cNvPr id="171" name="Rectangle 170"/>
          <p:cNvSpPr/>
          <p:nvPr/>
        </p:nvSpPr>
        <p:spPr>
          <a:xfrm>
            <a:off x="3543300" y="1979676"/>
            <a:ext cx="94183" cy="137160"/>
          </a:xfrm>
          <a:prstGeom prst="rect">
            <a:avLst/>
          </a:prstGeom>
          <a:solidFill>
            <a:srgbClr val="E9EDF3"/>
          </a:solidFill>
          <a:ln>
            <a:noFill/>
          </a:ln>
        </p:spPr>
        <p:txBody>
          <a:bodyPr rtlCol="0" anchor="ctr"/>
          <a:lstStyle/>
          <a:p>
            <a:pPr algn="ctr"/>
          </a:p>
        </p:txBody>
      </p:sp>
      <p:sp>
        <p:nvSpPr>
          <p:cNvPr id="172" name="Rectangle 171"/>
          <p:cNvSpPr/>
          <p:nvPr/>
        </p:nvSpPr>
        <p:spPr>
          <a:xfrm>
            <a:off x="3648456" y="1979676"/>
            <a:ext cx="94183" cy="137160"/>
          </a:xfrm>
          <a:prstGeom prst="rect">
            <a:avLst/>
          </a:prstGeom>
          <a:solidFill>
            <a:srgbClr val="E9EDF3"/>
          </a:solidFill>
          <a:ln>
            <a:noFill/>
          </a:ln>
        </p:spPr>
        <p:txBody>
          <a:bodyPr rtlCol="0" anchor="ctr"/>
          <a:lstStyle/>
          <a:p>
            <a:pPr algn="ctr"/>
          </a:p>
        </p:txBody>
      </p:sp>
      <p:sp>
        <p:nvSpPr>
          <p:cNvPr id="173" name="Rectangle 172"/>
          <p:cNvSpPr/>
          <p:nvPr/>
        </p:nvSpPr>
        <p:spPr>
          <a:xfrm>
            <a:off x="3753612" y="1979676"/>
            <a:ext cx="94183" cy="137160"/>
          </a:xfrm>
          <a:prstGeom prst="rect">
            <a:avLst/>
          </a:prstGeom>
          <a:solidFill>
            <a:srgbClr val="F5A623"/>
          </a:solidFill>
          <a:ln>
            <a:noFill/>
          </a:ln>
        </p:spPr>
        <p:txBody>
          <a:bodyPr rtlCol="0" anchor="ctr"/>
          <a:lstStyle/>
          <a:p>
            <a:pPr algn="ctr"/>
          </a:p>
        </p:txBody>
      </p:sp>
      <p:sp>
        <p:nvSpPr>
          <p:cNvPr id="174" name="Rectangle 173"/>
          <p:cNvSpPr/>
          <p:nvPr/>
        </p:nvSpPr>
        <p:spPr>
          <a:xfrm>
            <a:off x="3858768" y="1979676"/>
            <a:ext cx="94183" cy="137160"/>
          </a:xfrm>
          <a:prstGeom prst="rect">
            <a:avLst/>
          </a:prstGeom>
          <a:solidFill>
            <a:srgbClr val="C0392B"/>
          </a:solidFill>
          <a:ln>
            <a:noFill/>
          </a:ln>
        </p:spPr>
        <p:txBody>
          <a:bodyPr rtlCol="0" anchor="ctr"/>
          <a:lstStyle/>
          <a:p>
            <a:pPr algn="ctr"/>
          </a:p>
        </p:txBody>
      </p:sp>
      <p:sp>
        <p:nvSpPr>
          <p:cNvPr id="175" name="Rectangle 174"/>
          <p:cNvSpPr/>
          <p:nvPr/>
        </p:nvSpPr>
        <p:spPr>
          <a:xfrm>
            <a:off x="3963924" y="1979676"/>
            <a:ext cx="94183" cy="137160"/>
          </a:xfrm>
          <a:prstGeom prst="rect">
            <a:avLst/>
          </a:prstGeom>
          <a:solidFill>
            <a:srgbClr val="F5A623"/>
          </a:solidFill>
          <a:ln>
            <a:noFill/>
          </a:ln>
        </p:spPr>
        <p:txBody>
          <a:bodyPr rtlCol="0" anchor="ctr"/>
          <a:lstStyle/>
          <a:p>
            <a:pPr algn="ctr"/>
          </a:p>
        </p:txBody>
      </p:sp>
      <p:sp>
        <p:nvSpPr>
          <p:cNvPr id="176" name="TextBox 175"/>
          <p:cNvSpPr txBox="1"/>
          <p:nvPr/>
        </p:nvSpPr>
        <p:spPr>
          <a:xfrm>
            <a:off x="4105656" y="1975104"/>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167</a:t>
            </a:r>
          </a:p>
        </p:txBody>
      </p:sp>
      <p:sp>
        <p:nvSpPr>
          <p:cNvPr id="177" name="TextBox 176"/>
          <p:cNvSpPr txBox="1"/>
          <p:nvPr/>
        </p:nvSpPr>
        <p:spPr>
          <a:xfrm>
            <a:off x="411480" y="212598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99</a:t>
            </a:r>
          </a:p>
        </p:txBody>
      </p:sp>
      <p:sp>
        <p:nvSpPr>
          <p:cNvPr id="178" name="Rectangle 177"/>
          <p:cNvSpPr/>
          <p:nvPr/>
        </p:nvSpPr>
        <p:spPr>
          <a:xfrm>
            <a:off x="914400" y="2130552"/>
            <a:ext cx="94183" cy="137160"/>
          </a:xfrm>
          <a:prstGeom prst="rect">
            <a:avLst/>
          </a:prstGeom>
          <a:solidFill>
            <a:srgbClr val="CA6F1E"/>
          </a:solidFill>
          <a:ln>
            <a:noFill/>
          </a:ln>
        </p:spPr>
        <p:txBody>
          <a:bodyPr rtlCol="0" anchor="ctr"/>
          <a:lstStyle/>
          <a:p>
            <a:pPr algn="ctr"/>
          </a:p>
        </p:txBody>
      </p:sp>
      <p:sp>
        <p:nvSpPr>
          <p:cNvPr id="179" name="Rectangle 178"/>
          <p:cNvSpPr/>
          <p:nvPr/>
        </p:nvSpPr>
        <p:spPr>
          <a:xfrm>
            <a:off x="1019556" y="2130552"/>
            <a:ext cx="94183" cy="137160"/>
          </a:xfrm>
          <a:prstGeom prst="rect">
            <a:avLst/>
          </a:prstGeom>
          <a:solidFill>
            <a:srgbClr val="F5A623"/>
          </a:solidFill>
          <a:ln>
            <a:noFill/>
          </a:ln>
        </p:spPr>
        <p:txBody>
          <a:bodyPr rtlCol="0" anchor="ctr"/>
          <a:lstStyle/>
          <a:p>
            <a:pPr algn="ctr"/>
          </a:p>
        </p:txBody>
      </p:sp>
      <p:sp>
        <p:nvSpPr>
          <p:cNvPr id="180" name="Rectangle 179"/>
          <p:cNvSpPr/>
          <p:nvPr/>
        </p:nvSpPr>
        <p:spPr>
          <a:xfrm>
            <a:off x="1124712" y="2130552"/>
            <a:ext cx="94183" cy="137160"/>
          </a:xfrm>
          <a:prstGeom prst="rect">
            <a:avLst/>
          </a:prstGeom>
          <a:solidFill>
            <a:srgbClr val="F5A623"/>
          </a:solidFill>
          <a:ln>
            <a:noFill/>
          </a:ln>
        </p:spPr>
        <p:txBody>
          <a:bodyPr rtlCol="0" anchor="ctr"/>
          <a:lstStyle/>
          <a:p>
            <a:pPr algn="ctr"/>
          </a:p>
        </p:txBody>
      </p:sp>
      <p:sp>
        <p:nvSpPr>
          <p:cNvPr id="181" name="Rectangle 180"/>
          <p:cNvSpPr/>
          <p:nvPr/>
        </p:nvSpPr>
        <p:spPr>
          <a:xfrm>
            <a:off x="1229868" y="2130552"/>
            <a:ext cx="94183" cy="137160"/>
          </a:xfrm>
          <a:prstGeom prst="rect">
            <a:avLst/>
          </a:prstGeom>
          <a:solidFill>
            <a:srgbClr val="C0392B"/>
          </a:solidFill>
          <a:ln>
            <a:noFill/>
          </a:ln>
        </p:spPr>
        <p:txBody>
          <a:bodyPr rtlCol="0" anchor="ctr"/>
          <a:lstStyle/>
          <a:p>
            <a:pPr algn="ctr"/>
          </a:p>
        </p:txBody>
      </p:sp>
      <p:sp>
        <p:nvSpPr>
          <p:cNvPr id="182" name="Rectangle 181"/>
          <p:cNvSpPr/>
          <p:nvPr/>
        </p:nvSpPr>
        <p:spPr>
          <a:xfrm>
            <a:off x="1335024" y="2130552"/>
            <a:ext cx="94183" cy="137160"/>
          </a:xfrm>
          <a:prstGeom prst="rect">
            <a:avLst/>
          </a:prstGeom>
          <a:solidFill>
            <a:srgbClr val="E9EDF3"/>
          </a:solidFill>
          <a:ln>
            <a:noFill/>
          </a:ln>
        </p:spPr>
        <p:txBody>
          <a:bodyPr rtlCol="0" anchor="ctr"/>
          <a:lstStyle/>
          <a:p>
            <a:pPr algn="ctr"/>
          </a:p>
        </p:txBody>
      </p:sp>
      <p:sp>
        <p:nvSpPr>
          <p:cNvPr id="183" name="Rectangle 182"/>
          <p:cNvSpPr/>
          <p:nvPr/>
        </p:nvSpPr>
        <p:spPr>
          <a:xfrm>
            <a:off x="1440180" y="2130552"/>
            <a:ext cx="94183" cy="137160"/>
          </a:xfrm>
          <a:prstGeom prst="rect">
            <a:avLst/>
          </a:prstGeom>
          <a:solidFill>
            <a:srgbClr val="CA6F1E"/>
          </a:solidFill>
          <a:ln>
            <a:noFill/>
          </a:ln>
        </p:spPr>
        <p:txBody>
          <a:bodyPr rtlCol="0" anchor="ctr"/>
          <a:lstStyle/>
          <a:p>
            <a:pPr algn="ctr"/>
          </a:p>
        </p:txBody>
      </p:sp>
      <p:sp>
        <p:nvSpPr>
          <p:cNvPr id="184" name="Rectangle 183"/>
          <p:cNvSpPr/>
          <p:nvPr/>
        </p:nvSpPr>
        <p:spPr>
          <a:xfrm>
            <a:off x="1545336" y="2130552"/>
            <a:ext cx="94183" cy="137160"/>
          </a:xfrm>
          <a:prstGeom prst="rect">
            <a:avLst/>
          </a:prstGeom>
          <a:solidFill>
            <a:srgbClr val="C0392B"/>
          </a:solidFill>
          <a:ln>
            <a:noFill/>
          </a:ln>
        </p:spPr>
        <p:txBody>
          <a:bodyPr rtlCol="0" anchor="ctr"/>
          <a:lstStyle/>
          <a:p>
            <a:pPr algn="ctr"/>
          </a:p>
        </p:txBody>
      </p:sp>
      <p:sp>
        <p:nvSpPr>
          <p:cNvPr id="185" name="Rectangle 184"/>
          <p:cNvSpPr/>
          <p:nvPr/>
        </p:nvSpPr>
        <p:spPr>
          <a:xfrm>
            <a:off x="1650492" y="2130552"/>
            <a:ext cx="94183" cy="137160"/>
          </a:xfrm>
          <a:prstGeom prst="rect">
            <a:avLst/>
          </a:prstGeom>
          <a:solidFill>
            <a:srgbClr val="C0392B"/>
          </a:solidFill>
          <a:ln>
            <a:noFill/>
          </a:ln>
        </p:spPr>
        <p:txBody>
          <a:bodyPr rtlCol="0" anchor="ctr"/>
          <a:lstStyle/>
          <a:p>
            <a:pPr algn="ctr"/>
          </a:p>
        </p:txBody>
      </p:sp>
      <p:sp>
        <p:nvSpPr>
          <p:cNvPr id="186" name="Rectangle 185"/>
          <p:cNvSpPr/>
          <p:nvPr/>
        </p:nvSpPr>
        <p:spPr>
          <a:xfrm>
            <a:off x="1755648" y="2130552"/>
            <a:ext cx="94183" cy="137160"/>
          </a:xfrm>
          <a:prstGeom prst="rect">
            <a:avLst/>
          </a:prstGeom>
          <a:solidFill>
            <a:srgbClr val="E9EDF3"/>
          </a:solidFill>
          <a:ln>
            <a:noFill/>
          </a:ln>
        </p:spPr>
        <p:txBody>
          <a:bodyPr rtlCol="0" anchor="ctr"/>
          <a:lstStyle/>
          <a:p>
            <a:pPr algn="ctr"/>
          </a:p>
        </p:txBody>
      </p:sp>
      <p:sp>
        <p:nvSpPr>
          <p:cNvPr id="187" name="Rectangle 186"/>
          <p:cNvSpPr/>
          <p:nvPr/>
        </p:nvSpPr>
        <p:spPr>
          <a:xfrm>
            <a:off x="1860804" y="2130552"/>
            <a:ext cx="94183" cy="137160"/>
          </a:xfrm>
          <a:prstGeom prst="rect">
            <a:avLst/>
          </a:prstGeom>
          <a:solidFill>
            <a:srgbClr val="CA6F1E"/>
          </a:solidFill>
          <a:ln>
            <a:noFill/>
          </a:ln>
        </p:spPr>
        <p:txBody>
          <a:bodyPr rtlCol="0" anchor="ctr"/>
          <a:lstStyle/>
          <a:p>
            <a:pPr algn="ctr"/>
          </a:p>
        </p:txBody>
      </p:sp>
      <p:sp>
        <p:nvSpPr>
          <p:cNvPr id="188" name="Rectangle 187"/>
          <p:cNvSpPr/>
          <p:nvPr/>
        </p:nvSpPr>
        <p:spPr>
          <a:xfrm>
            <a:off x="1965960" y="2130552"/>
            <a:ext cx="94183" cy="137160"/>
          </a:xfrm>
          <a:prstGeom prst="rect">
            <a:avLst/>
          </a:prstGeom>
          <a:solidFill>
            <a:srgbClr val="E9EDF3"/>
          </a:solidFill>
          <a:ln>
            <a:noFill/>
          </a:ln>
        </p:spPr>
        <p:txBody>
          <a:bodyPr rtlCol="0" anchor="ctr"/>
          <a:lstStyle/>
          <a:p>
            <a:pPr algn="ctr"/>
          </a:p>
        </p:txBody>
      </p:sp>
      <p:sp>
        <p:nvSpPr>
          <p:cNvPr id="189" name="Rectangle 188"/>
          <p:cNvSpPr/>
          <p:nvPr/>
        </p:nvSpPr>
        <p:spPr>
          <a:xfrm>
            <a:off x="2071116" y="2130552"/>
            <a:ext cx="94183" cy="137160"/>
          </a:xfrm>
          <a:prstGeom prst="rect">
            <a:avLst/>
          </a:prstGeom>
          <a:solidFill>
            <a:srgbClr val="CA6F1E"/>
          </a:solidFill>
          <a:ln>
            <a:noFill/>
          </a:ln>
        </p:spPr>
        <p:txBody>
          <a:bodyPr rtlCol="0" anchor="ctr"/>
          <a:lstStyle/>
          <a:p>
            <a:pPr algn="ctr"/>
          </a:p>
        </p:txBody>
      </p:sp>
      <p:sp>
        <p:nvSpPr>
          <p:cNvPr id="190" name="Rectangle 189"/>
          <p:cNvSpPr/>
          <p:nvPr/>
        </p:nvSpPr>
        <p:spPr>
          <a:xfrm>
            <a:off x="2176272" y="2130552"/>
            <a:ext cx="94183" cy="137160"/>
          </a:xfrm>
          <a:prstGeom prst="rect">
            <a:avLst/>
          </a:prstGeom>
          <a:solidFill>
            <a:srgbClr val="F5A623"/>
          </a:solidFill>
          <a:ln>
            <a:noFill/>
          </a:ln>
        </p:spPr>
        <p:txBody>
          <a:bodyPr rtlCol="0" anchor="ctr"/>
          <a:lstStyle/>
          <a:p>
            <a:pPr algn="ctr"/>
          </a:p>
        </p:txBody>
      </p:sp>
      <p:sp>
        <p:nvSpPr>
          <p:cNvPr id="191" name="Rectangle 190"/>
          <p:cNvSpPr/>
          <p:nvPr/>
        </p:nvSpPr>
        <p:spPr>
          <a:xfrm>
            <a:off x="2281428" y="2130552"/>
            <a:ext cx="94183" cy="137160"/>
          </a:xfrm>
          <a:prstGeom prst="rect">
            <a:avLst/>
          </a:prstGeom>
          <a:solidFill>
            <a:srgbClr val="E9EDF3"/>
          </a:solidFill>
          <a:ln>
            <a:noFill/>
          </a:ln>
        </p:spPr>
        <p:txBody>
          <a:bodyPr rtlCol="0" anchor="ctr"/>
          <a:lstStyle/>
          <a:p>
            <a:pPr algn="ctr"/>
          </a:p>
        </p:txBody>
      </p:sp>
      <p:sp>
        <p:nvSpPr>
          <p:cNvPr id="192" name="Rectangle 191"/>
          <p:cNvSpPr/>
          <p:nvPr/>
        </p:nvSpPr>
        <p:spPr>
          <a:xfrm>
            <a:off x="2386584" y="2130552"/>
            <a:ext cx="94183" cy="137160"/>
          </a:xfrm>
          <a:prstGeom prst="rect">
            <a:avLst/>
          </a:prstGeom>
          <a:solidFill>
            <a:srgbClr val="CA6F1E"/>
          </a:solidFill>
          <a:ln>
            <a:noFill/>
          </a:ln>
        </p:spPr>
        <p:txBody>
          <a:bodyPr rtlCol="0" anchor="ctr"/>
          <a:lstStyle/>
          <a:p>
            <a:pPr algn="ctr"/>
          </a:p>
        </p:txBody>
      </p:sp>
      <p:sp>
        <p:nvSpPr>
          <p:cNvPr id="193" name="Rectangle 192"/>
          <p:cNvSpPr/>
          <p:nvPr/>
        </p:nvSpPr>
        <p:spPr>
          <a:xfrm>
            <a:off x="2491740" y="2130552"/>
            <a:ext cx="94183" cy="137160"/>
          </a:xfrm>
          <a:prstGeom prst="rect">
            <a:avLst/>
          </a:prstGeom>
          <a:solidFill>
            <a:srgbClr val="FAD9A0"/>
          </a:solidFill>
          <a:ln>
            <a:noFill/>
          </a:ln>
        </p:spPr>
        <p:txBody>
          <a:bodyPr rtlCol="0" anchor="ctr"/>
          <a:lstStyle/>
          <a:p>
            <a:pPr algn="ctr"/>
          </a:p>
        </p:txBody>
      </p:sp>
      <p:sp>
        <p:nvSpPr>
          <p:cNvPr id="194" name="Rectangle 193"/>
          <p:cNvSpPr/>
          <p:nvPr/>
        </p:nvSpPr>
        <p:spPr>
          <a:xfrm>
            <a:off x="2596896" y="2130552"/>
            <a:ext cx="94183" cy="137160"/>
          </a:xfrm>
          <a:prstGeom prst="rect">
            <a:avLst/>
          </a:prstGeom>
          <a:solidFill>
            <a:srgbClr val="C0392B"/>
          </a:solidFill>
          <a:ln>
            <a:noFill/>
          </a:ln>
        </p:spPr>
        <p:txBody>
          <a:bodyPr rtlCol="0" anchor="ctr"/>
          <a:lstStyle/>
          <a:p>
            <a:pPr algn="ctr"/>
          </a:p>
        </p:txBody>
      </p:sp>
      <p:sp>
        <p:nvSpPr>
          <p:cNvPr id="195" name="Rectangle 194"/>
          <p:cNvSpPr/>
          <p:nvPr/>
        </p:nvSpPr>
        <p:spPr>
          <a:xfrm>
            <a:off x="2702052" y="2130552"/>
            <a:ext cx="94183" cy="137160"/>
          </a:xfrm>
          <a:prstGeom prst="rect">
            <a:avLst/>
          </a:prstGeom>
          <a:solidFill>
            <a:srgbClr val="C0392B"/>
          </a:solidFill>
          <a:ln>
            <a:noFill/>
          </a:ln>
        </p:spPr>
        <p:txBody>
          <a:bodyPr rtlCol="0" anchor="ctr"/>
          <a:lstStyle/>
          <a:p>
            <a:pPr algn="ctr"/>
          </a:p>
        </p:txBody>
      </p:sp>
      <p:sp>
        <p:nvSpPr>
          <p:cNvPr id="196" name="Rectangle 195"/>
          <p:cNvSpPr/>
          <p:nvPr/>
        </p:nvSpPr>
        <p:spPr>
          <a:xfrm>
            <a:off x="2807208" y="2130552"/>
            <a:ext cx="94183" cy="137160"/>
          </a:xfrm>
          <a:prstGeom prst="rect">
            <a:avLst/>
          </a:prstGeom>
          <a:solidFill>
            <a:srgbClr val="F5A623"/>
          </a:solidFill>
          <a:ln>
            <a:noFill/>
          </a:ln>
        </p:spPr>
        <p:txBody>
          <a:bodyPr rtlCol="0" anchor="ctr"/>
          <a:lstStyle/>
          <a:p>
            <a:pPr algn="ctr"/>
          </a:p>
        </p:txBody>
      </p:sp>
      <p:sp>
        <p:nvSpPr>
          <p:cNvPr id="197" name="Rectangle 196"/>
          <p:cNvSpPr/>
          <p:nvPr/>
        </p:nvSpPr>
        <p:spPr>
          <a:xfrm>
            <a:off x="2912364" y="2130552"/>
            <a:ext cx="94183" cy="137160"/>
          </a:xfrm>
          <a:prstGeom prst="rect">
            <a:avLst/>
          </a:prstGeom>
          <a:solidFill>
            <a:srgbClr val="CA6F1E"/>
          </a:solidFill>
          <a:ln>
            <a:noFill/>
          </a:ln>
        </p:spPr>
        <p:txBody>
          <a:bodyPr rtlCol="0" anchor="ctr"/>
          <a:lstStyle/>
          <a:p>
            <a:pPr algn="ctr"/>
          </a:p>
        </p:txBody>
      </p:sp>
      <p:sp>
        <p:nvSpPr>
          <p:cNvPr id="198" name="Rectangle 197"/>
          <p:cNvSpPr/>
          <p:nvPr/>
        </p:nvSpPr>
        <p:spPr>
          <a:xfrm>
            <a:off x="3017520" y="2130552"/>
            <a:ext cx="94183" cy="137160"/>
          </a:xfrm>
          <a:prstGeom prst="rect">
            <a:avLst/>
          </a:prstGeom>
          <a:solidFill>
            <a:srgbClr val="CA6F1E"/>
          </a:solidFill>
          <a:ln>
            <a:noFill/>
          </a:ln>
        </p:spPr>
        <p:txBody>
          <a:bodyPr rtlCol="0" anchor="ctr"/>
          <a:lstStyle/>
          <a:p>
            <a:pPr algn="ctr"/>
          </a:p>
        </p:txBody>
      </p:sp>
      <p:sp>
        <p:nvSpPr>
          <p:cNvPr id="199" name="Rectangle 198"/>
          <p:cNvSpPr/>
          <p:nvPr/>
        </p:nvSpPr>
        <p:spPr>
          <a:xfrm>
            <a:off x="3122676" y="2130552"/>
            <a:ext cx="94183" cy="137160"/>
          </a:xfrm>
          <a:prstGeom prst="rect">
            <a:avLst/>
          </a:prstGeom>
          <a:solidFill>
            <a:srgbClr val="E9EDF3"/>
          </a:solidFill>
          <a:ln>
            <a:noFill/>
          </a:ln>
        </p:spPr>
        <p:txBody>
          <a:bodyPr rtlCol="0" anchor="ctr"/>
          <a:lstStyle/>
          <a:p>
            <a:pPr algn="ctr"/>
          </a:p>
        </p:txBody>
      </p:sp>
      <p:sp>
        <p:nvSpPr>
          <p:cNvPr id="200" name="Rectangle 199"/>
          <p:cNvSpPr/>
          <p:nvPr/>
        </p:nvSpPr>
        <p:spPr>
          <a:xfrm>
            <a:off x="3227832" y="2130552"/>
            <a:ext cx="94183" cy="137160"/>
          </a:xfrm>
          <a:prstGeom prst="rect">
            <a:avLst/>
          </a:prstGeom>
          <a:solidFill>
            <a:srgbClr val="F5A623"/>
          </a:solidFill>
          <a:ln>
            <a:noFill/>
          </a:ln>
        </p:spPr>
        <p:txBody>
          <a:bodyPr rtlCol="0" anchor="ctr"/>
          <a:lstStyle/>
          <a:p>
            <a:pPr algn="ctr"/>
          </a:p>
        </p:txBody>
      </p:sp>
      <p:sp>
        <p:nvSpPr>
          <p:cNvPr id="201" name="Rectangle 200"/>
          <p:cNvSpPr/>
          <p:nvPr/>
        </p:nvSpPr>
        <p:spPr>
          <a:xfrm>
            <a:off x="3332988" y="2130552"/>
            <a:ext cx="94183" cy="137160"/>
          </a:xfrm>
          <a:prstGeom prst="rect">
            <a:avLst/>
          </a:prstGeom>
          <a:solidFill>
            <a:srgbClr val="F5A623"/>
          </a:solidFill>
          <a:ln>
            <a:noFill/>
          </a:ln>
        </p:spPr>
        <p:txBody>
          <a:bodyPr rtlCol="0" anchor="ctr"/>
          <a:lstStyle/>
          <a:p>
            <a:pPr algn="ctr"/>
          </a:p>
        </p:txBody>
      </p:sp>
      <p:sp>
        <p:nvSpPr>
          <p:cNvPr id="202" name="Rectangle 201"/>
          <p:cNvSpPr/>
          <p:nvPr/>
        </p:nvSpPr>
        <p:spPr>
          <a:xfrm>
            <a:off x="3438144" y="2130552"/>
            <a:ext cx="94183" cy="137160"/>
          </a:xfrm>
          <a:prstGeom prst="rect">
            <a:avLst/>
          </a:prstGeom>
          <a:solidFill>
            <a:srgbClr val="CA6F1E"/>
          </a:solidFill>
          <a:ln>
            <a:noFill/>
          </a:ln>
        </p:spPr>
        <p:txBody>
          <a:bodyPr rtlCol="0" anchor="ctr"/>
          <a:lstStyle/>
          <a:p>
            <a:pPr algn="ctr"/>
          </a:p>
        </p:txBody>
      </p:sp>
      <p:sp>
        <p:nvSpPr>
          <p:cNvPr id="203" name="Rectangle 202"/>
          <p:cNvSpPr/>
          <p:nvPr/>
        </p:nvSpPr>
        <p:spPr>
          <a:xfrm>
            <a:off x="3543300" y="2130552"/>
            <a:ext cx="94183" cy="137160"/>
          </a:xfrm>
          <a:prstGeom prst="rect">
            <a:avLst/>
          </a:prstGeom>
          <a:solidFill>
            <a:srgbClr val="F5A623"/>
          </a:solidFill>
          <a:ln>
            <a:noFill/>
          </a:ln>
        </p:spPr>
        <p:txBody>
          <a:bodyPr rtlCol="0" anchor="ctr"/>
          <a:lstStyle/>
          <a:p>
            <a:pPr algn="ctr"/>
          </a:p>
        </p:txBody>
      </p:sp>
      <p:sp>
        <p:nvSpPr>
          <p:cNvPr id="204" name="Rectangle 203"/>
          <p:cNvSpPr/>
          <p:nvPr/>
        </p:nvSpPr>
        <p:spPr>
          <a:xfrm>
            <a:off x="3648456" y="2130552"/>
            <a:ext cx="94183" cy="137160"/>
          </a:xfrm>
          <a:prstGeom prst="rect">
            <a:avLst/>
          </a:prstGeom>
          <a:solidFill>
            <a:srgbClr val="F5A623"/>
          </a:solidFill>
          <a:ln>
            <a:noFill/>
          </a:ln>
        </p:spPr>
        <p:txBody>
          <a:bodyPr rtlCol="0" anchor="ctr"/>
          <a:lstStyle/>
          <a:p>
            <a:pPr algn="ctr"/>
          </a:p>
        </p:txBody>
      </p:sp>
      <p:sp>
        <p:nvSpPr>
          <p:cNvPr id="205" name="Rectangle 204"/>
          <p:cNvSpPr/>
          <p:nvPr/>
        </p:nvSpPr>
        <p:spPr>
          <a:xfrm>
            <a:off x="3753612" y="2130552"/>
            <a:ext cx="94183" cy="137160"/>
          </a:xfrm>
          <a:prstGeom prst="rect">
            <a:avLst/>
          </a:prstGeom>
          <a:solidFill>
            <a:srgbClr val="F5A623"/>
          </a:solidFill>
          <a:ln>
            <a:noFill/>
          </a:ln>
        </p:spPr>
        <p:txBody>
          <a:bodyPr rtlCol="0" anchor="ctr"/>
          <a:lstStyle/>
          <a:p>
            <a:pPr algn="ctr"/>
          </a:p>
        </p:txBody>
      </p:sp>
      <p:sp>
        <p:nvSpPr>
          <p:cNvPr id="206" name="Rectangle 205"/>
          <p:cNvSpPr/>
          <p:nvPr/>
        </p:nvSpPr>
        <p:spPr>
          <a:xfrm>
            <a:off x="3858768" y="2130552"/>
            <a:ext cx="94183" cy="137160"/>
          </a:xfrm>
          <a:prstGeom prst="rect">
            <a:avLst/>
          </a:prstGeom>
          <a:solidFill>
            <a:srgbClr val="E9EDF3"/>
          </a:solidFill>
          <a:ln>
            <a:noFill/>
          </a:ln>
        </p:spPr>
        <p:txBody>
          <a:bodyPr rtlCol="0" anchor="ctr"/>
          <a:lstStyle/>
          <a:p>
            <a:pPr algn="ctr"/>
          </a:p>
        </p:txBody>
      </p:sp>
      <p:sp>
        <p:nvSpPr>
          <p:cNvPr id="207" name="Rectangle 206"/>
          <p:cNvSpPr/>
          <p:nvPr/>
        </p:nvSpPr>
        <p:spPr>
          <a:xfrm>
            <a:off x="3963924" y="2130552"/>
            <a:ext cx="94183" cy="137160"/>
          </a:xfrm>
          <a:prstGeom prst="rect">
            <a:avLst/>
          </a:prstGeom>
          <a:solidFill>
            <a:srgbClr val="F5A623"/>
          </a:solidFill>
          <a:ln>
            <a:noFill/>
          </a:ln>
        </p:spPr>
        <p:txBody>
          <a:bodyPr rtlCol="0" anchor="ctr"/>
          <a:lstStyle/>
          <a:p>
            <a:pPr algn="ctr"/>
          </a:p>
        </p:txBody>
      </p:sp>
      <p:sp>
        <p:nvSpPr>
          <p:cNvPr id="208" name="TextBox 207"/>
          <p:cNvSpPr txBox="1"/>
          <p:nvPr/>
        </p:nvSpPr>
        <p:spPr>
          <a:xfrm>
            <a:off x="4105656" y="2125980"/>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164</a:t>
            </a:r>
          </a:p>
        </p:txBody>
      </p:sp>
      <p:sp>
        <p:nvSpPr>
          <p:cNvPr id="209" name="TextBox 208"/>
          <p:cNvSpPr txBox="1"/>
          <p:nvPr/>
        </p:nvSpPr>
        <p:spPr>
          <a:xfrm>
            <a:off x="411480" y="227685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382p</a:t>
            </a:r>
          </a:p>
        </p:txBody>
      </p:sp>
      <p:sp>
        <p:nvSpPr>
          <p:cNvPr id="210" name="Rectangle 209"/>
          <p:cNvSpPr/>
          <p:nvPr/>
        </p:nvSpPr>
        <p:spPr>
          <a:xfrm>
            <a:off x="914400" y="2281428"/>
            <a:ext cx="94183" cy="137160"/>
          </a:xfrm>
          <a:prstGeom prst="rect">
            <a:avLst/>
          </a:prstGeom>
          <a:solidFill>
            <a:srgbClr val="FAD9A0"/>
          </a:solidFill>
          <a:ln>
            <a:noFill/>
          </a:ln>
        </p:spPr>
        <p:txBody>
          <a:bodyPr rtlCol="0" anchor="ctr"/>
          <a:lstStyle/>
          <a:p>
            <a:pPr algn="ctr"/>
          </a:p>
        </p:txBody>
      </p:sp>
      <p:sp>
        <p:nvSpPr>
          <p:cNvPr id="211" name="Rectangle 210"/>
          <p:cNvSpPr/>
          <p:nvPr/>
        </p:nvSpPr>
        <p:spPr>
          <a:xfrm>
            <a:off x="1019556" y="2281428"/>
            <a:ext cx="94183" cy="137160"/>
          </a:xfrm>
          <a:prstGeom prst="rect">
            <a:avLst/>
          </a:prstGeom>
          <a:solidFill>
            <a:srgbClr val="CA6F1E"/>
          </a:solidFill>
          <a:ln>
            <a:noFill/>
          </a:ln>
        </p:spPr>
        <p:txBody>
          <a:bodyPr rtlCol="0" anchor="ctr"/>
          <a:lstStyle/>
          <a:p>
            <a:pPr algn="ctr"/>
          </a:p>
        </p:txBody>
      </p:sp>
      <p:sp>
        <p:nvSpPr>
          <p:cNvPr id="212" name="Rectangle 211"/>
          <p:cNvSpPr/>
          <p:nvPr/>
        </p:nvSpPr>
        <p:spPr>
          <a:xfrm>
            <a:off x="1124712" y="2281428"/>
            <a:ext cx="94183" cy="137160"/>
          </a:xfrm>
          <a:prstGeom prst="rect">
            <a:avLst/>
          </a:prstGeom>
          <a:solidFill>
            <a:srgbClr val="F5A623"/>
          </a:solidFill>
          <a:ln>
            <a:noFill/>
          </a:ln>
        </p:spPr>
        <p:txBody>
          <a:bodyPr rtlCol="0" anchor="ctr"/>
          <a:lstStyle/>
          <a:p>
            <a:pPr algn="ctr"/>
          </a:p>
        </p:txBody>
      </p:sp>
      <p:sp>
        <p:nvSpPr>
          <p:cNvPr id="213" name="Rectangle 212"/>
          <p:cNvSpPr/>
          <p:nvPr/>
        </p:nvSpPr>
        <p:spPr>
          <a:xfrm>
            <a:off x="1229868" y="2281428"/>
            <a:ext cx="94183" cy="137160"/>
          </a:xfrm>
          <a:prstGeom prst="rect">
            <a:avLst/>
          </a:prstGeom>
          <a:solidFill>
            <a:srgbClr val="CA6F1E"/>
          </a:solidFill>
          <a:ln>
            <a:noFill/>
          </a:ln>
        </p:spPr>
        <p:txBody>
          <a:bodyPr rtlCol="0" anchor="ctr"/>
          <a:lstStyle/>
          <a:p>
            <a:pPr algn="ctr"/>
          </a:p>
        </p:txBody>
      </p:sp>
      <p:sp>
        <p:nvSpPr>
          <p:cNvPr id="214" name="Rectangle 213"/>
          <p:cNvSpPr/>
          <p:nvPr/>
        </p:nvSpPr>
        <p:spPr>
          <a:xfrm>
            <a:off x="1335024" y="2281428"/>
            <a:ext cx="94183" cy="137160"/>
          </a:xfrm>
          <a:prstGeom prst="rect">
            <a:avLst/>
          </a:prstGeom>
          <a:solidFill>
            <a:srgbClr val="C0392B"/>
          </a:solidFill>
          <a:ln>
            <a:noFill/>
          </a:ln>
        </p:spPr>
        <p:txBody>
          <a:bodyPr rtlCol="0" anchor="ctr"/>
          <a:lstStyle/>
          <a:p>
            <a:pPr algn="ctr"/>
          </a:p>
        </p:txBody>
      </p:sp>
      <p:sp>
        <p:nvSpPr>
          <p:cNvPr id="215" name="Rectangle 214"/>
          <p:cNvSpPr/>
          <p:nvPr/>
        </p:nvSpPr>
        <p:spPr>
          <a:xfrm>
            <a:off x="1440180" y="2281428"/>
            <a:ext cx="94183" cy="137160"/>
          </a:xfrm>
          <a:prstGeom prst="rect">
            <a:avLst/>
          </a:prstGeom>
          <a:solidFill>
            <a:srgbClr val="C0392B"/>
          </a:solidFill>
          <a:ln>
            <a:noFill/>
          </a:ln>
        </p:spPr>
        <p:txBody>
          <a:bodyPr rtlCol="0" anchor="ctr"/>
          <a:lstStyle/>
          <a:p>
            <a:pPr algn="ctr"/>
          </a:p>
        </p:txBody>
      </p:sp>
      <p:sp>
        <p:nvSpPr>
          <p:cNvPr id="216" name="Rectangle 215"/>
          <p:cNvSpPr/>
          <p:nvPr/>
        </p:nvSpPr>
        <p:spPr>
          <a:xfrm>
            <a:off x="1545336" y="2281428"/>
            <a:ext cx="94183" cy="137160"/>
          </a:xfrm>
          <a:prstGeom prst="rect">
            <a:avLst/>
          </a:prstGeom>
          <a:solidFill>
            <a:srgbClr val="CA6F1E"/>
          </a:solidFill>
          <a:ln>
            <a:noFill/>
          </a:ln>
        </p:spPr>
        <p:txBody>
          <a:bodyPr rtlCol="0" anchor="ctr"/>
          <a:lstStyle/>
          <a:p>
            <a:pPr algn="ctr"/>
          </a:p>
        </p:txBody>
      </p:sp>
      <p:sp>
        <p:nvSpPr>
          <p:cNvPr id="217" name="Rectangle 216"/>
          <p:cNvSpPr/>
          <p:nvPr/>
        </p:nvSpPr>
        <p:spPr>
          <a:xfrm>
            <a:off x="1650492" y="2281428"/>
            <a:ext cx="94183" cy="137160"/>
          </a:xfrm>
          <a:prstGeom prst="rect">
            <a:avLst/>
          </a:prstGeom>
          <a:solidFill>
            <a:srgbClr val="CA6F1E"/>
          </a:solidFill>
          <a:ln>
            <a:noFill/>
          </a:ln>
        </p:spPr>
        <p:txBody>
          <a:bodyPr rtlCol="0" anchor="ctr"/>
          <a:lstStyle/>
          <a:p>
            <a:pPr algn="ctr"/>
          </a:p>
        </p:txBody>
      </p:sp>
      <p:sp>
        <p:nvSpPr>
          <p:cNvPr id="218" name="Rectangle 217"/>
          <p:cNvSpPr/>
          <p:nvPr/>
        </p:nvSpPr>
        <p:spPr>
          <a:xfrm>
            <a:off x="1755648" y="2281428"/>
            <a:ext cx="94183" cy="137160"/>
          </a:xfrm>
          <a:prstGeom prst="rect">
            <a:avLst/>
          </a:prstGeom>
          <a:solidFill>
            <a:srgbClr val="C0392B"/>
          </a:solidFill>
          <a:ln>
            <a:noFill/>
          </a:ln>
        </p:spPr>
        <p:txBody>
          <a:bodyPr rtlCol="0" anchor="ctr"/>
          <a:lstStyle/>
          <a:p>
            <a:pPr algn="ctr"/>
          </a:p>
        </p:txBody>
      </p:sp>
      <p:sp>
        <p:nvSpPr>
          <p:cNvPr id="219" name="Rectangle 218"/>
          <p:cNvSpPr/>
          <p:nvPr/>
        </p:nvSpPr>
        <p:spPr>
          <a:xfrm>
            <a:off x="1860804" y="2281428"/>
            <a:ext cx="94183" cy="137160"/>
          </a:xfrm>
          <a:prstGeom prst="rect">
            <a:avLst/>
          </a:prstGeom>
          <a:solidFill>
            <a:srgbClr val="F5A623"/>
          </a:solidFill>
          <a:ln>
            <a:noFill/>
          </a:ln>
        </p:spPr>
        <p:txBody>
          <a:bodyPr rtlCol="0" anchor="ctr"/>
          <a:lstStyle/>
          <a:p>
            <a:pPr algn="ctr"/>
          </a:p>
        </p:txBody>
      </p:sp>
      <p:sp>
        <p:nvSpPr>
          <p:cNvPr id="220" name="Rectangle 219"/>
          <p:cNvSpPr/>
          <p:nvPr/>
        </p:nvSpPr>
        <p:spPr>
          <a:xfrm>
            <a:off x="1965960" y="2281428"/>
            <a:ext cx="94183" cy="137160"/>
          </a:xfrm>
          <a:prstGeom prst="rect">
            <a:avLst/>
          </a:prstGeom>
          <a:solidFill>
            <a:srgbClr val="E9EDF3"/>
          </a:solidFill>
          <a:ln>
            <a:noFill/>
          </a:ln>
        </p:spPr>
        <p:txBody>
          <a:bodyPr rtlCol="0" anchor="ctr"/>
          <a:lstStyle/>
          <a:p>
            <a:pPr algn="ctr"/>
          </a:p>
        </p:txBody>
      </p:sp>
      <p:sp>
        <p:nvSpPr>
          <p:cNvPr id="221" name="Rectangle 220"/>
          <p:cNvSpPr/>
          <p:nvPr/>
        </p:nvSpPr>
        <p:spPr>
          <a:xfrm>
            <a:off x="2071116" y="2281428"/>
            <a:ext cx="94183" cy="137160"/>
          </a:xfrm>
          <a:prstGeom prst="rect">
            <a:avLst/>
          </a:prstGeom>
          <a:solidFill>
            <a:srgbClr val="F5A623"/>
          </a:solidFill>
          <a:ln>
            <a:noFill/>
          </a:ln>
        </p:spPr>
        <p:txBody>
          <a:bodyPr rtlCol="0" anchor="ctr"/>
          <a:lstStyle/>
          <a:p>
            <a:pPr algn="ctr"/>
          </a:p>
        </p:txBody>
      </p:sp>
      <p:sp>
        <p:nvSpPr>
          <p:cNvPr id="222" name="Rectangle 221"/>
          <p:cNvSpPr/>
          <p:nvPr/>
        </p:nvSpPr>
        <p:spPr>
          <a:xfrm>
            <a:off x="2176272" y="2281428"/>
            <a:ext cx="94183" cy="137160"/>
          </a:xfrm>
          <a:prstGeom prst="rect">
            <a:avLst/>
          </a:prstGeom>
          <a:solidFill>
            <a:srgbClr val="E9EDF3"/>
          </a:solidFill>
          <a:ln>
            <a:noFill/>
          </a:ln>
        </p:spPr>
        <p:txBody>
          <a:bodyPr rtlCol="0" anchor="ctr"/>
          <a:lstStyle/>
          <a:p>
            <a:pPr algn="ctr"/>
          </a:p>
        </p:txBody>
      </p:sp>
      <p:sp>
        <p:nvSpPr>
          <p:cNvPr id="223" name="Rectangle 222"/>
          <p:cNvSpPr/>
          <p:nvPr/>
        </p:nvSpPr>
        <p:spPr>
          <a:xfrm>
            <a:off x="2281428" y="2281428"/>
            <a:ext cx="94183" cy="137160"/>
          </a:xfrm>
          <a:prstGeom prst="rect">
            <a:avLst/>
          </a:prstGeom>
          <a:solidFill>
            <a:srgbClr val="F5A623"/>
          </a:solidFill>
          <a:ln>
            <a:noFill/>
          </a:ln>
        </p:spPr>
        <p:txBody>
          <a:bodyPr rtlCol="0" anchor="ctr"/>
          <a:lstStyle/>
          <a:p>
            <a:pPr algn="ctr"/>
          </a:p>
        </p:txBody>
      </p:sp>
      <p:sp>
        <p:nvSpPr>
          <p:cNvPr id="224" name="Rectangle 223"/>
          <p:cNvSpPr/>
          <p:nvPr/>
        </p:nvSpPr>
        <p:spPr>
          <a:xfrm>
            <a:off x="2386584" y="2281428"/>
            <a:ext cx="94183" cy="137160"/>
          </a:xfrm>
          <a:prstGeom prst="rect">
            <a:avLst/>
          </a:prstGeom>
          <a:solidFill>
            <a:srgbClr val="F5A623"/>
          </a:solidFill>
          <a:ln>
            <a:noFill/>
          </a:ln>
        </p:spPr>
        <p:txBody>
          <a:bodyPr rtlCol="0" anchor="ctr"/>
          <a:lstStyle/>
          <a:p>
            <a:pPr algn="ctr"/>
          </a:p>
        </p:txBody>
      </p:sp>
      <p:sp>
        <p:nvSpPr>
          <p:cNvPr id="225" name="Rectangle 224"/>
          <p:cNvSpPr/>
          <p:nvPr/>
        </p:nvSpPr>
        <p:spPr>
          <a:xfrm>
            <a:off x="2491740" y="2281428"/>
            <a:ext cx="94183" cy="137160"/>
          </a:xfrm>
          <a:prstGeom prst="rect">
            <a:avLst/>
          </a:prstGeom>
          <a:solidFill>
            <a:srgbClr val="F5A623"/>
          </a:solidFill>
          <a:ln>
            <a:noFill/>
          </a:ln>
        </p:spPr>
        <p:txBody>
          <a:bodyPr rtlCol="0" anchor="ctr"/>
          <a:lstStyle/>
          <a:p>
            <a:pPr algn="ctr"/>
          </a:p>
        </p:txBody>
      </p:sp>
      <p:sp>
        <p:nvSpPr>
          <p:cNvPr id="226" name="Rectangle 225"/>
          <p:cNvSpPr/>
          <p:nvPr/>
        </p:nvSpPr>
        <p:spPr>
          <a:xfrm>
            <a:off x="2596896" y="2281428"/>
            <a:ext cx="94183" cy="137160"/>
          </a:xfrm>
          <a:prstGeom prst="rect">
            <a:avLst/>
          </a:prstGeom>
          <a:solidFill>
            <a:srgbClr val="C0392B"/>
          </a:solidFill>
          <a:ln>
            <a:noFill/>
          </a:ln>
        </p:spPr>
        <p:txBody>
          <a:bodyPr rtlCol="0" anchor="ctr"/>
          <a:lstStyle/>
          <a:p>
            <a:pPr algn="ctr"/>
          </a:p>
        </p:txBody>
      </p:sp>
      <p:sp>
        <p:nvSpPr>
          <p:cNvPr id="227" name="Rectangle 226"/>
          <p:cNvSpPr/>
          <p:nvPr/>
        </p:nvSpPr>
        <p:spPr>
          <a:xfrm>
            <a:off x="2702052" y="2281428"/>
            <a:ext cx="94183" cy="137160"/>
          </a:xfrm>
          <a:prstGeom prst="rect">
            <a:avLst/>
          </a:prstGeom>
          <a:solidFill>
            <a:srgbClr val="C0392B"/>
          </a:solidFill>
          <a:ln>
            <a:noFill/>
          </a:ln>
        </p:spPr>
        <p:txBody>
          <a:bodyPr rtlCol="0" anchor="ctr"/>
          <a:lstStyle/>
          <a:p>
            <a:pPr algn="ctr"/>
          </a:p>
        </p:txBody>
      </p:sp>
      <p:sp>
        <p:nvSpPr>
          <p:cNvPr id="228" name="Rectangle 227"/>
          <p:cNvSpPr/>
          <p:nvPr/>
        </p:nvSpPr>
        <p:spPr>
          <a:xfrm>
            <a:off x="2807208" y="2281428"/>
            <a:ext cx="94183" cy="137160"/>
          </a:xfrm>
          <a:prstGeom prst="rect">
            <a:avLst/>
          </a:prstGeom>
          <a:solidFill>
            <a:srgbClr val="E9EDF3"/>
          </a:solidFill>
          <a:ln>
            <a:noFill/>
          </a:ln>
        </p:spPr>
        <p:txBody>
          <a:bodyPr rtlCol="0" anchor="ctr"/>
          <a:lstStyle/>
          <a:p>
            <a:pPr algn="ctr"/>
          </a:p>
        </p:txBody>
      </p:sp>
      <p:sp>
        <p:nvSpPr>
          <p:cNvPr id="229" name="Rectangle 228"/>
          <p:cNvSpPr/>
          <p:nvPr/>
        </p:nvSpPr>
        <p:spPr>
          <a:xfrm>
            <a:off x="2912364" y="2281428"/>
            <a:ext cx="94183" cy="137160"/>
          </a:xfrm>
          <a:prstGeom prst="rect">
            <a:avLst/>
          </a:prstGeom>
          <a:solidFill>
            <a:srgbClr val="CA6F1E"/>
          </a:solidFill>
          <a:ln>
            <a:noFill/>
          </a:ln>
        </p:spPr>
        <p:txBody>
          <a:bodyPr rtlCol="0" anchor="ctr"/>
          <a:lstStyle/>
          <a:p>
            <a:pPr algn="ctr"/>
          </a:p>
        </p:txBody>
      </p:sp>
      <p:sp>
        <p:nvSpPr>
          <p:cNvPr id="230" name="Rectangle 229"/>
          <p:cNvSpPr/>
          <p:nvPr/>
        </p:nvSpPr>
        <p:spPr>
          <a:xfrm>
            <a:off x="3017520" y="2281428"/>
            <a:ext cx="94183" cy="137160"/>
          </a:xfrm>
          <a:prstGeom prst="rect">
            <a:avLst/>
          </a:prstGeom>
          <a:solidFill>
            <a:srgbClr val="E9EDF3"/>
          </a:solidFill>
          <a:ln>
            <a:noFill/>
          </a:ln>
        </p:spPr>
        <p:txBody>
          <a:bodyPr rtlCol="0" anchor="ctr"/>
          <a:lstStyle/>
          <a:p>
            <a:pPr algn="ctr"/>
          </a:p>
        </p:txBody>
      </p:sp>
      <p:sp>
        <p:nvSpPr>
          <p:cNvPr id="231" name="Rectangle 230"/>
          <p:cNvSpPr/>
          <p:nvPr/>
        </p:nvSpPr>
        <p:spPr>
          <a:xfrm>
            <a:off x="3122676" y="2281428"/>
            <a:ext cx="94183" cy="137160"/>
          </a:xfrm>
          <a:prstGeom prst="rect">
            <a:avLst/>
          </a:prstGeom>
          <a:solidFill>
            <a:srgbClr val="E9EDF3"/>
          </a:solidFill>
          <a:ln>
            <a:noFill/>
          </a:ln>
        </p:spPr>
        <p:txBody>
          <a:bodyPr rtlCol="0" anchor="ctr"/>
          <a:lstStyle/>
          <a:p>
            <a:pPr algn="ctr"/>
          </a:p>
        </p:txBody>
      </p:sp>
      <p:sp>
        <p:nvSpPr>
          <p:cNvPr id="232" name="Rectangle 231"/>
          <p:cNvSpPr/>
          <p:nvPr/>
        </p:nvSpPr>
        <p:spPr>
          <a:xfrm>
            <a:off x="3227832" y="2281428"/>
            <a:ext cx="94183" cy="137160"/>
          </a:xfrm>
          <a:prstGeom prst="rect">
            <a:avLst/>
          </a:prstGeom>
          <a:solidFill>
            <a:srgbClr val="CA6F1E"/>
          </a:solidFill>
          <a:ln>
            <a:noFill/>
          </a:ln>
        </p:spPr>
        <p:txBody>
          <a:bodyPr rtlCol="0" anchor="ctr"/>
          <a:lstStyle/>
          <a:p>
            <a:pPr algn="ctr"/>
          </a:p>
        </p:txBody>
      </p:sp>
      <p:sp>
        <p:nvSpPr>
          <p:cNvPr id="233" name="Rectangle 232"/>
          <p:cNvSpPr/>
          <p:nvPr/>
        </p:nvSpPr>
        <p:spPr>
          <a:xfrm>
            <a:off x="3332988" y="2281428"/>
            <a:ext cx="94183" cy="137160"/>
          </a:xfrm>
          <a:prstGeom prst="rect">
            <a:avLst/>
          </a:prstGeom>
          <a:solidFill>
            <a:srgbClr val="FAD9A0"/>
          </a:solidFill>
          <a:ln>
            <a:noFill/>
          </a:ln>
        </p:spPr>
        <p:txBody>
          <a:bodyPr rtlCol="0" anchor="ctr"/>
          <a:lstStyle/>
          <a:p>
            <a:pPr algn="ctr"/>
          </a:p>
        </p:txBody>
      </p:sp>
      <p:sp>
        <p:nvSpPr>
          <p:cNvPr id="234" name="Rectangle 233"/>
          <p:cNvSpPr/>
          <p:nvPr/>
        </p:nvSpPr>
        <p:spPr>
          <a:xfrm>
            <a:off x="3438144" y="2281428"/>
            <a:ext cx="94183" cy="137160"/>
          </a:xfrm>
          <a:prstGeom prst="rect">
            <a:avLst/>
          </a:prstGeom>
          <a:solidFill>
            <a:srgbClr val="F5A623"/>
          </a:solidFill>
          <a:ln>
            <a:noFill/>
          </a:ln>
        </p:spPr>
        <p:txBody>
          <a:bodyPr rtlCol="0" anchor="ctr"/>
          <a:lstStyle/>
          <a:p>
            <a:pPr algn="ctr"/>
          </a:p>
        </p:txBody>
      </p:sp>
      <p:sp>
        <p:nvSpPr>
          <p:cNvPr id="235" name="Rectangle 234"/>
          <p:cNvSpPr/>
          <p:nvPr/>
        </p:nvSpPr>
        <p:spPr>
          <a:xfrm>
            <a:off x="3543300" y="2281428"/>
            <a:ext cx="94183" cy="137160"/>
          </a:xfrm>
          <a:prstGeom prst="rect">
            <a:avLst/>
          </a:prstGeom>
          <a:solidFill>
            <a:srgbClr val="E9EDF3"/>
          </a:solidFill>
          <a:ln>
            <a:noFill/>
          </a:ln>
        </p:spPr>
        <p:txBody>
          <a:bodyPr rtlCol="0" anchor="ctr"/>
          <a:lstStyle/>
          <a:p>
            <a:pPr algn="ctr"/>
          </a:p>
        </p:txBody>
      </p:sp>
      <p:sp>
        <p:nvSpPr>
          <p:cNvPr id="236" name="Rectangle 235"/>
          <p:cNvSpPr/>
          <p:nvPr/>
        </p:nvSpPr>
        <p:spPr>
          <a:xfrm>
            <a:off x="3648456" y="2281428"/>
            <a:ext cx="94183" cy="137160"/>
          </a:xfrm>
          <a:prstGeom prst="rect">
            <a:avLst/>
          </a:prstGeom>
          <a:solidFill>
            <a:srgbClr val="F5A623"/>
          </a:solidFill>
          <a:ln>
            <a:noFill/>
          </a:ln>
        </p:spPr>
        <p:txBody>
          <a:bodyPr rtlCol="0" anchor="ctr"/>
          <a:lstStyle/>
          <a:p>
            <a:pPr algn="ctr"/>
          </a:p>
        </p:txBody>
      </p:sp>
      <p:sp>
        <p:nvSpPr>
          <p:cNvPr id="237" name="Rectangle 236"/>
          <p:cNvSpPr/>
          <p:nvPr/>
        </p:nvSpPr>
        <p:spPr>
          <a:xfrm>
            <a:off x="3753612" y="2281428"/>
            <a:ext cx="94183" cy="137160"/>
          </a:xfrm>
          <a:prstGeom prst="rect">
            <a:avLst/>
          </a:prstGeom>
          <a:solidFill>
            <a:srgbClr val="E9EDF3"/>
          </a:solidFill>
          <a:ln>
            <a:noFill/>
          </a:ln>
        </p:spPr>
        <p:txBody>
          <a:bodyPr rtlCol="0" anchor="ctr"/>
          <a:lstStyle/>
          <a:p>
            <a:pPr algn="ctr"/>
          </a:p>
        </p:txBody>
      </p:sp>
      <p:sp>
        <p:nvSpPr>
          <p:cNvPr id="238" name="Rectangle 237"/>
          <p:cNvSpPr/>
          <p:nvPr/>
        </p:nvSpPr>
        <p:spPr>
          <a:xfrm>
            <a:off x="3858768" y="2281428"/>
            <a:ext cx="94183" cy="137160"/>
          </a:xfrm>
          <a:prstGeom prst="rect">
            <a:avLst/>
          </a:prstGeom>
          <a:solidFill>
            <a:srgbClr val="C0392B"/>
          </a:solidFill>
          <a:ln>
            <a:noFill/>
          </a:ln>
        </p:spPr>
        <p:txBody>
          <a:bodyPr rtlCol="0" anchor="ctr"/>
          <a:lstStyle/>
          <a:p>
            <a:pPr algn="ctr"/>
          </a:p>
        </p:txBody>
      </p:sp>
      <p:sp>
        <p:nvSpPr>
          <p:cNvPr id="239" name="Rectangle 238"/>
          <p:cNvSpPr/>
          <p:nvPr/>
        </p:nvSpPr>
        <p:spPr>
          <a:xfrm>
            <a:off x="3963924" y="2281428"/>
            <a:ext cx="94183" cy="137160"/>
          </a:xfrm>
          <a:prstGeom prst="rect">
            <a:avLst/>
          </a:prstGeom>
          <a:solidFill>
            <a:srgbClr val="F5A623"/>
          </a:solidFill>
          <a:ln>
            <a:noFill/>
          </a:ln>
        </p:spPr>
        <p:txBody>
          <a:bodyPr rtlCol="0" anchor="ctr"/>
          <a:lstStyle/>
          <a:p>
            <a:pPr algn="ctr"/>
          </a:p>
        </p:txBody>
      </p:sp>
      <p:sp>
        <p:nvSpPr>
          <p:cNvPr id="240" name="TextBox 239"/>
          <p:cNvSpPr txBox="1"/>
          <p:nvPr/>
        </p:nvSpPr>
        <p:spPr>
          <a:xfrm>
            <a:off x="4105656" y="2276856"/>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161</a:t>
            </a:r>
          </a:p>
        </p:txBody>
      </p:sp>
      <p:sp>
        <p:nvSpPr>
          <p:cNvPr id="241" name="TextBox 240"/>
          <p:cNvSpPr txBox="1"/>
          <p:nvPr/>
        </p:nvSpPr>
        <p:spPr>
          <a:xfrm>
            <a:off x="411480" y="242773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78T</a:t>
            </a:r>
          </a:p>
        </p:txBody>
      </p:sp>
      <p:sp>
        <p:nvSpPr>
          <p:cNvPr id="242" name="Rectangle 241"/>
          <p:cNvSpPr/>
          <p:nvPr/>
        </p:nvSpPr>
        <p:spPr>
          <a:xfrm>
            <a:off x="914400" y="2432304"/>
            <a:ext cx="94183" cy="137160"/>
          </a:xfrm>
          <a:prstGeom prst="rect">
            <a:avLst/>
          </a:prstGeom>
          <a:solidFill>
            <a:srgbClr val="FAD9A0"/>
          </a:solidFill>
          <a:ln>
            <a:noFill/>
          </a:ln>
        </p:spPr>
        <p:txBody>
          <a:bodyPr rtlCol="0" anchor="ctr"/>
          <a:lstStyle/>
          <a:p>
            <a:pPr algn="ctr"/>
          </a:p>
        </p:txBody>
      </p:sp>
      <p:sp>
        <p:nvSpPr>
          <p:cNvPr id="243" name="Rectangle 242"/>
          <p:cNvSpPr/>
          <p:nvPr/>
        </p:nvSpPr>
        <p:spPr>
          <a:xfrm>
            <a:off x="1019556" y="2432304"/>
            <a:ext cx="94183" cy="137160"/>
          </a:xfrm>
          <a:prstGeom prst="rect">
            <a:avLst/>
          </a:prstGeom>
          <a:solidFill>
            <a:srgbClr val="CA6F1E"/>
          </a:solidFill>
          <a:ln>
            <a:noFill/>
          </a:ln>
        </p:spPr>
        <p:txBody>
          <a:bodyPr rtlCol="0" anchor="ctr"/>
          <a:lstStyle/>
          <a:p>
            <a:pPr algn="ctr"/>
          </a:p>
        </p:txBody>
      </p:sp>
      <p:sp>
        <p:nvSpPr>
          <p:cNvPr id="244" name="Rectangle 243"/>
          <p:cNvSpPr/>
          <p:nvPr/>
        </p:nvSpPr>
        <p:spPr>
          <a:xfrm>
            <a:off x="1124712" y="2432304"/>
            <a:ext cx="94183" cy="137160"/>
          </a:xfrm>
          <a:prstGeom prst="rect">
            <a:avLst/>
          </a:prstGeom>
          <a:solidFill>
            <a:srgbClr val="E9EDF3"/>
          </a:solidFill>
          <a:ln>
            <a:noFill/>
          </a:ln>
        </p:spPr>
        <p:txBody>
          <a:bodyPr rtlCol="0" anchor="ctr"/>
          <a:lstStyle/>
          <a:p>
            <a:pPr algn="ctr"/>
          </a:p>
        </p:txBody>
      </p:sp>
      <p:sp>
        <p:nvSpPr>
          <p:cNvPr id="245" name="Rectangle 244"/>
          <p:cNvSpPr/>
          <p:nvPr/>
        </p:nvSpPr>
        <p:spPr>
          <a:xfrm>
            <a:off x="1229868" y="2432304"/>
            <a:ext cx="94183" cy="137160"/>
          </a:xfrm>
          <a:prstGeom prst="rect">
            <a:avLst/>
          </a:prstGeom>
          <a:solidFill>
            <a:srgbClr val="C0392B"/>
          </a:solidFill>
          <a:ln>
            <a:noFill/>
          </a:ln>
        </p:spPr>
        <p:txBody>
          <a:bodyPr rtlCol="0" anchor="ctr"/>
          <a:lstStyle/>
          <a:p>
            <a:pPr algn="ctr"/>
          </a:p>
        </p:txBody>
      </p:sp>
      <p:sp>
        <p:nvSpPr>
          <p:cNvPr id="246" name="Rectangle 245"/>
          <p:cNvSpPr/>
          <p:nvPr/>
        </p:nvSpPr>
        <p:spPr>
          <a:xfrm>
            <a:off x="1335024" y="2432304"/>
            <a:ext cx="94183" cy="137160"/>
          </a:xfrm>
          <a:prstGeom prst="rect">
            <a:avLst/>
          </a:prstGeom>
          <a:solidFill>
            <a:srgbClr val="F5A623"/>
          </a:solidFill>
          <a:ln>
            <a:noFill/>
          </a:ln>
        </p:spPr>
        <p:txBody>
          <a:bodyPr rtlCol="0" anchor="ctr"/>
          <a:lstStyle/>
          <a:p>
            <a:pPr algn="ctr"/>
          </a:p>
        </p:txBody>
      </p:sp>
      <p:sp>
        <p:nvSpPr>
          <p:cNvPr id="247" name="Rectangle 246"/>
          <p:cNvSpPr/>
          <p:nvPr/>
        </p:nvSpPr>
        <p:spPr>
          <a:xfrm>
            <a:off x="1440180" y="2432304"/>
            <a:ext cx="94183" cy="137160"/>
          </a:xfrm>
          <a:prstGeom prst="rect">
            <a:avLst/>
          </a:prstGeom>
          <a:solidFill>
            <a:srgbClr val="C0392B"/>
          </a:solidFill>
          <a:ln>
            <a:noFill/>
          </a:ln>
        </p:spPr>
        <p:txBody>
          <a:bodyPr rtlCol="0" anchor="ctr"/>
          <a:lstStyle/>
          <a:p>
            <a:pPr algn="ctr"/>
          </a:p>
        </p:txBody>
      </p:sp>
      <p:sp>
        <p:nvSpPr>
          <p:cNvPr id="248" name="Rectangle 247"/>
          <p:cNvSpPr/>
          <p:nvPr/>
        </p:nvSpPr>
        <p:spPr>
          <a:xfrm>
            <a:off x="1545336" y="2432304"/>
            <a:ext cx="94183" cy="137160"/>
          </a:xfrm>
          <a:prstGeom prst="rect">
            <a:avLst/>
          </a:prstGeom>
          <a:solidFill>
            <a:srgbClr val="C0392B"/>
          </a:solidFill>
          <a:ln>
            <a:noFill/>
          </a:ln>
        </p:spPr>
        <p:txBody>
          <a:bodyPr rtlCol="0" anchor="ctr"/>
          <a:lstStyle/>
          <a:p>
            <a:pPr algn="ctr"/>
          </a:p>
        </p:txBody>
      </p:sp>
      <p:sp>
        <p:nvSpPr>
          <p:cNvPr id="249" name="Rectangle 248"/>
          <p:cNvSpPr/>
          <p:nvPr/>
        </p:nvSpPr>
        <p:spPr>
          <a:xfrm>
            <a:off x="1650492" y="2432304"/>
            <a:ext cx="94183" cy="137160"/>
          </a:xfrm>
          <a:prstGeom prst="rect">
            <a:avLst/>
          </a:prstGeom>
          <a:solidFill>
            <a:srgbClr val="C0392B"/>
          </a:solidFill>
          <a:ln>
            <a:noFill/>
          </a:ln>
        </p:spPr>
        <p:txBody>
          <a:bodyPr rtlCol="0" anchor="ctr"/>
          <a:lstStyle/>
          <a:p>
            <a:pPr algn="ctr"/>
          </a:p>
        </p:txBody>
      </p:sp>
      <p:sp>
        <p:nvSpPr>
          <p:cNvPr id="250" name="Rectangle 249"/>
          <p:cNvSpPr/>
          <p:nvPr/>
        </p:nvSpPr>
        <p:spPr>
          <a:xfrm>
            <a:off x="1755648" y="2432304"/>
            <a:ext cx="94183" cy="137160"/>
          </a:xfrm>
          <a:prstGeom prst="rect">
            <a:avLst/>
          </a:prstGeom>
          <a:solidFill>
            <a:srgbClr val="C0392B"/>
          </a:solidFill>
          <a:ln>
            <a:noFill/>
          </a:ln>
        </p:spPr>
        <p:txBody>
          <a:bodyPr rtlCol="0" anchor="ctr"/>
          <a:lstStyle/>
          <a:p>
            <a:pPr algn="ctr"/>
          </a:p>
        </p:txBody>
      </p:sp>
      <p:sp>
        <p:nvSpPr>
          <p:cNvPr id="251" name="Rectangle 250"/>
          <p:cNvSpPr/>
          <p:nvPr/>
        </p:nvSpPr>
        <p:spPr>
          <a:xfrm>
            <a:off x="1860804" y="2432304"/>
            <a:ext cx="94183" cy="137160"/>
          </a:xfrm>
          <a:prstGeom prst="rect">
            <a:avLst/>
          </a:prstGeom>
          <a:solidFill>
            <a:srgbClr val="CA6F1E"/>
          </a:solidFill>
          <a:ln>
            <a:noFill/>
          </a:ln>
        </p:spPr>
        <p:txBody>
          <a:bodyPr rtlCol="0" anchor="ctr"/>
          <a:lstStyle/>
          <a:p>
            <a:pPr algn="ctr"/>
          </a:p>
        </p:txBody>
      </p:sp>
      <p:sp>
        <p:nvSpPr>
          <p:cNvPr id="252" name="Rectangle 251"/>
          <p:cNvSpPr/>
          <p:nvPr/>
        </p:nvSpPr>
        <p:spPr>
          <a:xfrm>
            <a:off x="1965960" y="2432304"/>
            <a:ext cx="94183" cy="137160"/>
          </a:xfrm>
          <a:prstGeom prst="rect">
            <a:avLst/>
          </a:prstGeom>
          <a:solidFill>
            <a:srgbClr val="FAD9A0"/>
          </a:solidFill>
          <a:ln>
            <a:noFill/>
          </a:ln>
        </p:spPr>
        <p:txBody>
          <a:bodyPr rtlCol="0" anchor="ctr"/>
          <a:lstStyle/>
          <a:p>
            <a:pPr algn="ctr"/>
          </a:p>
        </p:txBody>
      </p:sp>
      <p:sp>
        <p:nvSpPr>
          <p:cNvPr id="253" name="Rectangle 252"/>
          <p:cNvSpPr/>
          <p:nvPr/>
        </p:nvSpPr>
        <p:spPr>
          <a:xfrm>
            <a:off x="2071116" y="2432304"/>
            <a:ext cx="94183" cy="137160"/>
          </a:xfrm>
          <a:prstGeom prst="rect">
            <a:avLst/>
          </a:prstGeom>
          <a:solidFill>
            <a:srgbClr val="E9EDF3"/>
          </a:solidFill>
          <a:ln>
            <a:noFill/>
          </a:ln>
        </p:spPr>
        <p:txBody>
          <a:bodyPr rtlCol="0" anchor="ctr"/>
          <a:lstStyle/>
          <a:p>
            <a:pPr algn="ctr"/>
          </a:p>
        </p:txBody>
      </p:sp>
      <p:sp>
        <p:nvSpPr>
          <p:cNvPr id="254" name="Rectangle 253"/>
          <p:cNvSpPr/>
          <p:nvPr/>
        </p:nvSpPr>
        <p:spPr>
          <a:xfrm>
            <a:off x="2176272" y="2432304"/>
            <a:ext cx="94183" cy="137160"/>
          </a:xfrm>
          <a:prstGeom prst="rect">
            <a:avLst/>
          </a:prstGeom>
          <a:solidFill>
            <a:srgbClr val="E9EDF3"/>
          </a:solidFill>
          <a:ln>
            <a:noFill/>
          </a:ln>
        </p:spPr>
        <p:txBody>
          <a:bodyPr rtlCol="0" anchor="ctr"/>
          <a:lstStyle/>
          <a:p>
            <a:pPr algn="ctr"/>
          </a:p>
        </p:txBody>
      </p:sp>
      <p:sp>
        <p:nvSpPr>
          <p:cNvPr id="255" name="Rectangle 254"/>
          <p:cNvSpPr/>
          <p:nvPr/>
        </p:nvSpPr>
        <p:spPr>
          <a:xfrm>
            <a:off x="2281428" y="2432304"/>
            <a:ext cx="94183" cy="137160"/>
          </a:xfrm>
          <a:prstGeom prst="rect">
            <a:avLst/>
          </a:prstGeom>
          <a:solidFill>
            <a:srgbClr val="FAD9A0"/>
          </a:solidFill>
          <a:ln>
            <a:noFill/>
          </a:ln>
        </p:spPr>
        <p:txBody>
          <a:bodyPr rtlCol="0" anchor="ctr"/>
          <a:lstStyle/>
          <a:p>
            <a:pPr algn="ctr"/>
          </a:p>
        </p:txBody>
      </p:sp>
      <p:sp>
        <p:nvSpPr>
          <p:cNvPr id="256" name="Rectangle 255"/>
          <p:cNvSpPr/>
          <p:nvPr/>
        </p:nvSpPr>
        <p:spPr>
          <a:xfrm>
            <a:off x="2386584" y="2432304"/>
            <a:ext cx="94183" cy="137160"/>
          </a:xfrm>
          <a:prstGeom prst="rect">
            <a:avLst/>
          </a:prstGeom>
          <a:solidFill>
            <a:srgbClr val="F5A623"/>
          </a:solidFill>
          <a:ln>
            <a:noFill/>
          </a:ln>
        </p:spPr>
        <p:txBody>
          <a:bodyPr rtlCol="0" anchor="ctr"/>
          <a:lstStyle/>
          <a:p>
            <a:pPr algn="ctr"/>
          </a:p>
        </p:txBody>
      </p:sp>
      <p:sp>
        <p:nvSpPr>
          <p:cNvPr id="257" name="Rectangle 256"/>
          <p:cNvSpPr/>
          <p:nvPr/>
        </p:nvSpPr>
        <p:spPr>
          <a:xfrm>
            <a:off x="2491740" y="2432304"/>
            <a:ext cx="94183" cy="137160"/>
          </a:xfrm>
          <a:prstGeom prst="rect">
            <a:avLst/>
          </a:prstGeom>
          <a:solidFill>
            <a:srgbClr val="FAD9A0"/>
          </a:solidFill>
          <a:ln>
            <a:noFill/>
          </a:ln>
        </p:spPr>
        <p:txBody>
          <a:bodyPr rtlCol="0" anchor="ctr"/>
          <a:lstStyle/>
          <a:p>
            <a:pPr algn="ctr"/>
          </a:p>
        </p:txBody>
      </p:sp>
      <p:sp>
        <p:nvSpPr>
          <p:cNvPr id="258" name="Rectangle 257"/>
          <p:cNvSpPr/>
          <p:nvPr/>
        </p:nvSpPr>
        <p:spPr>
          <a:xfrm>
            <a:off x="2596896" y="2432304"/>
            <a:ext cx="94183" cy="137160"/>
          </a:xfrm>
          <a:prstGeom prst="rect">
            <a:avLst/>
          </a:prstGeom>
          <a:solidFill>
            <a:srgbClr val="C0392B"/>
          </a:solidFill>
          <a:ln>
            <a:noFill/>
          </a:ln>
        </p:spPr>
        <p:txBody>
          <a:bodyPr rtlCol="0" anchor="ctr"/>
          <a:lstStyle/>
          <a:p>
            <a:pPr algn="ctr"/>
          </a:p>
        </p:txBody>
      </p:sp>
      <p:sp>
        <p:nvSpPr>
          <p:cNvPr id="259" name="Rectangle 258"/>
          <p:cNvSpPr/>
          <p:nvPr/>
        </p:nvSpPr>
        <p:spPr>
          <a:xfrm>
            <a:off x="2702052" y="2432304"/>
            <a:ext cx="94183" cy="137160"/>
          </a:xfrm>
          <a:prstGeom prst="rect">
            <a:avLst/>
          </a:prstGeom>
          <a:solidFill>
            <a:srgbClr val="C0392B"/>
          </a:solidFill>
          <a:ln>
            <a:noFill/>
          </a:ln>
        </p:spPr>
        <p:txBody>
          <a:bodyPr rtlCol="0" anchor="ctr"/>
          <a:lstStyle/>
          <a:p>
            <a:pPr algn="ctr"/>
          </a:p>
        </p:txBody>
      </p:sp>
      <p:sp>
        <p:nvSpPr>
          <p:cNvPr id="260" name="Rectangle 259"/>
          <p:cNvSpPr/>
          <p:nvPr/>
        </p:nvSpPr>
        <p:spPr>
          <a:xfrm>
            <a:off x="2807208" y="2432304"/>
            <a:ext cx="94183" cy="137160"/>
          </a:xfrm>
          <a:prstGeom prst="rect">
            <a:avLst/>
          </a:prstGeom>
          <a:solidFill>
            <a:srgbClr val="F5A623"/>
          </a:solidFill>
          <a:ln>
            <a:noFill/>
          </a:ln>
        </p:spPr>
        <p:txBody>
          <a:bodyPr rtlCol="0" anchor="ctr"/>
          <a:lstStyle/>
          <a:p>
            <a:pPr algn="ctr"/>
          </a:p>
        </p:txBody>
      </p:sp>
      <p:sp>
        <p:nvSpPr>
          <p:cNvPr id="261" name="Rectangle 260"/>
          <p:cNvSpPr/>
          <p:nvPr/>
        </p:nvSpPr>
        <p:spPr>
          <a:xfrm>
            <a:off x="2912364" y="2432304"/>
            <a:ext cx="94183" cy="137160"/>
          </a:xfrm>
          <a:prstGeom prst="rect">
            <a:avLst/>
          </a:prstGeom>
          <a:solidFill>
            <a:srgbClr val="CA6F1E"/>
          </a:solidFill>
          <a:ln>
            <a:noFill/>
          </a:ln>
        </p:spPr>
        <p:txBody>
          <a:bodyPr rtlCol="0" anchor="ctr"/>
          <a:lstStyle/>
          <a:p>
            <a:pPr algn="ctr"/>
          </a:p>
        </p:txBody>
      </p:sp>
      <p:sp>
        <p:nvSpPr>
          <p:cNvPr id="262" name="Rectangle 261"/>
          <p:cNvSpPr/>
          <p:nvPr/>
        </p:nvSpPr>
        <p:spPr>
          <a:xfrm>
            <a:off x="3017520" y="2432304"/>
            <a:ext cx="94183" cy="137160"/>
          </a:xfrm>
          <a:prstGeom prst="rect">
            <a:avLst/>
          </a:prstGeom>
          <a:solidFill>
            <a:srgbClr val="E9EDF3"/>
          </a:solidFill>
          <a:ln>
            <a:noFill/>
          </a:ln>
        </p:spPr>
        <p:txBody>
          <a:bodyPr rtlCol="0" anchor="ctr"/>
          <a:lstStyle/>
          <a:p>
            <a:pPr algn="ctr"/>
          </a:p>
        </p:txBody>
      </p:sp>
      <p:sp>
        <p:nvSpPr>
          <p:cNvPr id="263" name="Rectangle 262"/>
          <p:cNvSpPr/>
          <p:nvPr/>
        </p:nvSpPr>
        <p:spPr>
          <a:xfrm>
            <a:off x="3122676" y="2432304"/>
            <a:ext cx="94183" cy="137160"/>
          </a:xfrm>
          <a:prstGeom prst="rect">
            <a:avLst/>
          </a:prstGeom>
          <a:solidFill>
            <a:srgbClr val="F5A623"/>
          </a:solidFill>
          <a:ln>
            <a:noFill/>
          </a:ln>
        </p:spPr>
        <p:txBody>
          <a:bodyPr rtlCol="0" anchor="ctr"/>
          <a:lstStyle/>
          <a:p>
            <a:pPr algn="ctr"/>
          </a:p>
        </p:txBody>
      </p:sp>
      <p:sp>
        <p:nvSpPr>
          <p:cNvPr id="264" name="Rectangle 263"/>
          <p:cNvSpPr/>
          <p:nvPr/>
        </p:nvSpPr>
        <p:spPr>
          <a:xfrm>
            <a:off x="3227832" y="2432304"/>
            <a:ext cx="94183" cy="137160"/>
          </a:xfrm>
          <a:prstGeom prst="rect">
            <a:avLst/>
          </a:prstGeom>
          <a:solidFill>
            <a:srgbClr val="E9EDF3"/>
          </a:solidFill>
          <a:ln>
            <a:noFill/>
          </a:ln>
        </p:spPr>
        <p:txBody>
          <a:bodyPr rtlCol="0" anchor="ctr"/>
          <a:lstStyle/>
          <a:p>
            <a:pPr algn="ctr"/>
          </a:p>
        </p:txBody>
      </p:sp>
      <p:sp>
        <p:nvSpPr>
          <p:cNvPr id="265" name="Rectangle 264"/>
          <p:cNvSpPr/>
          <p:nvPr/>
        </p:nvSpPr>
        <p:spPr>
          <a:xfrm>
            <a:off x="3332988" y="2432304"/>
            <a:ext cx="94183" cy="137160"/>
          </a:xfrm>
          <a:prstGeom prst="rect">
            <a:avLst/>
          </a:prstGeom>
          <a:solidFill>
            <a:srgbClr val="E9EDF3"/>
          </a:solidFill>
          <a:ln>
            <a:noFill/>
          </a:ln>
        </p:spPr>
        <p:txBody>
          <a:bodyPr rtlCol="0" anchor="ctr"/>
          <a:lstStyle/>
          <a:p>
            <a:pPr algn="ctr"/>
          </a:p>
        </p:txBody>
      </p:sp>
      <p:sp>
        <p:nvSpPr>
          <p:cNvPr id="266" name="Rectangle 265"/>
          <p:cNvSpPr/>
          <p:nvPr/>
        </p:nvSpPr>
        <p:spPr>
          <a:xfrm>
            <a:off x="3438144" y="2432304"/>
            <a:ext cx="94183" cy="137160"/>
          </a:xfrm>
          <a:prstGeom prst="rect">
            <a:avLst/>
          </a:prstGeom>
          <a:solidFill>
            <a:srgbClr val="E9EDF3"/>
          </a:solidFill>
          <a:ln>
            <a:noFill/>
          </a:ln>
        </p:spPr>
        <p:txBody>
          <a:bodyPr rtlCol="0" anchor="ctr"/>
          <a:lstStyle/>
          <a:p>
            <a:pPr algn="ctr"/>
          </a:p>
        </p:txBody>
      </p:sp>
      <p:sp>
        <p:nvSpPr>
          <p:cNvPr id="267" name="Rectangle 266"/>
          <p:cNvSpPr/>
          <p:nvPr/>
        </p:nvSpPr>
        <p:spPr>
          <a:xfrm>
            <a:off x="3543300" y="2432304"/>
            <a:ext cx="94183" cy="137160"/>
          </a:xfrm>
          <a:prstGeom prst="rect">
            <a:avLst/>
          </a:prstGeom>
          <a:solidFill>
            <a:srgbClr val="E9EDF3"/>
          </a:solidFill>
          <a:ln>
            <a:noFill/>
          </a:ln>
        </p:spPr>
        <p:txBody>
          <a:bodyPr rtlCol="0" anchor="ctr"/>
          <a:lstStyle/>
          <a:p>
            <a:pPr algn="ctr"/>
          </a:p>
        </p:txBody>
      </p:sp>
      <p:sp>
        <p:nvSpPr>
          <p:cNvPr id="268" name="Rectangle 267"/>
          <p:cNvSpPr/>
          <p:nvPr/>
        </p:nvSpPr>
        <p:spPr>
          <a:xfrm>
            <a:off x="3648456" y="2432304"/>
            <a:ext cx="94183" cy="137160"/>
          </a:xfrm>
          <a:prstGeom prst="rect">
            <a:avLst/>
          </a:prstGeom>
          <a:solidFill>
            <a:srgbClr val="E9EDF3"/>
          </a:solidFill>
          <a:ln>
            <a:noFill/>
          </a:ln>
        </p:spPr>
        <p:txBody>
          <a:bodyPr rtlCol="0" anchor="ctr"/>
          <a:lstStyle/>
          <a:p>
            <a:pPr algn="ctr"/>
          </a:p>
        </p:txBody>
      </p:sp>
      <p:sp>
        <p:nvSpPr>
          <p:cNvPr id="269" name="Rectangle 268"/>
          <p:cNvSpPr/>
          <p:nvPr/>
        </p:nvSpPr>
        <p:spPr>
          <a:xfrm>
            <a:off x="3753612" y="2432304"/>
            <a:ext cx="94183" cy="137160"/>
          </a:xfrm>
          <a:prstGeom prst="rect">
            <a:avLst/>
          </a:prstGeom>
          <a:solidFill>
            <a:srgbClr val="E9EDF3"/>
          </a:solidFill>
          <a:ln>
            <a:noFill/>
          </a:ln>
        </p:spPr>
        <p:txBody>
          <a:bodyPr rtlCol="0" anchor="ctr"/>
          <a:lstStyle/>
          <a:p>
            <a:pPr algn="ctr"/>
          </a:p>
        </p:txBody>
      </p:sp>
      <p:sp>
        <p:nvSpPr>
          <p:cNvPr id="270" name="Rectangle 269"/>
          <p:cNvSpPr/>
          <p:nvPr/>
        </p:nvSpPr>
        <p:spPr>
          <a:xfrm>
            <a:off x="3858768" y="2432304"/>
            <a:ext cx="94183" cy="137160"/>
          </a:xfrm>
          <a:prstGeom prst="rect">
            <a:avLst/>
          </a:prstGeom>
          <a:solidFill>
            <a:srgbClr val="E9EDF3"/>
          </a:solidFill>
          <a:ln>
            <a:noFill/>
          </a:ln>
        </p:spPr>
        <p:txBody>
          <a:bodyPr rtlCol="0" anchor="ctr"/>
          <a:lstStyle/>
          <a:p>
            <a:pPr algn="ctr"/>
          </a:p>
        </p:txBody>
      </p:sp>
      <p:sp>
        <p:nvSpPr>
          <p:cNvPr id="271" name="Rectangle 270"/>
          <p:cNvSpPr/>
          <p:nvPr/>
        </p:nvSpPr>
        <p:spPr>
          <a:xfrm>
            <a:off x="3963924" y="2432304"/>
            <a:ext cx="94183" cy="137160"/>
          </a:xfrm>
          <a:prstGeom prst="rect">
            <a:avLst/>
          </a:prstGeom>
          <a:solidFill>
            <a:srgbClr val="E9EDF3"/>
          </a:solidFill>
          <a:ln>
            <a:noFill/>
          </a:ln>
        </p:spPr>
        <p:txBody>
          <a:bodyPr rtlCol="0" anchor="ctr"/>
          <a:lstStyle/>
          <a:p>
            <a:pPr algn="ctr"/>
          </a:p>
        </p:txBody>
      </p:sp>
      <p:sp>
        <p:nvSpPr>
          <p:cNvPr id="272" name="TextBox 271"/>
          <p:cNvSpPr txBox="1"/>
          <p:nvPr/>
        </p:nvSpPr>
        <p:spPr>
          <a:xfrm>
            <a:off x="4105656" y="2427732"/>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154</a:t>
            </a:r>
          </a:p>
        </p:txBody>
      </p:sp>
      <p:sp>
        <p:nvSpPr>
          <p:cNvPr id="273" name="TextBox 272"/>
          <p:cNvSpPr txBox="1"/>
          <p:nvPr/>
        </p:nvSpPr>
        <p:spPr>
          <a:xfrm>
            <a:off x="411480" y="257860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76</a:t>
            </a:r>
          </a:p>
        </p:txBody>
      </p:sp>
      <p:sp>
        <p:nvSpPr>
          <p:cNvPr id="274" name="Rectangle 273"/>
          <p:cNvSpPr/>
          <p:nvPr/>
        </p:nvSpPr>
        <p:spPr>
          <a:xfrm>
            <a:off x="914400" y="2583180"/>
            <a:ext cx="94183" cy="137160"/>
          </a:xfrm>
          <a:prstGeom prst="rect">
            <a:avLst/>
          </a:prstGeom>
          <a:solidFill>
            <a:srgbClr val="F5A623"/>
          </a:solidFill>
          <a:ln>
            <a:noFill/>
          </a:ln>
        </p:spPr>
        <p:txBody>
          <a:bodyPr rtlCol="0" anchor="ctr"/>
          <a:lstStyle/>
          <a:p>
            <a:pPr algn="ctr"/>
          </a:p>
        </p:txBody>
      </p:sp>
      <p:sp>
        <p:nvSpPr>
          <p:cNvPr id="275" name="Rectangle 274"/>
          <p:cNvSpPr/>
          <p:nvPr/>
        </p:nvSpPr>
        <p:spPr>
          <a:xfrm>
            <a:off x="1019556" y="2583180"/>
            <a:ext cx="94183" cy="137160"/>
          </a:xfrm>
          <a:prstGeom prst="rect">
            <a:avLst/>
          </a:prstGeom>
          <a:solidFill>
            <a:srgbClr val="F5A623"/>
          </a:solidFill>
          <a:ln>
            <a:noFill/>
          </a:ln>
        </p:spPr>
        <p:txBody>
          <a:bodyPr rtlCol="0" anchor="ctr"/>
          <a:lstStyle/>
          <a:p>
            <a:pPr algn="ctr"/>
          </a:p>
        </p:txBody>
      </p:sp>
      <p:sp>
        <p:nvSpPr>
          <p:cNvPr id="276" name="Rectangle 275"/>
          <p:cNvSpPr/>
          <p:nvPr/>
        </p:nvSpPr>
        <p:spPr>
          <a:xfrm>
            <a:off x="1124712" y="2583180"/>
            <a:ext cx="94183" cy="137160"/>
          </a:xfrm>
          <a:prstGeom prst="rect">
            <a:avLst/>
          </a:prstGeom>
          <a:solidFill>
            <a:srgbClr val="F5A623"/>
          </a:solidFill>
          <a:ln>
            <a:noFill/>
          </a:ln>
        </p:spPr>
        <p:txBody>
          <a:bodyPr rtlCol="0" anchor="ctr"/>
          <a:lstStyle/>
          <a:p>
            <a:pPr algn="ctr"/>
          </a:p>
        </p:txBody>
      </p:sp>
      <p:sp>
        <p:nvSpPr>
          <p:cNvPr id="277" name="Rectangle 276"/>
          <p:cNvSpPr/>
          <p:nvPr/>
        </p:nvSpPr>
        <p:spPr>
          <a:xfrm>
            <a:off x="1229868" y="2583180"/>
            <a:ext cx="94183" cy="137160"/>
          </a:xfrm>
          <a:prstGeom prst="rect">
            <a:avLst/>
          </a:prstGeom>
          <a:solidFill>
            <a:srgbClr val="CA6F1E"/>
          </a:solidFill>
          <a:ln>
            <a:noFill/>
          </a:ln>
        </p:spPr>
        <p:txBody>
          <a:bodyPr rtlCol="0" anchor="ctr"/>
          <a:lstStyle/>
          <a:p>
            <a:pPr algn="ctr"/>
          </a:p>
        </p:txBody>
      </p:sp>
      <p:sp>
        <p:nvSpPr>
          <p:cNvPr id="278" name="Rectangle 277"/>
          <p:cNvSpPr/>
          <p:nvPr/>
        </p:nvSpPr>
        <p:spPr>
          <a:xfrm>
            <a:off x="1335024" y="2583180"/>
            <a:ext cx="94183" cy="137160"/>
          </a:xfrm>
          <a:prstGeom prst="rect">
            <a:avLst/>
          </a:prstGeom>
          <a:solidFill>
            <a:srgbClr val="CA6F1E"/>
          </a:solidFill>
          <a:ln>
            <a:noFill/>
          </a:ln>
        </p:spPr>
        <p:txBody>
          <a:bodyPr rtlCol="0" anchor="ctr"/>
          <a:lstStyle/>
          <a:p>
            <a:pPr algn="ctr"/>
          </a:p>
        </p:txBody>
      </p:sp>
      <p:sp>
        <p:nvSpPr>
          <p:cNvPr id="279" name="Rectangle 278"/>
          <p:cNvSpPr/>
          <p:nvPr/>
        </p:nvSpPr>
        <p:spPr>
          <a:xfrm>
            <a:off x="1440180" y="2583180"/>
            <a:ext cx="94183" cy="137160"/>
          </a:xfrm>
          <a:prstGeom prst="rect">
            <a:avLst/>
          </a:prstGeom>
          <a:solidFill>
            <a:srgbClr val="F5A623"/>
          </a:solidFill>
          <a:ln>
            <a:noFill/>
          </a:ln>
        </p:spPr>
        <p:txBody>
          <a:bodyPr rtlCol="0" anchor="ctr"/>
          <a:lstStyle/>
          <a:p>
            <a:pPr algn="ctr"/>
          </a:p>
        </p:txBody>
      </p:sp>
      <p:sp>
        <p:nvSpPr>
          <p:cNvPr id="280" name="Rectangle 279"/>
          <p:cNvSpPr/>
          <p:nvPr/>
        </p:nvSpPr>
        <p:spPr>
          <a:xfrm>
            <a:off x="1545336" y="2583180"/>
            <a:ext cx="94183" cy="137160"/>
          </a:xfrm>
          <a:prstGeom prst="rect">
            <a:avLst/>
          </a:prstGeom>
          <a:solidFill>
            <a:srgbClr val="F5A623"/>
          </a:solidFill>
          <a:ln>
            <a:noFill/>
          </a:ln>
        </p:spPr>
        <p:txBody>
          <a:bodyPr rtlCol="0" anchor="ctr"/>
          <a:lstStyle/>
          <a:p>
            <a:pPr algn="ctr"/>
          </a:p>
        </p:txBody>
      </p:sp>
      <p:sp>
        <p:nvSpPr>
          <p:cNvPr id="281" name="Rectangle 280"/>
          <p:cNvSpPr/>
          <p:nvPr/>
        </p:nvSpPr>
        <p:spPr>
          <a:xfrm>
            <a:off x="1650492" y="2583180"/>
            <a:ext cx="94183" cy="137160"/>
          </a:xfrm>
          <a:prstGeom prst="rect">
            <a:avLst/>
          </a:prstGeom>
          <a:solidFill>
            <a:srgbClr val="F5A623"/>
          </a:solidFill>
          <a:ln>
            <a:noFill/>
          </a:ln>
        </p:spPr>
        <p:txBody>
          <a:bodyPr rtlCol="0" anchor="ctr"/>
          <a:lstStyle/>
          <a:p>
            <a:pPr algn="ctr"/>
          </a:p>
        </p:txBody>
      </p:sp>
      <p:sp>
        <p:nvSpPr>
          <p:cNvPr id="282" name="Rectangle 281"/>
          <p:cNvSpPr/>
          <p:nvPr/>
        </p:nvSpPr>
        <p:spPr>
          <a:xfrm>
            <a:off x="1755648" y="2583180"/>
            <a:ext cx="94183" cy="137160"/>
          </a:xfrm>
          <a:prstGeom prst="rect">
            <a:avLst/>
          </a:prstGeom>
          <a:solidFill>
            <a:srgbClr val="CA6F1E"/>
          </a:solidFill>
          <a:ln>
            <a:noFill/>
          </a:ln>
        </p:spPr>
        <p:txBody>
          <a:bodyPr rtlCol="0" anchor="ctr"/>
          <a:lstStyle/>
          <a:p>
            <a:pPr algn="ctr"/>
          </a:p>
        </p:txBody>
      </p:sp>
      <p:sp>
        <p:nvSpPr>
          <p:cNvPr id="283" name="Rectangle 282"/>
          <p:cNvSpPr/>
          <p:nvPr/>
        </p:nvSpPr>
        <p:spPr>
          <a:xfrm>
            <a:off x="1860804" y="2583180"/>
            <a:ext cx="94183" cy="137160"/>
          </a:xfrm>
          <a:prstGeom prst="rect">
            <a:avLst/>
          </a:prstGeom>
          <a:solidFill>
            <a:srgbClr val="E9EDF3"/>
          </a:solidFill>
          <a:ln>
            <a:noFill/>
          </a:ln>
        </p:spPr>
        <p:txBody>
          <a:bodyPr rtlCol="0" anchor="ctr"/>
          <a:lstStyle/>
          <a:p>
            <a:pPr algn="ctr"/>
          </a:p>
        </p:txBody>
      </p:sp>
      <p:sp>
        <p:nvSpPr>
          <p:cNvPr id="284" name="Rectangle 283"/>
          <p:cNvSpPr/>
          <p:nvPr/>
        </p:nvSpPr>
        <p:spPr>
          <a:xfrm>
            <a:off x="1965960" y="2583180"/>
            <a:ext cx="94183" cy="137160"/>
          </a:xfrm>
          <a:prstGeom prst="rect">
            <a:avLst/>
          </a:prstGeom>
          <a:solidFill>
            <a:srgbClr val="E9EDF3"/>
          </a:solidFill>
          <a:ln>
            <a:noFill/>
          </a:ln>
        </p:spPr>
        <p:txBody>
          <a:bodyPr rtlCol="0" anchor="ctr"/>
          <a:lstStyle/>
          <a:p>
            <a:pPr algn="ctr"/>
          </a:p>
        </p:txBody>
      </p:sp>
      <p:sp>
        <p:nvSpPr>
          <p:cNvPr id="285" name="Rectangle 284"/>
          <p:cNvSpPr/>
          <p:nvPr/>
        </p:nvSpPr>
        <p:spPr>
          <a:xfrm>
            <a:off x="2071116" y="2583180"/>
            <a:ext cx="94183" cy="137160"/>
          </a:xfrm>
          <a:prstGeom prst="rect">
            <a:avLst/>
          </a:prstGeom>
          <a:solidFill>
            <a:srgbClr val="F5A623"/>
          </a:solidFill>
          <a:ln>
            <a:noFill/>
          </a:ln>
        </p:spPr>
        <p:txBody>
          <a:bodyPr rtlCol="0" anchor="ctr"/>
          <a:lstStyle/>
          <a:p>
            <a:pPr algn="ctr"/>
          </a:p>
        </p:txBody>
      </p:sp>
      <p:sp>
        <p:nvSpPr>
          <p:cNvPr id="286" name="Rectangle 285"/>
          <p:cNvSpPr/>
          <p:nvPr/>
        </p:nvSpPr>
        <p:spPr>
          <a:xfrm>
            <a:off x="2176272" y="2583180"/>
            <a:ext cx="94183" cy="137160"/>
          </a:xfrm>
          <a:prstGeom prst="rect">
            <a:avLst/>
          </a:prstGeom>
          <a:solidFill>
            <a:srgbClr val="E9EDF3"/>
          </a:solidFill>
          <a:ln>
            <a:noFill/>
          </a:ln>
        </p:spPr>
        <p:txBody>
          <a:bodyPr rtlCol="0" anchor="ctr"/>
          <a:lstStyle/>
          <a:p>
            <a:pPr algn="ctr"/>
          </a:p>
        </p:txBody>
      </p:sp>
      <p:sp>
        <p:nvSpPr>
          <p:cNvPr id="287" name="Rectangle 286"/>
          <p:cNvSpPr/>
          <p:nvPr/>
        </p:nvSpPr>
        <p:spPr>
          <a:xfrm>
            <a:off x="2281428" y="2583180"/>
            <a:ext cx="94183" cy="137160"/>
          </a:xfrm>
          <a:prstGeom prst="rect">
            <a:avLst/>
          </a:prstGeom>
          <a:solidFill>
            <a:srgbClr val="CA6F1E"/>
          </a:solidFill>
          <a:ln>
            <a:noFill/>
          </a:ln>
        </p:spPr>
        <p:txBody>
          <a:bodyPr rtlCol="0" anchor="ctr"/>
          <a:lstStyle/>
          <a:p>
            <a:pPr algn="ctr"/>
          </a:p>
        </p:txBody>
      </p:sp>
      <p:sp>
        <p:nvSpPr>
          <p:cNvPr id="288" name="Rectangle 287"/>
          <p:cNvSpPr/>
          <p:nvPr/>
        </p:nvSpPr>
        <p:spPr>
          <a:xfrm>
            <a:off x="2386584" y="2583180"/>
            <a:ext cx="94183" cy="137160"/>
          </a:xfrm>
          <a:prstGeom prst="rect">
            <a:avLst/>
          </a:prstGeom>
          <a:solidFill>
            <a:srgbClr val="C0392B"/>
          </a:solidFill>
          <a:ln>
            <a:noFill/>
          </a:ln>
        </p:spPr>
        <p:txBody>
          <a:bodyPr rtlCol="0" anchor="ctr"/>
          <a:lstStyle/>
          <a:p>
            <a:pPr algn="ctr"/>
          </a:p>
        </p:txBody>
      </p:sp>
      <p:sp>
        <p:nvSpPr>
          <p:cNvPr id="289" name="Rectangle 288"/>
          <p:cNvSpPr/>
          <p:nvPr/>
        </p:nvSpPr>
        <p:spPr>
          <a:xfrm>
            <a:off x="2491740" y="2583180"/>
            <a:ext cx="94183" cy="137160"/>
          </a:xfrm>
          <a:prstGeom prst="rect">
            <a:avLst/>
          </a:prstGeom>
          <a:solidFill>
            <a:srgbClr val="CA6F1E"/>
          </a:solidFill>
          <a:ln>
            <a:noFill/>
          </a:ln>
        </p:spPr>
        <p:txBody>
          <a:bodyPr rtlCol="0" anchor="ctr"/>
          <a:lstStyle/>
          <a:p>
            <a:pPr algn="ctr"/>
          </a:p>
        </p:txBody>
      </p:sp>
      <p:sp>
        <p:nvSpPr>
          <p:cNvPr id="290" name="Rectangle 289"/>
          <p:cNvSpPr/>
          <p:nvPr/>
        </p:nvSpPr>
        <p:spPr>
          <a:xfrm>
            <a:off x="2596896" y="2583180"/>
            <a:ext cx="94183" cy="137160"/>
          </a:xfrm>
          <a:prstGeom prst="rect">
            <a:avLst/>
          </a:prstGeom>
          <a:solidFill>
            <a:srgbClr val="C0392B"/>
          </a:solidFill>
          <a:ln>
            <a:noFill/>
          </a:ln>
        </p:spPr>
        <p:txBody>
          <a:bodyPr rtlCol="0" anchor="ctr"/>
          <a:lstStyle/>
          <a:p>
            <a:pPr algn="ctr"/>
          </a:p>
        </p:txBody>
      </p:sp>
      <p:sp>
        <p:nvSpPr>
          <p:cNvPr id="291" name="Rectangle 290"/>
          <p:cNvSpPr/>
          <p:nvPr/>
        </p:nvSpPr>
        <p:spPr>
          <a:xfrm>
            <a:off x="2702052" y="2583180"/>
            <a:ext cx="94183" cy="137160"/>
          </a:xfrm>
          <a:prstGeom prst="rect">
            <a:avLst/>
          </a:prstGeom>
          <a:solidFill>
            <a:srgbClr val="C0392B"/>
          </a:solidFill>
          <a:ln>
            <a:noFill/>
          </a:ln>
        </p:spPr>
        <p:txBody>
          <a:bodyPr rtlCol="0" anchor="ctr"/>
          <a:lstStyle/>
          <a:p>
            <a:pPr algn="ctr"/>
          </a:p>
        </p:txBody>
      </p:sp>
      <p:sp>
        <p:nvSpPr>
          <p:cNvPr id="292" name="Rectangle 291"/>
          <p:cNvSpPr/>
          <p:nvPr/>
        </p:nvSpPr>
        <p:spPr>
          <a:xfrm>
            <a:off x="2807208" y="2583180"/>
            <a:ext cx="94183" cy="137160"/>
          </a:xfrm>
          <a:prstGeom prst="rect">
            <a:avLst/>
          </a:prstGeom>
          <a:solidFill>
            <a:srgbClr val="E9EDF3"/>
          </a:solidFill>
          <a:ln>
            <a:noFill/>
          </a:ln>
        </p:spPr>
        <p:txBody>
          <a:bodyPr rtlCol="0" anchor="ctr"/>
          <a:lstStyle/>
          <a:p>
            <a:pPr algn="ctr"/>
          </a:p>
        </p:txBody>
      </p:sp>
      <p:sp>
        <p:nvSpPr>
          <p:cNvPr id="293" name="Rectangle 292"/>
          <p:cNvSpPr/>
          <p:nvPr/>
        </p:nvSpPr>
        <p:spPr>
          <a:xfrm>
            <a:off x="2912364" y="2583180"/>
            <a:ext cx="94183" cy="137160"/>
          </a:xfrm>
          <a:prstGeom prst="rect">
            <a:avLst/>
          </a:prstGeom>
          <a:solidFill>
            <a:srgbClr val="FAD9A0"/>
          </a:solidFill>
          <a:ln>
            <a:noFill/>
          </a:ln>
        </p:spPr>
        <p:txBody>
          <a:bodyPr rtlCol="0" anchor="ctr"/>
          <a:lstStyle/>
          <a:p>
            <a:pPr algn="ctr"/>
          </a:p>
        </p:txBody>
      </p:sp>
      <p:sp>
        <p:nvSpPr>
          <p:cNvPr id="294" name="Rectangle 293"/>
          <p:cNvSpPr/>
          <p:nvPr/>
        </p:nvSpPr>
        <p:spPr>
          <a:xfrm>
            <a:off x="3017520" y="2583180"/>
            <a:ext cx="94183" cy="137160"/>
          </a:xfrm>
          <a:prstGeom prst="rect">
            <a:avLst/>
          </a:prstGeom>
          <a:solidFill>
            <a:srgbClr val="FAD9A0"/>
          </a:solidFill>
          <a:ln>
            <a:noFill/>
          </a:ln>
        </p:spPr>
        <p:txBody>
          <a:bodyPr rtlCol="0" anchor="ctr"/>
          <a:lstStyle/>
          <a:p>
            <a:pPr algn="ctr"/>
          </a:p>
        </p:txBody>
      </p:sp>
      <p:sp>
        <p:nvSpPr>
          <p:cNvPr id="295" name="Rectangle 294"/>
          <p:cNvSpPr/>
          <p:nvPr/>
        </p:nvSpPr>
        <p:spPr>
          <a:xfrm>
            <a:off x="3122676" y="2583180"/>
            <a:ext cx="94183" cy="137160"/>
          </a:xfrm>
          <a:prstGeom prst="rect">
            <a:avLst/>
          </a:prstGeom>
          <a:solidFill>
            <a:srgbClr val="FAD9A0"/>
          </a:solidFill>
          <a:ln>
            <a:noFill/>
          </a:ln>
        </p:spPr>
        <p:txBody>
          <a:bodyPr rtlCol="0" anchor="ctr"/>
          <a:lstStyle/>
          <a:p>
            <a:pPr algn="ctr"/>
          </a:p>
        </p:txBody>
      </p:sp>
      <p:sp>
        <p:nvSpPr>
          <p:cNvPr id="296" name="Rectangle 295"/>
          <p:cNvSpPr/>
          <p:nvPr/>
        </p:nvSpPr>
        <p:spPr>
          <a:xfrm>
            <a:off x="3227832" y="2583180"/>
            <a:ext cx="94183" cy="137160"/>
          </a:xfrm>
          <a:prstGeom prst="rect">
            <a:avLst/>
          </a:prstGeom>
          <a:solidFill>
            <a:srgbClr val="C0392B"/>
          </a:solidFill>
          <a:ln>
            <a:noFill/>
          </a:ln>
        </p:spPr>
        <p:txBody>
          <a:bodyPr rtlCol="0" anchor="ctr"/>
          <a:lstStyle/>
          <a:p>
            <a:pPr algn="ctr"/>
          </a:p>
        </p:txBody>
      </p:sp>
      <p:sp>
        <p:nvSpPr>
          <p:cNvPr id="297" name="Rectangle 296"/>
          <p:cNvSpPr/>
          <p:nvPr/>
        </p:nvSpPr>
        <p:spPr>
          <a:xfrm>
            <a:off x="3332988" y="2583180"/>
            <a:ext cx="94183" cy="137160"/>
          </a:xfrm>
          <a:prstGeom prst="rect">
            <a:avLst/>
          </a:prstGeom>
          <a:solidFill>
            <a:srgbClr val="CA6F1E"/>
          </a:solidFill>
          <a:ln>
            <a:noFill/>
          </a:ln>
        </p:spPr>
        <p:txBody>
          <a:bodyPr rtlCol="0" anchor="ctr"/>
          <a:lstStyle/>
          <a:p>
            <a:pPr algn="ctr"/>
          </a:p>
        </p:txBody>
      </p:sp>
      <p:sp>
        <p:nvSpPr>
          <p:cNvPr id="298" name="Rectangle 297"/>
          <p:cNvSpPr/>
          <p:nvPr/>
        </p:nvSpPr>
        <p:spPr>
          <a:xfrm>
            <a:off x="3438144" y="2583180"/>
            <a:ext cx="94183" cy="137160"/>
          </a:xfrm>
          <a:prstGeom prst="rect">
            <a:avLst/>
          </a:prstGeom>
          <a:solidFill>
            <a:srgbClr val="E9EDF3"/>
          </a:solidFill>
          <a:ln>
            <a:noFill/>
          </a:ln>
        </p:spPr>
        <p:txBody>
          <a:bodyPr rtlCol="0" anchor="ctr"/>
          <a:lstStyle/>
          <a:p>
            <a:pPr algn="ctr"/>
          </a:p>
        </p:txBody>
      </p:sp>
      <p:sp>
        <p:nvSpPr>
          <p:cNvPr id="299" name="Rectangle 298"/>
          <p:cNvSpPr/>
          <p:nvPr/>
        </p:nvSpPr>
        <p:spPr>
          <a:xfrm>
            <a:off x="3543300" y="2583180"/>
            <a:ext cx="94183" cy="137160"/>
          </a:xfrm>
          <a:prstGeom prst="rect">
            <a:avLst/>
          </a:prstGeom>
          <a:solidFill>
            <a:srgbClr val="E9EDF3"/>
          </a:solidFill>
          <a:ln>
            <a:noFill/>
          </a:ln>
        </p:spPr>
        <p:txBody>
          <a:bodyPr rtlCol="0" anchor="ctr"/>
          <a:lstStyle/>
          <a:p>
            <a:pPr algn="ctr"/>
          </a:p>
        </p:txBody>
      </p:sp>
      <p:sp>
        <p:nvSpPr>
          <p:cNvPr id="300" name="Rectangle 299"/>
          <p:cNvSpPr/>
          <p:nvPr/>
        </p:nvSpPr>
        <p:spPr>
          <a:xfrm>
            <a:off x="3648456" y="2583180"/>
            <a:ext cx="94183" cy="137160"/>
          </a:xfrm>
          <a:prstGeom prst="rect">
            <a:avLst/>
          </a:prstGeom>
          <a:solidFill>
            <a:srgbClr val="E9EDF3"/>
          </a:solidFill>
          <a:ln>
            <a:noFill/>
          </a:ln>
        </p:spPr>
        <p:txBody>
          <a:bodyPr rtlCol="0" anchor="ctr"/>
          <a:lstStyle/>
          <a:p>
            <a:pPr algn="ctr"/>
          </a:p>
        </p:txBody>
      </p:sp>
      <p:sp>
        <p:nvSpPr>
          <p:cNvPr id="301" name="Rectangle 300"/>
          <p:cNvSpPr/>
          <p:nvPr/>
        </p:nvSpPr>
        <p:spPr>
          <a:xfrm>
            <a:off x="3753612" y="2583180"/>
            <a:ext cx="94183" cy="137160"/>
          </a:xfrm>
          <a:prstGeom prst="rect">
            <a:avLst/>
          </a:prstGeom>
          <a:solidFill>
            <a:srgbClr val="E9EDF3"/>
          </a:solidFill>
          <a:ln>
            <a:noFill/>
          </a:ln>
        </p:spPr>
        <p:txBody>
          <a:bodyPr rtlCol="0" anchor="ctr"/>
          <a:lstStyle/>
          <a:p>
            <a:pPr algn="ctr"/>
          </a:p>
        </p:txBody>
      </p:sp>
      <p:sp>
        <p:nvSpPr>
          <p:cNvPr id="302" name="Rectangle 301"/>
          <p:cNvSpPr/>
          <p:nvPr/>
        </p:nvSpPr>
        <p:spPr>
          <a:xfrm>
            <a:off x="3858768" y="2583180"/>
            <a:ext cx="94183" cy="137160"/>
          </a:xfrm>
          <a:prstGeom prst="rect">
            <a:avLst/>
          </a:prstGeom>
          <a:solidFill>
            <a:srgbClr val="C0392B"/>
          </a:solidFill>
          <a:ln>
            <a:noFill/>
          </a:ln>
        </p:spPr>
        <p:txBody>
          <a:bodyPr rtlCol="0" anchor="ctr"/>
          <a:lstStyle/>
          <a:p>
            <a:pPr algn="ctr"/>
          </a:p>
        </p:txBody>
      </p:sp>
      <p:sp>
        <p:nvSpPr>
          <p:cNvPr id="303" name="Rectangle 302"/>
          <p:cNvSpPr/>
          <p:nvPr/>
        </p:nvSpPr>
        <p:spPr>
          <a:xfrm>
            <a:off x="3963924" y="2583180"/>
            <a:ext cx="94183" cy="137160"/>
          </a:xfrm>
          <a:prstGeom prst="rect">
            <a:avLst/>
          </a:prstGeom>
          <a:solidFill>
            <a:srgbClr val="E9EDF3"/>
          </a:solidFill>
          <a:ln>
            <a:noFill/>
          </a:ln>
        </p:spPr>
        <p:txBody>
          <a:bodyPr rtlCol="0" anchor="ctr"/>
          <a:lstStyle/>
          <a:p>
            <a:pPr algn="ctr"/>
          </a:p>
        </p:txBody>
      </p:sp>
      <p:sp>
        <p:nvSpPr>
          <p:cNvPr id="304" name="TextBox 303"/>
          <p:cNvSpPr txBox="1"/>
          <p:nvPr/>
        </p:nvSpPr>
        <p:spPr>
          <a:xfrm>
            <a:off x="4105656" y="2578608"/>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153</a:t>
            </a:r>
          </a:p>
        </p:txBody>
      </p:sp>
      <p:sp>
        <p:nvSpPr>
          <p:cNvPr id="305" name="TextBox 304"/>
          <p:cNvSpPr txBox="1"/>
          <p:nvPr/>
        </p:nvSpPr>
        <p:spPr>
          <a:xfrm>
            <a:off x="411480" y="272948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446p</a:t>
            </a:r>
          </a:p>
        </p:txBody>
      </p:sp>
      <p:sp>
        <p:nvSpPr>
          <p:cNvPr id="306" name="Rectangle 305"/>
          <p:cNvSpPr/>
          <p:nvPr/>
        </p:nvSpPr>
        <p:spPr>
          <a:xfrm>
            <a:off x="914400" y="2734056"/>
            <a:ext cx="94183" cy="137160"/>
          </a:xfrm>
          <a:prstGeom prst="rect">
            <a:avLst/>
          </a:prstGeom>
          <a:solidFill>
            <a:srgbClr val="F5A623"/>
          </a:solidFill>
          <a:ln>
            <a:noFill/>
          </a:ln>
        </p:spPr>
        <p:txBody>
          <a:bodyPr rtlCol="0" anchor="ctr"/>
          <a:lstStyle/>
          <a:p>
            <a:pPr algn="ctr"/>
          </a:p>
        </p:txBody>
      </p:sp>
      <p:sp>
        <p:nvSpPr>
          <p:cNvPr id="307" name="Rectangle 306"/>
          <p:cNvSpPr/>
          <p:nvPr/>
        </p:nvSpPr>
        <p:spPr>
          <a:xfrm>
            <a:off x="1019556" y="2734056"/>
            <a:ext cx="94183" cy="137160"/>
          </a:xfrm>
          <a:prstGeom prst="rect">
            <a:avLst/>
          </a:prstGeom>
          <a:solidFill>
            <a:srgbClr val="CA6F1E"/>
          </a:solidFill>
          <a:ln>
            <a:noFill/>
          </a:ln>
        </p:spPr>
        <p:txBody>
          <a:bodyPr rtlCol="0" anchor="ctr"/>
          <a:lstStyle/>
          <a:p>
            <a:pPr algn="ctr"/>
          </a:p>
        </p:txBody>
      </p:sp>
      <p:sp>
        <p:nvSpPr>
          <p:cNvPr id="308" name="Rectangle 307"/>
          <p:cNvSpPr/>
          <p:nvPr/>
        </p:nvSpPr>
        <p:spPr>
          <a:xfrm>
            <a:off x="1124712" y="2734056"/>
            <a:ext cx="94183" cy="137160"/>
          </a:xfrm>
          <a:prstGeom prst="rect">
            <a:avLst/>
          </a:prstGeom>
          <a:solidFill>
            <a:srgbClr val="CA6F1E"/>
          </a:solidFill>
          <a:ln>
            <a:noFill/>
          </a:ln>
        </p:spPr>
        <p:txBody>
          <a:bodyPr rtlCol="0" anchor="ctr"/>
          <a:lstStyle/>
          <a:p>
            <a:pPr algn="ctr"/>
          </a:p>
        </p:txBody>
      </p:sp>
      <p:sp>
        <p:nvSpPr>
          <p:cNvPr id="309" name="Rectangle 308"/>
          <p:cNvSpPr/>
          <p:nvPr/>
        </p:nvSpPr>
        <p:spPr>
          <a:xfrm>
            <a:off x="1229868" y="2734056"/>
            <a:ext cx="94183" cy="137160"/>
          </a:xfrm>
          <a:prstGeom prst="rect">
            <a:avLst/>
          </a:prstGeom>
          <a:solidFill>
            <a:srgbClr val="CA6F1E"/>
          </a:solidFill>
          <a:ln>
            <a:noFill/>
          </a:ln>
        </p:spPr>
        <p:txBody>
          <a:bodyPr rtlCol="0" anchor="ctr"/>
          <a:lstStyle/>
          <a:p>
            <a:pPr algn="ctr"/>
          </a:p>
        </p:txBody>
      </p:sp>
      <p:sp>
        <p:nvSpPr>
          <p:cNvPr id="310" name="Rectangle 309"/>
          <p:cNvSpPr/>
          <p:nvPr/>
        </p:nvSpPr>
        <p:spPr>
          <a:xfrm>
            <a:off x="1335024" y="2734056"/>
            <a:ext cx="94183" cy="137160"/>
          </a:xfrm>
          <a:prstGeom prst="rect">
            <a:avLst/>
          </a:prstGeom>
          <a:solidFill>
            <a:srgbClr val="CA6F1E"/>
          </a:solidFill>
          <a:ln>
            <a:noFill/>
          </a:ln>
        </p:spPr>
        <p:txBody>
          <a:bodyPr rtlCol="0" anchor="ctr"/>
          <a:lstStyle/>
          <a:p>
            <a:pPr algn="ctr"/>
          </a:p>
        </p:txBody>
      </p:sp>
      <p:sp>
        <p:nvSpPr>
          <p:cNvPr id="311" name="Rectangle 310"/>
          <p:cNvSpPr/>
          <p:nvPr/>
        </p:nvSpPr>
        <p:spPr>
          <a:xfrm>
            <a:off x="1440180" y="2734056"/>
            <a:ext cx="94183" cy="137160"/>
          </a:xfrm>
          <a:prstGeom prst="rect">
            <a:avLst/>
          </a:prstGeom>
          <a:solidFill>
            <a:srgbClr val="FAD9A0"/>
          </a:solidFill>
          <a:ln>
            <a:noFill/>
          </a:ln>
        </p:spPr>
        <p:txBody>
          <a:bodyPr rtlCol="0" anchor="ctr"/>
          <a:lstStyle/>
          <a:p>
            <a:pPr algn="ctr"/>
          </a:p>
        </p:txBody>
      </p:sp>
      <p:sp>
        <p:nvSpPr>
          <p:cNvPr id="312" name="Rectangle 311"/>
          <p:cNvSpPr/>
          <p:nvPr/>
        </p:nvSpPr>
        <p:spPr>
          <a:xfrm>
            <a:off x="1545336" y="2734056"/>
            <a:ext cx="94183" cy="137160"/>
          </a:xfrm>
          <a:prstGeom prst="rect">
            <a:avLst/>
          </a:prstGeom>
          <a:solidFill>
            <a:srgbClr val="CA6F1E"/>
          </a:solidFill>
          <a:ln>
            <a:noFill/>
          </a:ln>
        </p:spPr>
        <p:txBody>
          <a:bodyPr rtlCol="0" anchor="ctr"/>
          <a:lstStyle/>
          <a:p>
            <a:pPr algn="ctr"/>
          </a:p>
        </p:txBody>
      </p:sp>
      <p:sp>
        <p:nvSpPr>
          <p:cNvPr id="313" name="Rectangle 312"/>
          <p:cNvSpPr/>
          <p:nvPr/>
        </p:nvSpPr>
        <p:spPr>
          <a:xfrm>
            <a:off x="1650492" y="2734056"/>
            <a:ext cx="94183" cy="137160"/>
          </a:xfrm>
          <a:prstGeom prst="rect">
            <a:avLst/>
          </a:prstGeom>
          <a:solidFill>
            <a:srgbClr val="CA6F1E"/>
          </a:solidFill>
          <a:ln>
            <a:noFill/>
          </a:ln>
        </p:spPr>
        <p:txBody>
          <a:bodyPr rtlCol="0" anchor="ctr"/>
          <a:lstStyle/>
          <a:p>
            <a:pPr algn="ctr"/>
          </a:p>
        </p:txBody>
      </p:sp>
      <p:sp>
        <p:nvSpPr>
          <p:cNvPr id="314" name="Rectangle 313"/>
          <p:cNvSpPr/>
          <p:nvPr/>
        </p:nvSpPr>
        <p:spPr>
          <a:xfrm>
            <a:off x="1755648" y="2734056"/>
            <a:ext cx="94183" cy="137160"/>
          </a:xfrm>
          <a:prstGeom prst="rect">
            <a:avLst/>
          </a:prstGeom>
          <a:solidFill>
            <a:srgbClr val="C0392B"/>
          </a:solidFill>
          <a:ln>
            <a:noFill/>
          </a:ln>
        </p:spPr>
        <p:txBody>
          <a:bodyPr rtlCol="0" anchor="ctr"/>
          <a:lstStyle/>
          <a:p>
            <a:pPr algn="ctr"/>
          </a:p>
        </p:txBody>
      </p:sp>
      <p:sp>
        <p:nvSpPr>
          <p:cNvPr id="315" name="Rectangle 314"/>
          <p:cNvSpPr/>
          <p:nvPr/>
        </p:nvSpPr>
        <p:spPr>
          <a:xfrm>
            <a:off x="1860804" y="2734056"/>
            <a:ext cx="94183" cy="137160"/>
          </a:xfrm>
          <a:prstGeom prst="rect">
            <a:avLst/>
          </a:prstGeom>
          <a:solidFill>
            <a:srgbClr val="CA6F1E"/>
          </a:solidFill>
          <a:ln>
            <a:noFill/>
          </a:ln>
        </p:spPr>
        <p:txBody>
          <a:bodyPr rtlCol="0" anchor="ctr"/>
          <a:lstStyle/>
          <a:p>
            <a:pPr algn="ctr"/>
          </a:p>
        </p:txBody>
      </p:sp>
      <p:sp>
        <p:nvSpPr>
          <p:cNvPr id="316" name="Rectangle 315"/>
          <p:cNvSpPr/>
          <p:nvPr/>
        </p:nvSpPr>
        <p:spPr>
          <a:xfrm>
            <a:off x="1965960" y="2734056"/>
            <a:ext cx="94183" cy="137160"/>
          </a:xfrm>
          <a:prstGeom prst="rect">
            <a:avLst/>
          </a:prstGeom>
          <a:solidFill>
            <a:srgbClr val="FAD9A0"/>
          </a:solidFill>
          <a:ln>
            <a:noFill/>
          </a:ln>
        </p:spPr>
        <p:txBody>
          <a:bodyPr rtlCol="0" anchor="ctr"/>
          <a:lstStyle/>
          <a:p>
            <a:pPr algn="ctr"/>
          </a:p>
        </p:txBody>
      </p:sp>
      <p:sp>
        <p:nvSpPr>
          <p:cNvPr id="317" name="Rectangle 316"/>
          <p:cNvSpPr/>
          <p:nvPr/>
        </p:nvSpPr>
        <p:spPr>
          <a:xfrm>
            <a:off x="2071116" y="2734056"/>
            <a:ext cx="94183" cy="137160"/>
          </a:xfrm>
          <a:prstGeom prst="rect">
            <a:avLst/>
          </a:prstGeom>
          <a:solidFill>
            <a:srgbClr val="FAD9A0"/>
          </a:solidFill>
          <a:ln>
            <a:noFill/>
          </a:ln>
        </p:spPr>
        <p:txBody>
          <a:bodyPr rtlCol="0" anchor="ctr"/>
          <a:lstStyle/>
          <a:p>
            <a:pPr algn="ctr"/>
          </a:p>
        </p:txBody>
      </p:sp>
      <p:sp>
        <p:nvSpPr>
          <p:cNvPr id="318" name="Rectangle 317"/>
          <p:cNvSpPr/>
          <p:nvPr/>
        </p:nvSpPr>
        <p:spPr>
          <a:xfrm>
            <a:off x="2176272" y="2734056"/>
            <a:ext cx="94183" cy="137160"/>
          </a:xfrm>
          <a:prstGeom prst="rect">
            <a:avLst/>
          </a:prstGeom>
          <a:solidFill>
            <a:srgbClr val="E9EDF3"/>
          </a:solidFill>
          <a:ln>
            <a:noFill/>
          </a:ln>
        </p:spPr>
        <p:txBody>
          <a:bodyPr rtlCol="0" anchor="ctr"/>
          <a:lstStyle/>
          <a:p>
            <a:pPr algn="ctr"/>
          </a:p>
        </p:txBody>
      </p:sp>
      <p:sp>
        <p:nvSpPr>
          <p:cNvPr id="319" name="Rectangle 318"/>
          <p:cNvSpPr/>
          <p:nvPr/>
        </p:nvSpPr>
        <p:spPr>
          <a:xfrm>
            <a:off x="2281428" y="2734056"/>
            <a:ext cx="94183" cy="137160"/>
          </a:xfrm>
          <a:prstGeom prst="rect">
            <a:avLst/>
          </a:prstGeom>
          <a:solidFill>
            <a:srgbClr val="FAD9A0"/>
          </a:solidFill>
          <a:ln>
            <a:noFill/>
          </a:ln>
        </p:spPr>
        <p:txBody>
          <a:bodyPr rtlCol="0" anchor="ctr"/>
          <a:lstStyle/>
          <a:p>
            <a:pPr algn="ctr"/>
          </a:p>
        </p:txBody>
      </p:sp>
      <p:sp>
        <p:nvSpPr>
          <p:cNvPr id="320" name="Rectangle 319"/>
          <p:cNvSpPr/>
          <p:nvPr/>
        </p:nvSpPr>
        <p:spPr>
          <a:xfrm>
            <a:off x="2386584" y="2734056"/>
            <a:ext cx="94183" cy="137160"/>
          </a:xfrm>
          <a:prstGeom prst="rect">
            <a:avLst/>
          </a:prstGeom>
          <a:solidFill>
            <a:srgbClr val="CA6F1E"/>
          </a:solidFill>
          <a:ln>
            <a:noFill/>
          </a:ln>
        </p:spPr>
        <p:txBody>
          <a:bodyPr rtlCol="0" anchor="ctr"/>
          <a:lstStyle/>
          <a:p>
            <a:pPr algn="ctr"/>
          </a:p>
        </p:txBody>
      </p:sp>
      <p:sp>
        <p:nvSpPr>
          <p:cNvPr id="321" name="Rectangle 320"/>
          <p:cNvSpPr/>
          <p:nvPr/>
        </p:nvSpPr>
        <p:spPr>
          <a:xfrm>
            <a:off x="2491740" y="2734056"/>
            <a:ext cx="94183" cy="137160"/>
          </a:xfrm>
          <a:prstGeom prst="rect">
            <a:avLst/>
          </a:prstGeom>
          <a:solidFill>
            <a:srgbClr val="F5A623"/>
          </a:solidFill>
          <a:ln>
            <a:noFill/>
          </a:ln>
        </p:spPr>
        <p:txBody>
          <a:bodyPr rtlCol="0" anchor="ctr"/>
          <a:lstStyle/>
          <a:p>
            <a:pPr algn="ctr"/>
          </a:p>
        </p:txBody>
      </p:sp>
      <p:sp>
        <p:nvSpPr>
          <p:cNvPr id="322" name="Rectangle 321"/>
          <p:cNvSpPr/>
          <p:nvPr/>
        </p:nvSpPr>
        <p:spPr>
          <a:xfrm>
            <a:off x="2596896" y="2734056"/>
            <a:ext cx="94183" cy="137160"/>
          </a:xfrm>
          <a:prstGeom prst="rect">
            <a:avLst/>
          </a:prstGeom>
          <a:solidFill>
            <a:srgbClr val="CA6F1E"/>
          </a:solidFill>
          <a:ln>
            <a:noFill/>
          </a:ln>
        </p:spPr>
        <p:txBody>
          <a:bodyPr rtlCol="0" anchor="ctr"/>
          <a:lstStyle/>
          <a:p>
            <a:pPr algn="ctr"/>
          </a:p>
        </p:txBody>
      </p:sp>
      <p:sp>
        <p:nvSpPr>
          <p:cNvPr id="323" name="Rectangle 322"/>
          <p:cNvSpPr/>
          <p:nvPr/>
        </p:nvSpPr>
        <p:spPr>
          <a:xfrm>
            <a:off x="2702052" y="2734056"/>
            <a:ext cx="94183" cy="137160"/>
          </a:xfrm>
          <a:prstGeom prst="rect">
            <a:avLst/>
          </a:prstGeom>
          <a:solidFill>
            <a:srgbClr val="CA6F1E"/>
          </a:solidFill>
          <a:ln>
            <a:noFill/>
          </a:ln>
        </p:spPr>
        <p:txBody>
          <a:bodyPr rtlCol="0" anchor="ctr"/>
          <a:lstStyle/>
          <a:p>
            <a:pPr algn="ctr"/>
          </a:p>
        </p:txBody>
      </p:sp>
      <p:sp>
        <p:nvSpPr>
          <p:cNvPr id="324" name="Rectangle 323"/>
          <p:cNvSpPr/>
          <p:nvPr/>
        </p:nvSpPr>
        <p:spPr>
          <a:xfrm>
            <a:off x="2807208" y="2734056"/>
            <a:ext cx="94183" cy="137160"/>
          </a:xfrm>
          <a:prstGeom prst="rect">
            <a:avLst/>
          </a:prstGeom>
          <a:solidFill>
            <a:srgbClr val="E9EDF3"/>
          </a:solidFill>
          <a:ln>
            <a:noFill/>
          </a:ln>
        </p:spPr>
        <p:txBody>
          <a:bodyPr rtlCol="0" anchor="ctr"/>
          <a:lstStyle/>
          <a:p>
            <a:pPr algn="ctr"/>
          </a:p>
        </p:txBody>
      </p:sp>
      <p:sp>
        <p:nvSpPr>
          <p:cNvPr id="325" name="Rectangle 324"/>
          <p:cNvSpPr/>
          <p:nvPr/>
        </p:nvSpPr>
        <p:spPr>
          <a:xfrm>
            <a:off x="2912364" y="2734056"/>
            <a:ext cx="94183" cy="137160"/>
          </a:xfrm>
          <a:prstGeom prst="rect">
            <a:avLst/>
          </a:prstGeom>
          <a:solidFill>
            <a:srgbClr val="F5A623"/>
          </a:solidFill>
          <a:ln>
            <a:noFill/>
          </a:ln>
        </p:spPr>
        <p:txBody>
          <a:bodyPr rtlCol="0" anchor="ctr"/>
          <a:lstStyle/>
          <a:p>
            <a:pPr algn="ctr"/>
          </a:p>
        </p:txBody>
      </p:sp>
      <p:sp>
        <p:nvSpPr>
          <p:cNvPr id="326" name="Rectangle 325"/>
          <p:cNvSpPr/>
          <p:nvPr/>
        </p:nvSpPr>
        <p:spPr>
          <a:xfrm>
            <a:off x="3017520" y="2734056"/>
            <a:ext cx="94183" cy="137160"/>
          </a:xfrm>
          <a:prstGeom prst="rect">
            <a:avLst/>
          </a:prstGeom>
          <a:solidFill>
            <a:srgbClr val="FAD9A0"/>
          </a:solidFill>
          <a:ln>
            <a:noFill/>
          </a:ln>
        </p:spPr>
        <p:txBody>
          <a:bodyPr rtlCol="0" anchor="ctr"/>
          <a:lstStyle/>
          <a:p>
            <a:pPr algn="ctr"/>
          </a:p>
        </p:txBody>
      </p:sp>
      <p:sp>
        <p:nvSpPr>
          <p:cNvPr id="327" name="Rectangle 326"/>
          <p:cNvSpPr/>
          <p:nvPr/>
        </p:nvSpPr>
        <p:spPr>
          <a:xfrm>
            <a:off x="3122676" y="2734056"/>
            <a:ext cx="94183" cy="137160"/>
          </a:xfrm>
          <a:prstGeom prst="rect">
            <a:avLst/>
          </a:prstGeom>
          <a:solidFill>
            <a:srgbClr val="FAD9A0"/>
          </a:solidFill>
          <a:ln>
            <a:noFill/>
          </a:ln>
        </p:spPr>
        <p:txBody>
          <a:bodyPr rtlCol="0" anchor="ctr"/>
          <a:lstStyle/>
          <a:p>
            <a:pPr algn="ctr"/>
          </a:p>
        </p:txBody>
      </p:sp>
      <p:sp>
        <p:nvSpPr>
          <p:cNvPr id="328" name="Rectangle 327"/>
          <p:cNvSpPr/>
          <p:nvPr/>
        </p:nvSpPr>
        <p:spPr>
          <a:xfrm>
            <a:off x="3227832" y="2734056"/>
            <a:ext cx="94183" cy="137160"/>
          </a:xfrm>
          <a:prstGeom prst="rect">
            <a:avLst/>
          </a:prstGeom>
          <a:solidFill>
            <a:srgbClr val="CA6F1E"/>
          </a:solidFill>
          <a:ln>
            <a:noFill/>
          </a:ln>
        </p:spPr>
        <p:txBody>
          <a:bodyPr rtlCol="0" anchor="ctr"/>
          <a:lstStyle/>
          <a:p>
            <a:pPr algn="ctr"/>
          </a:p>
        </p:txBody>
      </p:sp>
      <p:sp>
        <p:nvSpPr>
          <p:cNvPr id="329" name="Rectangle 328"/>
          <p:cNvSpPr/>
          <p:nvPr/>
        </p:nvSpPr>
        <p:spPr>
          <a:xfrm>
            <a:off x="3332988" y="2734056"/>
            <a:ext cx="94183" cy="137160"/>
          </a:xfrm>
          <a:prstGeom prst="rect">
            <a:avLst/>
          </a:prstGeom>
          <a:solidFill>
            <a:srgbClr val="CA6F1E"/>
          </a:solidFill>
          <a:ln>
            <a:noFill/>
          </a:ln>
        </p:spPr>
        <p:txBody>
          <a:bodyPr rtlCol="0" anchor="ctr"/>
          <a:lstStyle/>
          <a:p>
            <a:pPr algn="ctr"/>
          </a:p>
        </p:txBody>
      </p:sp>
      <p:sp>
        <p:nvSpPr>
          <p:cNvPr id="330" name="Rectangle 329"/>
          <p:cNvSpPr/>
          <p:nvPr/>
        </p:nvSpPr>
        <p:spPr>
          <a:xfrm>
            <a:off x="3438144" y="2734056"/>
            <a:ext cx="94183" cy="137160"/>
          </a:xfrm>
          <a:prstGeom prst="rect">
            <a:avLst/>
          </a:prstGeom>
          <a:solidFill>
            <a:srgbClr val="F5A623"/>
          </a:solidFill>
          <a:ln>
            <a:noFill/>
          </a:ln>
        </p:spPr>
        <p:txBody>
          <a:bodyPr rtlCol="0" anchor="ctr"/>
          <a:lstStyle/>
          <a:p>
            <a:pPr algn="ctr"/>
          </a:p>
        </p:txBody>
      </p:sp>
      <p:sp>
        <p:nvSpPr>
          <p:cNvPr id="331" name="Rectangle 330"/>
          <p:cNvSpPr/>
          <p:nvPr/>
        </p:nvSpPr>
        <p:spPr>
          <a:xfrm>
            <a:off x="3543300" y="2734056"/>
            <a:ext cx="94183" cy="137160"/>
          </a:xfrm>
          <a:prstGeom prst="rect">
            <a:avLst/>
          </a:prstGeom>
          <a:solidFill>
            <a:srgbClr val="E9EDF3"/>
          </a:solidFill>
          <a:ln>
            <a:noFill/>
          </a:ln>
        </p:spPr>
        <p:txBody>
          <a:bodyPr rtlCol="0" anchor="ctr"/>
          <a:lstStyle/>
          <a:p>
            <a:pPr algn="ctr"/>
          </a:p>
        </p:txBody>
      </p:sp>
      <p:sp>
        <p:nvSpPr>
          <p:cNvPr id="332" name="Rectangle 331"/>
          <p:cNvSpPr/>
          <p:nvPr/>
        </p:nvSpPr>
        <p:spPr>
          <a:xfrm>
            <a:off x="3648456" y="2734056"/>
            <a:ext cx="94183" cy="137160"/>
          </a:xfrm>
          <a:prstGeom prst="rect">
            <a:avLst/>
          </a:prstGeom>
          <a:solidFill>
            <a:srgbClr val="FAD9A0"/>
          </a:solidFill>
          <a:ln>
            <a:noFill/>
          </a:ln>
        </p:spPr>
        <p:txBody>
          <a:bodyPr rtlCol="0" anchor="ctr"/>
          <a:lstStyle/>
          <a:p>
            <a:pPr algn="ctr"/>
          </a:p>
        </p:txBody>
      </p:sp>
      <p:sp>
        <p:nvSpPr>
          <p:cNvPr id="333" name="Rectangle 332"/>
          <p:cNvSpPr/>
          <p:nvPr/>
        </p:nvSpPr>
        <p:spPr>
          <a:xfrm>
            <a:off x="3753612" y="2734056"/>
            <a:ext cx="94183" cy="137160"/>
          </a:xfrm>
          <a:prstGeom prst="rect">
            <a:avLst/>
          </a:prstGeom>
          <a:solidFill>
            <a:srgbClr val="E9EDF3"/>
          </a:solidFill>
          <a:ln>
            <a:noFill/>
          </a:ln>
        </p:spPr>
        <p:txBody>
          <a:bodyPr rtlCol="0" anchor="ctr"/>
          <a:lstStyle/>
          <a:p>
            <a:pPr algn="ctr"/>
          </a:p>
        </p:txBody>
      </p:sp>
      <p:sp>
        <p:nvSpPr>
          <p:cNvPr id="334" name="Rectangle 333"/>
          <p:cNvSpPr/>
          <p:nvPr/>
        </p:nvSpPr>
        <p:spPr>
          <a:xfrm>
            <a:off x="3858768" y="2734056"/>
            <a:ext cx="94183" cy="137160"/>
          </a:xfrm>
          <a:prstGeom prst="rect">
            <a:avLst/>
          </a:prstGeom>
          <a:solidFill>
            <a:srgbClr val="CA6F1E"/>
          </a:solidFill>
          <a:ln>
            <a:noFill/>
          </a:ln>
        </p:spPr>
        <p:txBody>
          <a:bodyPr rtlCol="0" anchor="ctr"/>
          <a:lstStyle/>
          <a:p>
            <a:pPr algn="ctr"/>
          </a:p>
        </p:txBody>
      </p:sp>
      <p:sp>
        <p:nvSpPr>
          <p:cNvPr id="335" name="Rectangle 334"/>
          <p:cNvSpPr/>
          <p:nvPr/>
        </p:nvSpPr>
        <p:spPr>
          <a:xfrm>
            <a:off x="3963924" y="2734056"/>
            <a:ext cx="94183" cy="137160"/>
          </a:xfrm>
          <a:prstGeom prst="rect">
            <a:avLst/>
          </a:prstGeom>
          <a:solidFill>
            <a:srgbClr val="F5A623"/>
          </a:solidFill>
          <a:ln>
            <a:noFill/>
          </a:ln>
        </p:spPr>
        <p:txBody>
          <a:bodyPr rtlCol="0" anchor="ctr"/>
          <a:lstStyle/>
          <a:p>
            <a:pPr algn="ctr"/>
          </a:p>
        </p:txBody>
      </p:sp>
      <p:sp>
        <p:nvSpPr>
          <p:cNvPr id="336" name="TextBox 335"/>
          <p:cNvSpPr txBox="1"/>
          <p:nvPr/>
        </p:nvSpPr>
        <p:spPr>
          <a:xfrm>
            <a:off x="4105656" y="2729484"/>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148</a:t>
            </a:r>
          </a:p>
        </p:txBody>
      </p:sp>
      <p:sp>
        <p:nvSpPr>
          <p:cNvPr id="337" name="TextBox 336"/>
          <p:cNvSpPr txBox="1"/>
          <p:nvPr/>
        </p:nvSpPr>
        <p:spPr>
          <a:xfrm>
            <a:off x="411480" y="288036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a:t>
            </a:r>
          </a:p>
        </p:txBody>
      </p:sp>
      <p:sp>
        <p:nvSpPr>
          <p:cNvPr id="338" name="Rectangle 337"/>
          <p:cNvSpPr/>
          <p:nvPr/>
        </p:nvSpPr>
        <p:spPr>
          <a:xfrm>
            <a:off x="914400" y="2884932"/>
            <a:ext cx="94183" cy="137160"/>
          </a:xfrm>
          <a:prstGeom prst="rect">
            <a:avLst/>
          </a:prstGeom>
          <a:solidFill>
            <a:srgbClr val="CA6F1E"/>
          </a:solidFill>
          <a:ln>
            <a:noFill/>
          </a:ln>
        </p:spPr>
        <p:txBody>
          <a:bodyPr rtlCol="0" anchor="ctr"/>
          <a:lstStyle/>
          <a:p>
            <a:pPr algn="ctr"/>
          </a:p>
        </p:txBody>
      </p:sp>
      <p:sp>
        <p:nvSpPr>
          <p:cNvPr id="339" name="Rectangle 338"/>
          <p:cNvSpPr/>
          <p:nvPr/>
        </p:nvSpPr>
        <p:spPr>
          <a:xfrm>
            <a:off x="1019556" y="2884932"/>
            <a:ext cx="94183" cy="137160"/>
          </a:xfrm>
          <a:prstGeom prst="rect">
            <a:avLst/>
          </a:prstGeom>
          <a:solidFill>
            <a:srgbClr val="CA6F1E"/>
          </a:solidFill>
          <a:ln>
            <a:noFill/>
          </a:ln>
        </p:spPr>
        <p:txBody>
          <a:bodyPr rtlCol="0" anchor="ctr"/>
          <a:lstStyle/>
          <a:p>
            <a:pPr algn="ctr"/>
          </a:p>
        </p:txBody>
      </p:sp>
      <p:sp>
        <p:nvSpPr>
          <p:cNvPr id="340" name="Rectangle 339"/>
          <p:cNvSpPr/>
          <p:nvPr/>
        </p:nvSpPr>
        <p:spPr>
          <a:xfrm>
            <a:off x="1124712" y="2884932"/>
            <a:ext cx="94183" cy="137160"/>
          </a:xfrm>
          <a:prstGeom prst="rect">
            <a:avLst/>
          </a:prstGeom>
          <a:solidFill>
            <a:srgbClr val="E9EDF3"/>
          </a:solidFill>
          <a:ln>
            <a:noFill/>
          </a:ln>
        </p:spPr>
        <p:txBody>
          <a:bodyPr rtlCol="0" anchor="ctr"/>
          <a:lstStyle/>
          <a:p>
            <a:pPr algn="ctr"/>
          </a:p>
        </p:txBody>
      </p:sp>
      <p:sp>
        <p:nvSpPr>
          <p:cNvPr id="341" name="Rectangle 340"/>
          <p:cNvSpPr/>
          <p:nvPr/>
        </p:nvSpPr>
        <p:spPr>
          <a:xfrm>
            <a:off x="1229868" y="2884932"/>
            <a:ext cx="94183" cy="137160"/>
          </a:xfrm>
          <a:prstGeom prst="rect">
            <a:avLst/>
          </a:prstGeom>
          <a:solidFill>
            <a:srgbClr val="C0392B"/>
          </a:solidFill>
          <a:ln>
            <a:noFill/>
          </a:ln>
        </p:spPr>
        <p:txBody>
          <a:bodyPr rtlCol="0" anchor="ctr"/>
          <a:lstStyle/>
          <a:p>
            <a:pPr algn="ctr"/>
          </a:p>
        </p:txBody>
      </p:sp>
      <p:sp>
        <p:nvSpPr>
          <p:cNvPr id="342" name="Rectangle 341"/>
          <p:cNvSpPr/>
          <p:nvPr/>
        </p:nvSpPr>
        <p:spPr>
          <a:xfrm>
            <a:off x="1335024" y="2884932"/>
            <a:ext cx="94183" cy="137160"/>
          </a:xfrm>
          <a:prstGeom prst="rect">
            <a:avLst/>
          </a:prstGeom>
          <a:solidFill>
            <a:srgbClr val="C0392B"/>
          </a:solidFill>
          <a:ln>
            <a:noFill/>
          </a:ln>
        </p:spPr>
        <p:txBody>
          <a:bodyPr rtlCol="0" anchor="ctr"/>
          <a:lstStyle/>
          <a:p>
            <a:pPr algn="ctr"/>
          </a:p>
        </p:txBody>
      </p:sp>
      <p:sp>
        <p:nvSpPr>
          <p:cNvPr id="343" name="Rectangle 342"/>
          <p:cNvSpPr/>
          <p:nvPr/>
        </p:nvSpPr>
        <p:spPr>
          <a:xfrm>
            <a:off x="1440180" y="2884932"/>
            <a:ext cx="94183" cy="137160"/>
          </a:xfrm>
          <a:prstGeom prst="rect">
            <a:avLst/>
          </a:prstGeom>
          <a:solidFill>
            <a:srgbClr val="C0392B"/>
          </a:solidFill>
          <a:ln>
            <a:noFill/>
          </a:ln>
        </p:spPr>
        <p:txBody>
          <a:bodyPr rtlCol="0" anchor="ctr"/>
          <a:lstStyle/>
          <a:p>
            <a:pPr algn="ctr"/>
          </a:p>
        </p:txBody>
      </p:sp>
      <p:sp>
        <p:nvSpPr>
          <p:cNvPr id="344" name="Rectangle 343"/>
          <p:cNvSpPr/>
          <p:nvPr/>
        </p:nvSpPr>
        <p:spPr>
          <a:xfrm>
            <a:off x="1545336" y="2884932"/>
            <a:ext cx="94183" cy="137160"/>
          </a:xfrm>
          <a:prstGeom prst="rect">
            <a:avLst/>
          </a:prstGeom>
          <a:solidFill>
            <a:srgbClr val="E9EDF3"/>
          </a:solidFill>
          <a:ln>
            <a:noFill/>
          </a:ln>
        </p:spPr>
        <p:txBody>
          <a:bodyPr rtlCol="0" anchor="ctr"/>
          <a:lstStyle/>
          <a:p>
            <a:pPr algn="ctr"/>
          </a:p>
        </p:txBody>
      </p:sp>
      <p:sp>
        <p:nvSpPr>
          <p:cNvPr id="345" name="Rectangle 344"/>
          <p:cNvSpPr/>
          <p:nvPr/>
        </p:nvSpPr>
        <p:spPr>
          <a:xfrm>
            <a:off x="1650492" y="2884932"/>
            <a:ext cx="94183" cy="137160"/>
          </a:xfrm>
          <a:prstGeom prst="rect">
            <a:avLst/>
          </a:prstGeom>
          <a:solidFill>
            <a:srgbClr val="CA6F1E"/>
          </a:solidFill>
          <a:ln>
            <a:noFill/>
          </a:ln>
        </p:spPr>
        <p:txBody>
          <a:bodyPr rtlCol="0" anchor="ctr"/>
          <a:lstStyle/>
          <a:p>
            <a:pPr algn="ctr"/>
          </a:p>
        </p:txBody>
      </p:sp>
      <p:sp>
        <p:nvSpPr>
          <p:cNvPr id="346" name="Rectangle 345"/>
          <p:cNvSpPr/>
          <p:nvPr/>
        </p:nvSpPr>
        <p:spPr>
          <a:xfrm>
            <a:off x="1755648" y="2884932"/>
            <a:ext cx="94183" cy="137160"/>
          </a:xfrm>
          <a:prstGeom prst="rect">
            <a:avLst/>
          </a:prstGeom>
          <a:solidFill>
            <a:srgbClr val="C0392B"/>
          </a:solidFill>
          <a:ln>
            <a:noFill/>
          </a:ln>
        </p:spPr>
        <p:txBody>
          <a:bodyPr rtlCol="0" anchor="ctr"/>
          <a:lstStyle/>
          <a:p>
            <a:pPr algn="ctr"/>
          </a:p>
        </p:txBody>
      </p:sp>
      <p:sp>
        <p:nvSpPr>
          <p:cNvPr id="347" name="Rectangle 346"/>
          <p:cNvSpPr/>
          <p:nvPr/>
        </p:nvSpPr>
        <p:spPr>
          <a:xfrm>
            <a:off x="1860804" y="2884932"/>
            <a:ext cx="94183" cy="137160"/>
          </a:xfrm>
          <a:prstGeom prst="rect">
            <a:avLst/>
          </a:prstGeom>
          <a:solidFill>
            <a:srgbClr val="CA6F1E"/>
          </a:solidFill>
          <a:ln>
            <a:noFill/>
          </a:ln>
        </p:spPr>
        <p:txBody>
          <a:bodyPr rtlCol="0" anchor="ctr"/>
          <a:lstStyle/>
          <a:p>
            <a:pPr algn="ctr"/>
          </a:p>
        </p:txBody>
      </p:sp>
      <p:sp>
        <p:nvSpPr>
          <p:cNvPr id="348" name="Rectangle 347"/>
          <p:cNvSpPr/>
          <p:nvPr/>
        </p:nvSpPr>
        <p:spPr>
          <a:xfrm>
            <a:off x="1965960" y="2884932"/>
            <a:ext cx="94183" cy="137160"/>
          </a:xfrm>
          <a:prstGeom prst="rect">
            <a:avLst/>
          </a:prstGeom>
          <a:solidFill>
            <a:srgbClr val="E9EDF3"/>
          </a:solidFill>
          <a:ln>
            <a:noFill/>
          </a:ln>
        </p:spPr>
        <p:txBody>
          <a:bodyPr rtlCol="0" anchor="ctr"/>
          <a:lstStyle/>
          <a:p>
            <a:pPr algn="ctr"/>
          </a:p>
        </p:txBody>
      </p:sp>
      <p:sp>
        <p:nvSpPr>
          <p:cNvPr id="349" name="Rectangle 348"/>
          <p:cNvSpPr/>
          <p:nvPr/>
        </p:nvSpPr>
        <p:spPr>
          <a:xfrm>
            <a:off x="2071116" y="2884932"/>
            <a:ext cx="94183" cy="137160"/>
          </a:xfrm>
          <a:prstGeom prst="rect">
            <a:avLst/>
          </a:prstGeom>
          <a:solidFill>
            <a:srgbClr val="CA6F1E"/>
          </a:solidFill>
          <a:ln>
            <a:noFill/>
          </a:ln>
        </p:spPr>
        <p:txBody>
          <a:bodyPr rtlCol="0" anchor="ctr"/>
          <a:lstStyle/>
          <a:p>
            <a:pPr algn="ctr"/>
          </a:p>
        </p:txBody>
      </p:sp>
      <p:sp>
        <p:nvSpPr>
          <p:cNvPr id="350" name="Rectangle 349"/>
          <p:cNvSpPr/>
          <p:nvPr/>
        </p:nvSpPr>
        <p:spPr>
          <a:xfrm>
            <a:off x="2176272" y="2884932"/>
            <a:ext cx="94183" cy="137160"/>
          </a:xfrm>
          <a:prstGeom prst="rect">
            <a:avLst/>
          </a:prstGeom>
          <a:solidFill>
            <a:srgbClr val="FAD9A0"/>
          </a:solidFill>
          <a:ln>
            <a:noFill/>
          </a:ln>
        </p:spPr>
        <p:txBody>
          <a:bodyPr rtlCol="0" anchor="ctr"/>
          <a:lstStyle/>
          <a:p>
            <a:pPr algn="ctr"/>
          </a:p>
        </p:txBody>
      </p:sp>
      <p:sp>
        <p:nvSpPr>
          <p:cNvPr id="351" name="Rectangle 350"/>
          <p:cNvSpPr/>
          <p:nvPr/>
        </p:nvSpPr>
        <p:spPr>
          <a:xfrm>
            <a:off x="2281428" y="2884932"/>
            <a:ext cx="94183" cy="137160"/>
          </a:xfrm>
          <a:prstGeom prst="rect">
            <a:avLst/>
          </a:prstGeom>
          <a:solidFill>
            <a:srgbClr val="FAD9A0"/>
          </a:solidFill>
          <a:ln>
            <a:noFill/>
          </a:ln>
        </p:spPr>
        <p:txBody>
          <a:bodyPr rtlCol="0" anchor="ctr"/>
          <a:lstStyle/>
          <a:p>
            <a:pPr algn="ctr"/>
          </a:p>
        </p:txBody>
      </p:sp>
      <p:sp>
        <p:nvSpPr>
          <p:cNvPr id="352" name="Rectangle 351"/>
          <p:cNvSpPr/>
          <p:nvPr/>
        </p:nvSpPr>
        <p:spPr>
          <a:xfrm>
            <a:off x="2386584" y="2884932"/>
            <a:ext cx="94183" cy="137160"/>
          </a:xfrm>
          <a:prstGeom prst="rect">
            <a:avLst/>
          </a:prstGeom>
          <a:solidFill>
            <a:srgbClr val="F5A623"/>
          </a:solidFill>
          <a:ln>
            <a:noFill/>
          </a:ln>
        </p:spPr>
        <p:txBody>
          <a:bodyPr rtlCol="0" anchor="ctr"/>
          <a:lstStyle/>
          <a:p>
            <a:pPr algn="ctr"/>
          </a:p>
        </p:txBody>
      </p:sp>
      <p:sp>
        <p:nvSpPr>
          <p:cNvPr id="353" name="Rectangle 352"/>
          <p:cNvSpPr/>
          <p:nvPr/>
        </p:nvSpPr>
        <p:spPr>
          <a:xfrm>
            <a:off x="2491740" y="2884932"/>
            <a:ext cx="94183" cy="137160"/>
          </a:xfrm>
          <a:prstGeom prst="rect">
            <a:avLst/>
          </a:prstGeom>
          <a:solidFill>
            <a:srgbClr val="FAD9A0"/>
          </a:solidFill>
          <a:ln>
            <a:noFill/>
          </a:ln>
        </p:spPr>
        <p:txBody>
          <a:bodyPr rtlCol="0" anchor="ctr"/>
          <a:lstStyle/>
          <a:p>
            <a:pPr algn="ctr"/>
          </a:p>
        </p:txBody>
      </p:sp>
      <p:sp>
        <p:nvSpPr>
          <p:cNvPr id="354" name="Rectangle 353"/>
          <p:cNvSpPr/>
          <p:nvPr/>
        </p:nvSpPr>
        <p:spPr>
          <a:xfrm>
            <a:off x="2596896" y="2884932"/>
            <a:ext cx="94183" cy="137160"/>
          </a:xfrm>
          <a:prstGeom prst="rect">
            <a:avLst/>
          </a:prstGeom>
          <a:solidFill>
            <a:srgbClr val="C0392B"/>
          </a:solidFill>
          <a:ln>
            <a:noFill/>
          </a:ln>
        </p:spPr>
        <p:txBody>
          <a:bodyPr rtlCol="0" anchor="ctr"/>
          <a:lstStyle/>
          <a:p>
            <a:pPr algn="ctr"/>
          </a:p>
        </p:txBody>
      </p:sp>
      <p:sp>
        <p:nvSpPr>
          <p:cNvPr id="355" name="Rectangle 354"/>
          <p:cNvSpPr/>
          <p:nvPr/>
        </p:nvSpPr>
        <p:spPr>
          <a:xfrm>
            <a:off x="2702052" y="2884932"/>
            <a:ext cx="94183" cy="137160"/>
          </a:xfrm>
          <a:prstGeom prst="rect">
            <a:avLst/>
          </a:prstGeom>
          <a:solidFill>
            <a:srgbClr val="E9EDF3"/>
          </a:solidFill>
          <a:ln>
            <a:noFill/>
          </a:ln>
        </p:spPr>
        <p:txBody>
          <a:bodyPr rtlCol="0" anchor="ctr"/>
          <a:lstStyle/>
          <a:p>
            <a:pPr algn="ctr"/>
          </a:p>
        </p:txBody>
      </p:sp>
      <p:sp>
        <p:nvSpPr>
          <p:cNvPr id="356" name="Rectangle 355"/>
          <p:cNvSpPr/>
          <p:nvPr/>
        </p:nvSpPr>
        <p:spPr>
          <a:xfrm>
            <a:off x="2807208" y="2884932"/>
            <a:ext cx="94183" cy="137160"/>
          </a:xfrm>
          <a:prstGeom prst="rect">
            <a:avLst/>
          </a:prstGeom>
          <a:solidFill>
            <a:srgbClr val="E9EDF3"/>
          </a:solidFill>
          <a:ln>
            <a:noFill/>
          </a:ln>
        </p:spPr>
        <p:txBody>
          <a:bodyPr rtlCol="0" anchor="ctr"/>
          <a:lstStyle/>
          <a:p>
            <a:pPr algn="ctr"/>
          </a:p>
        </p:txBody>
      </p:sp>
      <p:sp>
        <p:nvSpPr>
          <p:cNvPr id="357" name="Rectangle 356"/>
          <p:cNvSpPr/>
          <p:nvPr/>
        </p:nvSpPr>
        <p:spPr>
          <a:xfrm>
            <a:off x="2912364" y="2884932"/>
            <a:ext cx="94183" cy="137160"/>
          </a:xfrm>
          <a:prstGeom prst="rect">
            <a:avLst/>
          </a:prstGeom>
          <a:solidFill>
            <a:srgbClr val="E9EDF3"/>
          </a:solidFill>
          <a:ln>
            <a:noFill/>
          </a:ln>
        </p:spPr>
        <p:txBody>
          <a:bodyPr rtlCol="0" anchor="ctr"/>
          <a:lstStyle/>
          <a:p>
            <a:pPr algn="ctr"/>
          </a:p>
        </p:txBody>
      </p:sp>
      <p:sp>
        <p:nvSpPr>
          <p:cNvPr id="358" name="Rectangle 357"/>
          <p:cNvSpPr/>
          <p:nvPr/>
        </p:nvSpPr>
        <p:spPr>
          <a:xfrm>
            <a:off x="3017520" y="2884932"/>
            <a:ext cx="94183" cy="137160"/>
          </a:xfrm>
          <a:prstGeom prst="rect">
            <a:avLst/>
          </a:prstGeom>
          <a:solidFill>
            <a:srgbClr val="F5A623"/>
          </a:solidFill>
          <a:ln>
            <a:noFill/>
          </a:ln>
        </p:spPr>
        <p:txBody>
          <a:bodyPr rtlCol="0" anchor="ctr"/>
          <a:lstStyle/>
          <a:p>
            <a:pPr algn="ctr"/>
          </a:p>
        </p:txBody>
      </p:sp>
      <p:sp>
        <p:nvSpPr>
          <p:cNvPr id="359" name="Rectangle 358"/>
          <p:cNvSpPr/>
          <p:nvPr/>
        </p:nvSpPr>
        <p:spPr>
          <a:xfrm>
            <a:off x="3122676" y="2884932"/>
            <a:ext cx="94183" cy="137160"/>
          </a:xfrm>
          <a:prstGeom prst="rect">
            <a:avLst/>
          </a:prstGeom>
          <a:solidFill>
            <a:srgbClr val="CA6F1E"/>
          </a:solidFill>
          <a:ln>
            <a:noFill/>
          </a:ln>
        </p:spPr>
        <p:txBody>
          <a:bodyPr rtlCol="0" anchor="ctr"/>
          <a:lstStyle/>
          <a:p>
            <a:pPr algn="ctr"/>
          </a:p>
        </p:txBody>
      </p:sp>
      <p:sp>
        <p:nvSpPr>
          <p:cNvPr id="360" name="Rectangle 359"/>
          <p:cNvSpPr/>
          <p:nvPr/>
        </p:nvSpPr>
        <p:spPr>
          <a:xfrm>
            <a:off x="3227832" y="2884932"/>
            <a:ext cx="94183" cy="137160"/>
          </a:xfrm>
          <a:prstGeom prst="rect">
            <a:avLst/>
          </a:prstGeom>
          <a:solidFill>
            <a:srgbClr val="CA6F1E"/>
          </a:solidFill>
          <a:ln>
            <a:noFill/>
          </a:ln>
        </p:spPr>
        <p:txBody>
          <a:bodyPr rtlCol="0" anchor="ctr"/>
          <a:lstStyle/>
          <a:p>
            <a:pPr algn="ctr"/>
          </a:p>
        </p:txBody>
      </p:sp>
      <p:sp>
        <p:nvSpPr>
          <p:cNvPr id="361" name="Rectangle 360"/>
          <p:cNvSpPr/>
          <p:nvPr/>
        </p:nvSpPr>
        <p:spPr>
          <a:xfrm>
            <a:off x="3332988" y="2884932"/>
            <a:ext cx="94183" cy="137160"/>
          </a:xfrm>
          <a:prstGeom prst="rect">
            <a:avLst/>
          </a:prstGeom>
          <a:solidFill>
            <a:srgbClr val="FAD9A0"/>
          </a:solidFill>
          <a:ln>
            <a:noFill/>
          </a:ln>
        </p:spPr>
        <p:txBody>
          <a:bodyPr rtlCol="0" anchor="ctr"/>
          <a:lstStyle/>
          <a:p>
            <a:pPr algn="ctr"/>
          </a:p>
        </p:txBody>
      </p:sp>
      <p:sp>
        <p:nvSpPr>
          <p:cNvPr id="362" name="Rectangle 361"/>
          <p:cNvSpPr/>
          <p:nvPr/>
        </p:nvSpPr>
        <p:spPr>
          <a:xfrm>
            <a:off x="3438144" y="2884932"/>
            <a:ext cx="94183" cy="137160"/>
          </a:xfrm>
          <a:prstGeom prst="rect">
            <a:avLst/>
          </a:prstGeom>
          <a:solidFill>
            <a:srgbClr val="F5A623"/>
          </a:solidFill>
          <a:ln>
            <a:noFill/>
          </a:ln>
        </p:spPr>
        <p:txBody>
          <a:bodyPr rtlCol="0" anchor="ctr"/>
          <a:lstStyle/>
          <a:p>
            <a:pPr algn="ctr"/>
          </a:p>
        </p:txBody>
      </p:sp>
      <p:sp>
        <p:nvSpPr>
          <p:cNvPr id="363" name="Rectangle 362"/>
          <p:cNvSpPr/>
          <p:nvPr/>
        </p:nvSpPr>
        <p:spPr>
          <a:xfrm>
            <a:off x="3543300" y="2884932"/>
            <a:ext cx="94183" cy="137160"/>
          </a:xfrm>
          <a:prstGeom prst="rect">
            <a:avLst/>
          </a:prstGeom>
          <a:solidFill>
            <a:srgbClr val="E9EDF3"/>
          </a:solidFill>
          <a:ln>
            <a:noFill/>
          </a:ln>
        </p:spPr>
        <p:txBody>
          <a:bodyPr rtlCol="0" anchor="ctr"/>
          <a:lstStyle/>
          <a:p>
            <a:pPr algn="ctr"/>
          </a:p>
        </p:txBody>
      </p:sp>
      <p:sp>
        <p:nvSpPr>
          <p:cNvPr id="364" name="Rectangle 363"/>
          <p:cNvSpPr/>
          <p:nvPr/>
        </p:nvSpPr>
        <p:spPr>
          <a:xfrm>
            <a:off x="3648456" y="2884932"/>
            <a:ext cx="94183" cy="137160"/>
          </a:xfrm>
          <a:prstGeom prst="rect">
            <a:avLst/>
          </a:prstGeom>
          <a:solidFill>
            <a:srgbClr val="E9EDF3"/>
          </a:solidFill>
          <a:ln>
            <a:noFill/>
          </a:ln>
        </p:spPr>
        <p:txBody>
          <a:bodyPr rtlCol="0" anchor="ctr"/>
          <a:lstStyle/>
          <a:p>
            <a:pPr algn="ctr"/>
          </a:p>
        </p:txBody>
      </p:sp>
      <p:sp>
        <p:nvSpPr>
          <p:cNvPr id="365" name="Rectangle 364"/>
          <p:cNvSpPr/>
          <p:nvPr/>
        </p:nvSpPr>
        <p:spPr>
          <a:xfrm>
            <a:off x="3753612" y="2884932"/>
            <a:ext cx="94183" cy="137160"/>
          </a:xfrm>
          <a:prstGeom prst="rect">
            <a:avLst/>
          </a:prstGeom>
          <a:solidFill>
            <a:srgbClr val="FAD9A0"/>
          </a:solidFill>
          <a:ln>
            <a:noFill/>
          </a:ln>
        </p:spPr>
        <p:txBody>
          <a:bodyPr rtlCol="0" anchor="ctr"/>
          <a:lstStyle/>
          <a:p>
            <a:pPr algn="ctr"/>
          </a:p>
        </p:txBody>
      </p:sp>
      <p:sp>
        <p:nvSpPr>
          <p:cNvPr id="366" name="Rectangle 365"/>
          <p:cNvSpPr/>
          <p:nvPr/>
        </p:nvSpPr>
        <p:spPr>
          <a:xfrm>
            <a:off x="3858768" y="2884932"/>
            <a:ext cx="94183" cy="137160"/>
          </a:xfrm>
          <a:prstGeom prst="rect">
            <a:avLst/>
          </a:prstGeom>
          <a:solidFill>
            <a:srgbClr val="E9EDF3"/>
          </a:solidFill>
          <a:ln>
            <a:noFill/>
          </a:ln>
        </p:spPr>
        <p:txBody>
          <a:bodyPr rtlCol="0" anchor="ctr"/>
          <a:lstStyle/>
          <a:p>
            <a:pPr algn="ctr"/>
          </a:p>
        </p:txBody>
      </p:sp>
      <p:sp>
        <p:nvSpPr>
          <p:cNvPr id="367" name="Rectangle 366"/>
          <p:cNvSpPr/>
          <p:nvPr/>
        </p:nvSpPr>
        <p:spPr>
          <a:xfrm>
            <a:off x="3963924" y="2884932"/>
            <a:ext cx="94183" cy="137160"/>
          </a:xfrm>
          <a:prstGeom prst="rect">
            <a:avLst/>
          </a:prstGeom>
          <a:solidFill>
            <a:srgbClr val="E9EDF3"/>
          </a:solidFill>
          <a:ln>
            <a:noFill/>
          </a:ln>
        </p:spPr>
        <p:txBody>
          <a:bodyPr rtlCol="0" anchor="ctr"/>
          <a:lstStyle/>
          <a:p>
            <a:pPr algn="ctr"/>
          </a:p>
        </p:txBody>
      </p:sp>
      <p:sp>
        <p:nvSpPr>
          <p:cNvPr id="368" name="TextBox 367"/>
          <p:cNvSpPr txBox="1"/>
          <p:nvPr/>
        </p:nvSpPr>
        <p:spPr>
          <a:xfrm>
            <a:off x="4105656" y="2880360"/>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141</a:t>
            </a:r>
          </a:p>
        </p:txBody>
      </p:sp>
      <p:sp>
        <p:nvSpPr>
          <p:cNvPr id="369" name="TextBox 368"/>
          <p:cNvSpPr txBox="1"/>
          <p:nvPr/>
        </p:nvSpPr>
        <p:spPr>
          <a:xfrm>
            <a:off x="411480" y="303123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12</a:t>
            </a:r>
          </a:p>
        </p:txBody>
      </p:sp>
      <p:sp>
        <p:nvSpPr>
          <p:cNvPr id="370" name="Rectangle 369"/>
          <p:cNvSpPr/>
          <p:nvPr/>
        </p:nvSpPr>
        <p:spPr>
          <a:xfrm>
            <a:off x="914400" y="3035808"/>
            <a:ext cx="94183" cy="137160"/>
          </a:xfrm>
          <a:prstGeom prst="rect">
            <a:avLst/>
          </a:prstGeom>
          <a:solidFill>
            <a:srgbClr val="CA6F1E"/>
          </a:solidFill>
          <a:ln>
            <a:noFill/>
          </a:ln>
        </p:spPr>
        <p:txBody>
          <a:bodyPr rtlCol="0" anchor="ctr"/>
          <a:lstStyle/>
          <a:p>
            <a:pPr algn="ctr"/>
          </a:p>
        </p:txBody>
      </p:sp>
      <p:sp>
        <p:nvSpPr>
          <p:cNvPr id="371" name="Rectangle 370"/>
          <p:cNvSpPr/>
          <p:nvPr/>
        </p:nvSpPr>
        <p:spPr>
          <a:xfrm>
            <a:off x="1019556" y="3035808"/>
            <a:ext cx="94183" cy="137160"/>
          </a:xfrm>
          <a:prstGeom prst="rect">
            <a:avLst/>
          </a:prstGeom>
          <a:solidFill>
            <a:srgbClr val="CA6F1E"/>
          </a:solidFill>
          <a:ln>
            <a:noFill/>
          </a:ln>
        </p:spPr>
        <p:txBody>
          <a:bodyPr rtlCol="0" anchor="ctr"/>
          <a:lstStyle/>
          <a:p>
            <a:pPr algn="ctr"/>
          </a:p>
        </p:txBody>
      </p:sp>
      <p:sp>
        <p:nvSpPr>
          <p:cNvPr id="372" name="Rectangle 371"/>
          <p:cNvSpPr/>
          <p:nvPr/>
        </p:nvSpPr>
        <p:spPr>
          <a:xfrm>
            <a:off x="1124712" y="3035808"/>
            <a:ext cx="94183" cy="137160"/>
          </a:xfrm>
          <a:prstGeom prst="rect">
            <a:avLst/>
          </a:prstGeom>
          <a:solidFill>
            <a:srgbClr val="FAD9A0"/>
          </a:solidFill>
          <a:ln>
            <a:noFill/>
          </a:ln>
        </p:spPr>
        <p:txBody>
          <a:bodyPr rtlCol="0" anchor="ctr"/>
          <a:lstStyle/>
          <a:p>
            <a:pPr algn="ctr"/>
          </a:p>
        </p:txBody>
      </p:sp>
      <p:sp>
        <p:nvSpPr>
          <p:cNvPr id="373" name="Rectangle 372"/>
          <p:cNvSpPr/>
          <p:nvPr/>
        </p:nvSpPr>
        <p:spPr>
          <a:xfrm>
            <a:off x="1229868" y="3035808"/>
            <a:ext cx="94183" cy="137160"/>
          </a:xfrm>
          <a:prstGeom prst="rect">
            <a:avLst/>
          </a:prstGeom>
          <a:solidFill>
            <a:srgbClr val="C0392B"/>
          </a:solidFill>
          <a:ln>
            <a:noFill/>
          </a:ln>
        </p:spPr>
        <p:txBody>
          <a:bodyPr rtlCol="0" anchor="ctr"/>
          <a:lstStyle/>
          <a:p>
            <a:pPr algn="ctr"/>
          </a:p>
        </p:txBody>
      </p:sp>
      <p:sp>
        <p:nvSpPr>
          <p:cNvPr id="374" name="Rectangle 373"/>
          <p:cNvSpPr/>
          <p:nvPr/>
        </p:nvSpPr>
        <p:spPr>
          <a:xfrm>
            <a:off x="1335024" y="3035808"/>
            <a:ext cx="94183" cy="137160"/>
          </a:xfrm>
          <a:prstGeom prst="rect">
            <a:avLst/>
          </a:prstGeom>
          <a:solidFill>
            <a:srgbClr val="C0392B"/>
          </a:solidFill>
          <a:ln>
            <a:noFill/>
          </a:ln>
        </p:spPr>
        <p:txBody>
          <a:bodyPr rtlCol="0" anchor="ctr"/>
          <a:lstStyle/>
          <a:p>
            <a:pPr algn="ctr"/>
          </a:p>
        </p:txBody>
      </p:sp>
      <p:sp>
        <p:nvSpPr>
          <p:cNvPr id="375" name="Rectangle 374"/>
          <p:cNvSpPr/>
          <p:nvPr/>
        </p:nvSpPr>
        <p:spPr>
          <a:xfrm>
            <a:off x="1440180" y="3035808"/>
            <a:ext cx="94183" cy="137160"/>
          </a:xfrm>
          <a:prstGeom prst="rect">
            <a:avLst/>
          </a:prstGeom>
          <a:solidFill>
            <a:srgbClr val="CA6F1E"/>
          </a:solidFill>
          <a:ln>
            <a:noFill/>
          </a:ln>
        </p:spPr>
        <p:txBody>
          <a:bodyPr rtlCol="0" anchor="ctr"/>
          <a:lstStyle/>
          <a:p>
            <a:pPr algn="ctr"/>
          </a:p>
        </p:txBody>
      </p:sp>
      <p:sp>
        <p:nvSpPr>
          <p:cNvPr id="376" name="Rectangle 375"/>
          <p:cNvSpPr/>
          <p:nvPr/>
        </p:nvSpPr>
        <p:spPr>
          <a:xfrm>
            <a:off x="1545336" y="3035808"/>
            <a:ext cx="94183" cy="137160"/>
          </a:xfrm>
          <a:prstGeom prst="rect">
            <a:avLst/>
          </a:prstGeom>
          <a:solidFill>
            <a:srgbClr val="CA6F1E"/>
          </a:solidFill>
          <a:ln>
            <a:noFill/>
          </a:ln>
        </p:spPr>
        <p:txBody>
          <a:bodyPr rtlCol="0" anchor="ctr"/>
          <a:lstStyle/>
          <a:p>
            <a:pPr algn="ctr"/>
          </a:p>
        </p:txBody>
      </p:sp>
      <p:sp>
        <p:nvSpPr>
          <p:cNvPr id="377" name="Rectangle 376"/>
          <p:cNvSpPr/>
          <p:nvPr/>
        </p:nvSpPr>
        <p:spPr>
          <a:xfrm>
            <a:off x="1650492" y="3035808"/>
            <a:ext cx="94183" cy="137160"/>
          </a:xfrm>
          <a:prstGeom prst="rect">
            <a:avLst/>
          </a:prstGeom>
          <a:solidFill>
            <a:srgbClr val="E9EDF3"/>
          </a:solidFill>
          <a:ln>
            <a:noFill/>
          </a:ln>
        </p:spPr>
        <p:txBody>
          <a:bodyPr rtlCol="0" anchor="ctr"/>
          <a:lstStyle/>
          <a:p>
            <a:pPr algn="ctr"/>
          </a:p>
        </p:txBody>
      </p:sp>
      <p:sp>
        <p:nvSpPr>
          <p:cNvPr id="378" name="Rectangle 377"/>
          <p:cNvSpPr/>
          <p:nvPr/>
        </p:nvSpPr>
        <p:spPr>
          <a:xfrm>
            <a:off x="1755648" y="3035808"/>
            <a:ext cx="94183" cy="137160"/>
          </a:xfrm>
          <a:prstGeom prst="rect">
            <a:avLst/>
          </a:prstGeom>
          <a:solidFill>
            <a:srgbClr val="C0392B"/>
          </a:solidFill>
          <a:ln>
            <a:noFill/>
          </a:ln>
        </p:spPr>
        <p:txBody>
          <a:bodyPr rtlCol="0" anchor="ctr"/>
          <a:lstStyle/>
          <a:p>
            <a:pPr algn="ctr"/>
          </a:p>
        </p:txBody>
      </p:sp>
      <p:sp>
        <p:nvSpPr>
          <p:cNvPr id="379" name="Rectangle 378"/>
          <p:cNvSpPr/>
          <p:nvPr/>
        </p:nvSpPr>
        <p:spPr>
          <a:xfrm>
            <a:off x="1860804" y="3035808"/>
            <a:ext cx="94183" cy="137160"/>
          </a:xfrm>
          <a:prstGeom prst="rect">
            <a:avLst/>
          </a:prstGeom>
          <a:solidFill>
            <a:srgbClr val="FAD9A0"/>
          </a:solidFill>
          <a:ln>
            <a:noFill/>
          </a:ln>
        </p:spPr>
        <p:txBody>
          <a:bodyPr rtlCol="0" anchor="ctr"/>
          <a:lstStyle/>
          <a:p>
            <a:pPr algn="ctr"/>
          </a:p>
        </p:txBody>
      </p:sp>
      <p:sp>
        <p:nvSpPr>
          <p:cNvPr id="380" name="Rectangle 379"/>
          <p:cNvSpPr/>
          <p:nvPr/>
        </p:nvSpPr>
        <p:spPr>
          <a:xfrm>
            <a:off x="1965960" y="3035808"/>
            <a:ext cx="94183" cy="137160"/>
          </a:xfrm>
          <a:prstGeom prst="rect">
            <a:avLst/>
          </a:prstGeom>
          <a:solidFill>
            <a:srgbClr val="E9EDF3"/>
          </a:solidFill>
          <a:ln>
            <a:noFill/>
          </a:ln>
        </p:spPr>
        <p:txBody>
          <a:bodyPr rtlCol="0" anchor="ctr"/>
          <a:lstStyle/>
          <a:p>
            <a:pPr algn="ctr"/>
          </a:p>
        </p:txBody>
      </p:sp>
      <p:sp>
        <p:nvSpPr>
          <p:cNvPr id="381" name="Rectangle 380"/>
          <p:cNvSpPr/>
          <p:nvPr/>
        </p:nvSpPr>
        <p:spPr>
          <a:xfrm>
            <a:off x="2071116" y="3035808"/>
            <a:ext cx="94183" cy="137160"/>
          </a:xfrm>
          <a:prstGeom prst="rect">
            <a:avLst/>
          </a:prstGeom>
          <a:solidFill>
            <a:srgbClr val="E9EDF3"/>
          </a:solidFill>
          <a:ln>
            <a:noFill/>
          </a:ln>
        </p:spPr>
        <p:txBody>
          <a:bodyPr rtlCol="0" anchor="ctr"/>
          <a:lstStyle/>
          <a:p>
            <a:pPr algn="ctr"/>
          </a:p>
        </p:txBody>
      </p:sp>
      <p:sp>
        <p:nvSpPr>
          <p:cNvPr id="382" name="Rectangle 381"/>
          <p:cNvSpPr/>
          <p:nvPr/>
        </p:nvSpPr>
        <p:spPr>
          <a:xfrm>
            <a:off x="2176272" y="3035808"/>
            <a:ext cx="94183" cy="137160"/>
          </a:xfrm>
          <a:prstGeom prst="rect">
            <a:avLst/>
          </a:prstGeom>
          <a:solidFill>
            <a:srgbClr val="E9EDF3"/>
          </a:solidFill>
          <a:ln>
            <a:noFill/>
          </a:ln>
        </p:spPr>
        <p:txBody>
          <a:bodyPr rtlCol="0" anchor="ctr"/>
          <a:lstStyle/>
          <a:p>
            <a:pPr algn="ctr"/>
          </a:p>
        </p:txBody>
      </p:sp>
      <p:sp>
        <p:nvSpPr>
          <p:cNvPr id="383" name="Rectangle 382"/>
          <p:cNvSpPr/>
          <p:nvPr/>
        </p:nvSpPr>
        <p:spPr>
          <a:xfrm>
            <a:off x="2281428" y="3035808"/>
            <a:ext cx="94183" cy="137160"/>
          </a:xfrm>
          <a:prstGeom prst="rect">
            <a:avLst/>
          </a:prstGeom>
          <a:solidFill>
            <a:srgbClr val="FAD9A0"/>
          </a:solidFill>
          <a:ln>
            <a:noFill/>
          </a:ln>
        </p:spPr>
        <p:txBody>
          <a:bodyPr rtlCol="0" anchor="ctr"/>
          <a:lstStyle/>
          <a:p>
            <a:pPr algn="ctr"/>
          </a:p>
        </p:txBody>
      </p:sp>
      <p:sp>
        <p:nvSpPr>
          <p:cNvPr id="384" name="Rectangle 383"/>
          <p:cNvSpPr/>
          <p:nvPr/>
        </p:nvSpPr>
        <p:spPr>
          <a:xfrm>
            <a:off x="2386584" y="3035808"/>
            <a:ext cx="94183" cy="137160"/>
          </a:xfrm>
          <a:prstGeom prst="rect">
            <a:avLst/>
          </a:prstGeom>
          <a:solidFill>
            <a:srgbClr val="CA6F1E"/>
          </a:solidFill>
          <a:ln>
            <a:noFill/>
          </a:ln>
        </p:spPr>
        <p:txBody>
          <a:bodyPr rtlCol="0" anchor="ctr"/>
          <a:lstStyle/>
          <a:p>
            <a:pPr algn="ctr"/>
          </a:p>
        </p:txBody>
      </p:sp>
      <p:sp>
        <p:nvSpPr>
          <p:cNvPr id="385" name="Rectangle 384"/>
          <p:cNvSpPr/>
          <p:nvPr/>
        </p:nvSpPr>
        <p:spPr>
          <a:xfrm>
            <a:off x="2491740" y="3035808"/>
            <a:ext cx="94183" cy="137160"/>
          </a:xfrm>
          <a:prstGeom prst="rect">
            <a:avLst/>
          </a:prstGeom>
          <a:solidFill>
            <a:srgbClr val="FAD9A0"/>
          </a:solidFill>
          <a:ln>
            <a:noFill/>
          </a:ln>
        </p:spPr>
        <p:txBody>
          <a:bodyPr rtlCol="0" anchor="ctr"/>
          <a:lstStyle/>
          <a:p>
            <a:pPr algn="ctr"/>
          </a:p>
        </p:txBody>
      </p:sp>
      <p:sp>
        <p:nvSpPr>
          <p:cNvPr id="386" name="Rectangle 385"/>
          <p:cNvSpPr/>
          <p:nvPr/>
        </p:nvSpPr>
        <p:spPr>
          <a:xfrm>
            <a:off x="2596896" y="3035808"/>
            <a:ext cx="94183" cy="137160"/>
          </a:xfrm>
          <a:prstGeom prst="rect">
            <a:avLst/>
          </a:prstGeom>
          <a:solidFill>
            <a:srgbClr val="E9EDF3"/>
          </a:solidFill>
          <a:ln>
            <a:noFill/>
          </a:ln>
        </p:spPr>
        <p:txBody>
          <a:bodyPr rtlCol="0" anchor="ctr"/>
          <a:lstStyle/>
          <a:p>
            <a:pPr algn="ctr"/>
          </a:p>
        </p:txBody>
      </p:sp>
      <p:sp>
        <p:nvSpPr>
          <p:cNvPr id="387" name="Rectangle 386"/>
          <p:cNvSpPr/>
          <p:nvPr/>
        </p:nvSpPr>
        <p:spPr>
          <a:xfrm>
            <a:off x="2702052" y="3035808"/>
            <a:ext cx="94183" cy="137160"/>
          </a:xfrm>
          <a:prstGeom prst="rect">
            <a:avLst/>
          </a:prstGeom>
          <a:solidFill>
            <a:srgbClr val="FAD9A0"/>
          </a:solidFill>
          <a:ln>
            <a:noFill/>
          </a:ln>
        </p:spPr>
        <p:txBody>
          <a:bodyPr rtlCol="0" anchor="ctr"/>
          <a:lstStyle/>
          <a:p>
            <a:pPr algn="ctr"/>
          </a:p>
        </p:txBody>
      </p:sp>
      <p:sp>
        <p:nvSpPr>
          <p:cNvPr id="388" name="Rectangle 387"/>
          <p:cNvSpPr/>
          <p:nvPr/>
        </p:nvSpPr>
        <p:spPr>
          <a:xfrm>
            <a:off x="2807208" y="3035808"/>
            <a:ext cx="94183" cy="137160"/>
          </a:xfrm>
          <a:prstGeom prst="rect">
            <a:avLst/>
          </a:prstGeom>
          <a:solidFill>
            <a:srgbClr val="E9EDF3"/>
          </a:solidFill>
          <a:ln>
            <a:noFill/>
          </a:ln>
        </p:spPr>
        <p:txBody>
          <a:bodyPr rtlCol="0" anchor="ctr"/>
          <a:lstStyle/>
          <a:p>
            <a:pPr algn="ctr"/>
          </a:p>
        </p:txBody>
      </p:sp>
      <p:sp>
        <p:nvSpPr>
          <p:cNvPr id="389" name="Rectangle 388"/>
          <p:cNvSpPr/>
          <p:nvPr/>
        </p:nvSpPr>
        <p:spPr>
          <a:xfrm>
            <a:off x="2912364" y="3035808"/>
            <a:ext cx="94183" cy="137160"/>
          </a:xfrm>
          <a:prstGeom prst="rect">
            <a:avLst/>
          </a:prstGeom>
          <a:solidFill>
            <a:srgbClr val="FAD9A0"/>
          </a:solidFill>
          <a:ln>
            <a:noFill/>
          </a:ln>
        </p:spPr>
        <p:txBody>
          <a:bodyPr rtlCol="0" anchor="ctr"/>
          <a:lstStyle/>
          <a:p>
            <a:pPr algn="ctr"/>
          </a:p>
        </p:txBody>
      </p:sp>
      <p:sp>
        <p:nvSpPr>
          <p:cNvPr id="390" name="Rectangle 389"/>
          <p:cNvSpPr/>
          <p:nvPr/>
        </p:nvSpPr>
        <p:spPr>
          <a:xfrm>
            <a:off x="3017520" y="3035808"/>
            <a:ext cx="94183" cy="137160"/>
          </a:xfrm>
          <a:prstGeom prst="rect">
            <a:avLst/>
          </a:prstGeom>
          <a:solidFill>
            <a:srgbClr val="FAD9A0"/>
          </a:solidFill>
          <a:ln>
            <a:noFill/>
          </a:ln>
        </p:spPr>
        <p:txBody>
          <a:bodyPr rtlCol="0" anchor="ctr"/>
          <a:lstStyle/>
          <a:p>
            <a:pPr algn="ctr"/>
          </a:p>
        </p:txBody>
      </p:sp>
      <p:sp>
        <p:nvSpPr>
          <p:cNvPr id="391" name="Rectangle 390"/>
          <p:cNvSpPr/>
          <p:nvPr/>
        </p:nvSpPr>
        <p:spPr>
          <a:xfrm>
            <a:off x="3122676" y="3035808"/>
            <a:ext cx="94183" cy="137160"/>
          </a:xfrm>
          <a:prstGeom prst="rect">
            <a:avLst/>
          </a:prstGeom>
          <a:solidFill>
            <a:srgbClr val="F5A623"/>
          </a:solidFill>
          <a:ln>
            <a:noFill/>
          </a:ln>
        </p:spPr>
        <p:txBody>
          <a:bodyPr rtlCol="0" anchor="ctr"/>
          <a:lstStyle/>
          <a:p>
            <a:pPr algn="ctr"/>
          </a:p>
        </p:txBody>
      </p:sp>
      <p:sp>
        <p:nvSpPr>
          <p:cNvPr id="392" name="Rectangle 391"/>
          <p:cNvSpPr/>
          <p:nvPr/>
        </p:nvSpPr>
        <p:spPr>
          <a:xfrm>
            <a:off x="3227832" y="3035808"/>
            <a:ext cx="94183" cy="137160"/>
          </a:xfrm>
          <a:prstGeom prst="rect">
            <a:avLst/>
          </a:prstGeom>
          <a:solidFill>
            <a:srgbClr val="C0392B"/>
          </a:solidFill>
          <a:ln>
            <a:noFill/>
          </a:ln>
        </p:spPr>
        <p:txBody>
          <a:bodyPr rtlCol="0" anchor="ctr"/>
          <a:lstStyle/>
          <a:p>
            <a:pPr algn="ctr"/>
          </a:p>
        </p:txBody>
      </p:sp>
      <p:sp>
        <p:nvSpPr>
          <p:cNvPr id="393" name="Rectangle 392"/>
          <p:cNvSpPr/>
          <p:nvPr/>
        </p:nvSpPr>
        <p:spPr>
          <a:xfrm>
            <a:off x="3332988" y="3035808"/>
            <a:ext cx="94183" cy="137160"/>
          </a:xfrm>
          <a:prstGeom prst="rect">
            <a:avLst/>
          </a:prstGeom>
          <a:solidFill>
            <a:srgbClr val="F5A623"/>
          </a:solidFill>
          <a:ln>
            <a:noFill/>
          </a:ln>
        </p:spPr>
        <p:txBody>
          <a:bodyPr rtlCol="0" anchor="ctr"/>
          <a:lstStyle/>
          <a:p>
            <a:pPr algn="ctr"/>
          </a:p>
        </p:txBody>
      </p:sp>
      <p:sp>
        <p:nvSpPr>
          <p:cNvPr id="394" name="Rectangle 393"/>
          <p:cNvSpPr/>
          <p:nvPr/>
        </p:nvSpPr>
        <p:spPr>
          <a:xfrm>
            <a:off x="3438144" y="3035808"/>
            <a:ext cx="94183" cy="137160"/>
          </a:xfrm>
          <a:prstGeom prst="rect">
            <a:avLst/>
          </a:prstGeom>
          <a:solidFill>
            <a:srgbClr val="F5A623"/>
          </a:solidFill>
          <a:ln>
            <a:noFill/>
          </a:ln>
        </p:spPr>
        <p:txBody>
          <a:bodyPr rtlCol="0" anchor="ctr"/>
          <a:lstStyle/>
          <a:p>
            <a:pPr algn="ctr"/>
          </a:p>
        </p:txBody>
      </p:sp>
      <p:sp>
        <p:nvSpPr>
          <p:cNvPr id="395" name="Rectangle 394"/>
          <p:cNvSpPr/>
          <p:nvPr/>
        </p:nvSpPr>
        <p:spPr>
          <a:xfrm>
            <a:off x="3543300" y="3035808"/>
            <a:ext cx="94183" cy="137160"/>
          </a:xfrm>
          <a:prstGeom prst="rect">
            <a:avLst/>
          </a:prstGeom>
          <a:solidFill>
            <a:srgbClr val="E9EDF3"/>
          </a:solidFill>
          <a:ln>
            <a:noFill/>
          </a:ln>
        </p:spPr>
        <p:txBody>
          <a:bodyPr rtlCol="0" anchor="ctr"/>
          <a:lstStyle/>
          <a:p>
            <a:pPr algn="ctr"/>
          </a:p>
        </p:txBody>
      </p:sp>
      <p:sp>
        <p:nvSpPr>
          <p:cNvPr id="396" name="Rectangle 395"/>
          <p:cNvSpPr/>
          <p:nvPr/>
        </p:nvSpPr>
        <p:spPr>
          <a:xfrm>
            <a:off x="3648456" y="3035808"/>
            <a:ext cx="94183" cy="137160"/>
          </a:xfrm>
          <a:prstGeom prst="rect">
            <a:avLst/>
          </a:prstGeom>
          <a:solidFill>
            <a:srgbClr val="FAD9A0"/>
          </a:solidFill>
          <a:ln>
            <a:noFill/>
          </a:ln>
        </p:spPr>
        <p:txBody>
          <a:bodyPr rtlCol="0" anchor="ctr"/>
          <a:lstStyle/>
          <a:p>
            <a:pPr algn="ctr"/>
          </a:p>
        </p:txBody>
      </p:sp>
      <p:sp>
        <p:nvSpPr>
          <p:cNvPr id="397" name="Rectangle 396"/>
          <p:cNvSpPr/>
          <p:nvPr/>
        </p:nvSpPr>
        <p:spPr>
          <a:xfrm>
            <a:off x="3753612" y="3035808"/>
            <a:ext cx="94183" cy="137160"/>
          </a:xfrm>
          <a:prstGeom prst="rect">
            <a:avLst/>
          </a:prstGeom>
          <a:solidFill>
            <a:srgbClr val="F5A623"/>
          </a:solidFill>
          <a:ln>
            <a:noFill/>
          </a:ln>
        </p:spPr>
        <p:txBody>
          <a:bodyPr rtlCol="0" anchor="ctr"/>
          <a:lstStyle/>
          <a:p>
            <a:pPr algn="ctr"/>
          </a:p>
        </p:txBody>
      </p:sp>
      <p:sp>
        <p:nvSpPr>
          <p:cNvPr id="398" name="Rectangle 397"/>
          <p:cNvSpPr/>
          <p:nvPr/>
        </p:nvSpPr>
        <p:spPr>
          <a:xfrm>
            <a:off x="3858768" y="3035808"/>
            <a:ext cx="94183" cy="137160"/>
          </a:xfrm>
          <a:prstGeom prst="rect">
            <a:avLst/>
          </a:prstGeom>
          <a:solidFill>
            <a:srgbClr val="C0392B"/>
          </a:solidFill>
          <a:ln>
            <a:noFill/>
          </a:ln>
        </p:spPr>
        <p:txBody>
          <a:bodyPr rtlCol="0" anchor="ctr"/>
          <a:lstStyle/>
          <a:p>
            <a:pPr algn="ctr"/>
          </a:p>
        </p:txBody>
      </p:sp>
      <p:sp>
        <p:nvSpPr>
          <p:cNvPr id="399" name="Rectangle 398"/>
          <p:cNvSpPr/>
          <p:nvPr/>
        </p:nvSpPr>
        <p:spPr>
          <a:xfrm>
            <a:off x="3963924" y="3035808"/>
            <a:ext cx="94183" cy="137160"/>
          </a:xfrm>
          <a:prstGeom prst="rect">
            <a:avLst/>
          </a:prstGeom>
          <a:solidFill>
            <a:srgbClr val="FAD9A0"/>
          </a:solidFill>
          <a:ln>
            <a:noFill/>
          </a:ln>
        </p:spPr>
        <p:txBody>
          <a:bodyPr rtlCol="0" anchor="ctr"/>
          <a:lstStyle/>
          <a:p>
            <a:pPr algn="ctr"/>
          </a:p>
        </p:txBody>
      </p:sp>
      <p:sp>
        <p:nvSpPr>
          <p:cNvPr id="400" name="TextBox 399"/>
          <p:cNvSpPr txBox="1"/>
          <p:nvPr/>
        </p:nvSpPr>
        <p:spPr>
          <a:xfrm>
            <a:off x="4105656" y="303123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135</a:t>
            </a:r>
          </a:p>
        </p:txBody>
      </p:sp>
      <p:sp>
        <p:nvSpPr>
          <p:cNvPr id="401" name="TextBox 400"/>
          <p:cNvSpPr txBox="1"/>
          <p:nvPr/>
        </p:nvSpPr>
        <p:spPr>
          <a:xfrm>
            <a:off x="411480" y="318211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55p</a:t>
            </a:r>
          </a:p>
        </p:txBody>
      </p:sp>
      <p:sp>
        <p:nvSpPr>
          <p:cNvPr id="402" name="Rectangle 401"/>
          <p:cNvSpPr/>
          <p:nvPr/>
        </p:nvSpPr>
        <p:spPr>
          <a:xfrm>
            <a:off x="914400" y="3186684"/>
            <a:ext cx="94183" cy="137160"/>
          </a:xfrm>
          <a:prstGeom prst="rect">
            <a:avLst/>
          </a:prstGeom>
          <a:solidFill>
            <a:srgbClr val="E9EDF3"/>
          </a:solidFill>
          <a:ln>
            <a:noFill/>
          </a:ln>
        </p:spPr>
        <p:txBody>
          <a:bodyPr rtlCol="0" anchor="ctr"/>
          <a:lstStyle/>
          <a:p>
            <a:pPr algn="ctr"/>
          </a:p>
        </p:txBody>
      </p:sp>
      <p:sp>
        <p:nvSpPr>
          <p:cNvPr id="403" name="Rectangle 402"/>
          <p:cNvSpPr/>
          <p:nvPr/>
        </p:nvSpPr>
        <p:spPr>
          <a:xfrm>
            <a:off x="1019556" y="3186684"/>
            <a:ext cx="94183" cy="137160"/>
          </a:xfrm>
          <a:prstGeom prst="rect">
            <a:avLst/>
          </a:prstGeom>
          <a:solidFill>
            <a:srgbClr val="E9EDF3"/>
          </a:solidFill>
          <a:ln>
            <a:noFill/>
          </a:ln>
        </p:spPr>
        <p:txBody>
          <a:bodyPr rtlCol="0" anchor="ctr"/>
          <a:lstStyle/>
          <a:p>
            <a:pPr algn="ctr"/>
          </a:p>
        </p:txBody>
      </p:sp>
      <p:sp>
        <p:nvSpPr>
          <p:cNvPr id="404" name="Rectangle 403"/>
          <p:cNvSpPr/>
          <p:nvPr/>
        </p:nvSpPr>
        <p:spPr>
          <a:xfrm>
            <a:off x="1124712" y="3186684"/>
            <a:ext cx="94183" cy="137160"/>
          </a:xfrm>
          <a:prstGeom prst="rect">
            <a:avLst/>
          </a:prstGeom>
          <a:solidFill>
            <a:srgbClr val="FAD9A0"/>
          </a:solidFill>
          <a:ln>
            <a:noFill/>
          </a:ln>
        </p:spPr>
        <p:txBody>
          <a:bodyPr rtlCol="0" anchor="ctr"/>
          <a:lstStyle/>
          <a:p>
            <a:pPr algn="ctr"/>
          </a:p>
        </p:txBody>
      </p:sp>
      <p:sp>
        <p:nvSpPr>
          <p:cNvPr id="405" name="Rectangle 404"/>
          <p:cNvSpPr/>
          <p:nvPr/>
        </p:nvSpPr>
        <p:spPr>
          <a:xfrm>
            <a:off x="1229868" y="3186684"/>
            <a:ext cx="94183" cy="137160"/>
          </a:xfrm>
          <a:prstGeom prst="rect">
            <a:avLst/>
          </a:prstGeom>
          <a:solidFill>
            <a:srgbClr val="CA6F1E"/>
          </a:solidFill>
          <a:ln>
            <a:noFill/>
          </a:ln>
        </p:spPr>
        <p:txBody>
          <a:bodyPr rtlCol="0" anchor="ctr"/>
          <a:lstStyle/>
          <a:p>
            <a:pPr algn="ctr"/>
          </a:p>
        </p:txBody>
      </p:sp>
      <p:sp>
        <p:nvSpPr>
          <p:cNvPr id="406" name="Rectangle 405"/>
          <p:cNvSpPr/>
          <p:nvPr/>
        </p:nvSpPr>
        <p:spPr>
          <a:xfrm>
            <a:off x="1335024" y="3186684"/>
            <a:ext cx="94183" cy="137160"/>
          </a:xfrm>
          <a:prstGeom prst="rect">
            <a:avLst/>
          </a:prstGeom>
          <a:solidFill>
            <a:srgbClr val="CA6F1E"/>
          </a:solidFill>
          <a:ln>
            <a:noFill/>
          </a:ln>
        </p:spPr>
        <p:txBody>
          <a:bodyPr rtlCol="0" anchor="ctr"/>
          <a:lstStyle/>
          <a:p>
            <a:pPr algn="ctr"/>
          </a:p>
        </p:txBody>
      </p:sp>
      <p:sp>
        <p:nvSpPr>
          <p:cNvPr id="407" name="Rectangle 406"/>
          <p:cNvSpPr/>
          <p:nvPr/>
        </p:nvSpPr>
        <p:spPr>
          <a:xfrm>
            <a:off x="1440180" y="3186684"/>
            <a:ext cx="94183" cy="137160"/>
          </a:xfrm>
          <a:prstGeom prst="rect">
            <a:avLst/>
          </a:prstGeom>
          <a:solidFill>
            <a:srgbClr val="E9EDF3"/>
          </a:solidFill>
          <a:ln>
            <a:noFill/>
          </a:ln>
        </p:spPr>
        <p:txBody>
          <a:bodyPr rtlCol="0" anchor="ctr"/>
          <a:lstStyle/>
          <a:p>
            <a:pPr algn="ctr"/>
          </a:p>
        </p:txBody>
      </p:sp>
      <p:sp>
        <p:nvSpPr>
          <p:cNvPr id="408" name="Rectangle 407"/>
          <p:cNvSpPr/>
          <p:nvPr/>
        </p:nvSpPr>
        <p:spPr>
          <a:xfrm>
            <a:off x="1545336" y="3186684"/>
            <a:ext cx="94183" cy="137160"/>
          </a:xfrm>
          <a:prstGeom prst="rect">
            <a:avLst/>
          </a:prstGeom>
          <a:solidFill>
            <a:srgbClr val="F5A623"/>
          </a:solidFill>
          <a:ln>
            <a:noFill/>
          </a:ln>
        </p:spPr>
        <p:txBody>
          <a:bodyPr rtlCol="0" anchor="ctr"/>
          <a:lstStyle/>
          <a:p>
            <a:pPr algn="ctr"/>
          </a:p>
        </p:txBody>
      </p:sp>
      <p:sp>
        <p:nvSpPr>
          <p:cNvPr id="409" name="Rectangle 408"/>
          <p:cNvSpPr/>
          <p:nvPr/>
        </p:nvSpPr>
        <p:spPr>
          <a:xfrm>
            <a:off x="1650492" y="3186684"/>
            <a:ext cx="94183" cy="137160"/>
          </a:xfrm>
          <a:prstGeom prst="rect">
            <a:avLst/>
          </a:prstGeom>
          <a:solidFill>
            <a:srgbClr val="CA6F1E"/>
          </a:solidFill>
          <a:ln>
            <a:noFill/>
          </a:ln>
        </p:spPr>
        <p:txBody>
          <a:bodyPr rtlCol="0" anchor="ctr"/>
          <a:lstStyle/>
          <a:p>
            <a:pPr algn="ctr"/>
          </a:p>
        </p:txBody>
      </p:sp>
      <p:sp>
        <p:nvSpPr>
          <p:cNvPr id="410" name="Rectangle 409"/>
          <p:cNvSpPr/>
          <p:nvPr/>
        </p:nvSpPr>
        <p:spPr>
          <a:xfrm>
            <a:off x="1755648" y="3186684"/>
            <a:ext cx="94183" cy="137160"/>
          </a:xfrm>
          <a:prstGeom prst="rect">
            <a:avLst/>
          </a:prstGeom>
          <a:solidFill>
            <a:srgbClr val="CA6F1E"/>
          </a:solidFill>
          <a:ln>
            <a:noFill/>
          </a:ln>
        </p:spPr>
        <p:txBody>
          <a:bodyPr rtlCol="0" anchor="ctr"/>
          <a:lstStyle/>
          <a:p>
            <a:pPr algn="ctr"/>
          </a:p>
        </p:txBody>
      </p:sp>
      <p:sp>
        <p:nvSpPr>
          <p:cNvPr id="411" name="Rectangle 410"/>
          <p:cNvSpPr/>
          <p:nvPr/>
        </p:nvSpPr>
        <p:spPr>
          <a:xfrm>
            <a:off x="1860804" y="3186684"/>
            <a:ext cx="94183" cy="137160"/>
          </a:xfrm>
          <a:prstGeom prst="rect">
            <a:avLst/>
          </a:prstGeom>
          <a:solidFill>
            <a:srgbClr val="F5A623"/>
          </a:solidFill>
          <a:ln>
            <a:noFill/>
          </a:ln>
        </p:spPr>
        <p:txBody>
          <a:bodyPr rtlCol="0" anchor="ctr"/>
          <a:lstStyle/>
          <a:p>
            <a:pPr algn="ctr"/>
          </a:p>
        </p:txBody>
      </p:sp>
      <p:sp>
        <p:nvSpPr>
          <p:cNvPr id="412" name="Rectangle 411"/>
          <p:cNvSpPr/>
          <p:nvPr/>
        </p:nvSpPr>
        <p:spPr>
          <a:xfrm>
            <a:off x="1965960" y="3186684"/>
            <a:ext cx="94183" cy="137160"/>
          </a:xfrm>
          <a:prstGeom prst="rect">
            <a:avLst/>
          </a:prstGeom>
          <a:solidFill>
            <a:srgbClr val="E9EDF3"/>
          </a:solidFill>
          <a:ln>
            <a:noFill/>
          </a:ln>
        </p:spPr>
        <p:txBody>
          <a:bodyPr rtlCol="0" anchor="ctr"/>
          <a:lstStyle/>
          <a:p>
            <a:pPr algn="ctr"/>
          </a:p>
        </p:txBody>
      </p:sp>
      <p:sp>
        <p:nvSpPr>
          <p:cNvPr id="413" name="Rectangle 412"/>
          <p:cNvSpPr/>
          <p:nvPr/>
        </p:nvSpPr>
        <p:spPr>
          <a:xfrm>
            <a:off x="2071116" y="3186684"/>
            <a:ext cx="94183" cy="137160"/>
          </a:xfrm>
          <a:prstGeom prst="rect">
            <a:avLst/>
          </a:prstGeom>
          <a:solidFill>
            <a:srgbClr val="F5A623"/>
          </a:solidFill>
          <a:ln>
            <a:noFill/>
          </a:ln>
        </p:spPr>
        <p:txBody>
          <a:bodyPr rtlCol="0" anchor="ctr"/>
          <a:lstStyle/>
          <a:p>
            <a:pPr algn="ctr"/>
          </a:p>
        </p:txBody>
      </p:sp>
      <p:sp>
        <p:nvSpPr>
          <p:cNvPr id="414" name="Rectangle 413"/>
          <p:cNvSpPr/>
          <p:nvPr/>
        </p:nvSpPr>
        <p:spPr>
          <a:xfrm>
            <a:off x="2176272" y="3186684"/>
            <a:ext cx="94183" cy="137160"/>
          </a:xfrm>
          <a:prstGeom prst="rect">
            <a:avLst/>
          </a:prstGeom>
          <a:solidFill>
            <a:srgbClr val="CA6F1E"/>
          </a:solidFill>
          <a:ln>
            <a:noFill/>
          </a:ln>
        </p:spPr>
        <p:txBody>
          <a:bodyPr rtlCol="0" anchor="ctr"/>
          <a:lstStyle/>
          <a:p>
            <a:pPr algn="ctr"/>
          </a:p>
        </p:txBody>
      </p:sp>
      <p:sp>
        <p:nvSpPr>
          <p:cNvPr id="415" name="Rectangle 414"/>
          <p:cNvSpPr/>
          <p:nvPr/>
        </p:nvSpPr>
        <p:spPr>
          <a:xfrm>
            <a:off x="2281428" y="3186684"/>
            <a:ext cx="94183" cy="137160"/>
          </a:xfrm>
          <a:prstGeom prst="rect">
            <a:avLst/>
          </a:prstGeom>
          <a:solidFill>
            <a:srgbClr val="F5A623"/>
          </a:solidFill>
          <a:ln>
            <a:noFill/>
          </a:ln>
        </p:spPr>
        <p:txBody>
          <a:bodyPr rtlCol="0" anchor="ctr"/>
          <a:lstStyle/>
          <a:p>
            <a:pPr algn="ctr"/>
          </a:p>
        </p:txBody>
      </p:sp>
      <p:sp>
        <p:nvSpPr>
          <p:cNvPr id="416" name="Rectangle 415"/>
          <p:cNvSpPr/>
          <p:nvPr/>
        </p:nvSpPr>
        <p:spPr>
          <a:xfrm>
            <a:off x="2386584" y="3186684"/>
            <a:ext cx="94183" cy="137160"/>
          </a:xfrm>
          <a:prstGeom prst="rect">
            <a:avLst/>
          </a:prstGeom>
          <a:solidFill>
            <a:srgbClr val="F5A623"/>
          </a:solidFill>
          <a:ln>
            <a:noFill/>
          </a:ln>
        </p:spPr>
        <p:txBody>
          <a:bodyPr rtlCol="0" anchor="ctr"/>
          <a:lstStyle/>
          <a:p>
            <a:pPr algn="ctr"/>
          </a:p>
        </p:txBody>
      </p:sp>
      <p:sp>
        <p:nvSpPr>
          <p:cNvPr id="417" name="Rectangle 416"/>
          <p:cNvSpPr/>
          <p:nvPr/>
        </p:nvSpPr>
        <p:spPr>
          <a:xfrm>
            <a:off x="2491740" y="3186684"/>
            <a:ext cx="94183" cy="137160"/>
          </a:xfrm>
          <a:prstGeom prst="rect">
            <a:avLst/>
          </a:prstGeom>
          <a:solidFill>
            <a:srgbClr val="F5A623"/>
          </a:solidFill>
          <a:ln>
            <a:noFill/>
          </a:ln>
        </p:spPr>
        <p:txBody>
          <a:bodyPr rtlCol="0" anchor="ctr"/>
          <a:lstStyle/>
          <a:p>
            <a:pPr algn="ctr"/>
          </a:p>
        </p:txBody>
      </p:sp>
      <p:sp>
        <p:nvSpPr>
          <p:cNvPr id="418" name="Rectangle 417"/>
          <p:cNvSpPr/>
          <p:nvPr/>
        </p:nvSpPr>
        <p:spPr>
          <a:xfrm>
            <a:off x="2596896" y="3186684"/>
            <a:ext cx="94183" cy="137160"/>
          </a:xfrm>
          <a:prstGeom prst="rect">
            <a:avLst/>
          </a:prstGeom>
          <a:solidFill>
            <a:srgbClr val="CA6F1E"/>
          </a:solidFill>
          <a:ln>
            <a:noFill/>
          </a:ln>
        </p:spPr>
        <p:txBody>
          <a:bodyPr rtlCol="0" anchor="ctr"/>
          <a:lstStyle/>
          <a:p>
            <a:pPr algn="ctr"/>
          </a:p>
        </p:txBody>
      </p:sp>
      <p:sp>
        <p:nvSpPr>
          <p:cNvPr id="419" name="Rectangle 418"/>
          <p:cNvSpPr/>
          <p:nvPr/>
        </p:nvSpPr>
        <p:spPr>
          <a:xfrm>
            <a:off x="2702052" y="3186684"/>
            <a:ext cx="94183" cy="137160"/>
          </a:xfrm>
          <a:prstGeom prst="rect">
            <a:avLst/>
          </a:prstGeom>
          <a:solidFill>
            <a:srgbClr val="C0392B"/>
          </a:solidFill>
          <a:ln>
            <a:noFill/>
          </a:ln>
        </p:spPr>
        <p:txBody>
          <a:bodyPr rtlCol="0" anchor="ctr"/>
          <a:lstStyle/>
          <a:p>
            <a:pPr algn="ctr"/>
          </a:p>
        </p:txBody>
      </p:sp>
      <p:sp>
        <p:nvSpPr>
          <p:cNvPr id="420" name="Rectangle 419"/>
          <p:cNvSpPr/>
          <p:nvPr/>
        </p:nvSpPr>
        <p:spPr>
          <a:xfrm>
            <a:off x="2807208" y="3186684"/>
            <a:ext cx="94183" cy="137160"/>
          </a:xfrm>
          <a:prstGeom prst="rect">
            <a:avLst/>
          </a:prstGeom>
          <a:solidFill>
            <a:srgbClr val="E9EDF3"/>
          </a:solidFill>
          <a:ln>
            <a:noFill/>
          </a:ln>
        </p:spPr>
        <p:txBody>
          <a:bodyPr rtlCol="0" anchor="ctr"/>
          <a:lstStyle/>
          <a:p>
            <a:pPr algn="ctr"/>
          </a:p>
        </p:txBody>
      </p:sp>
      <p:sp>
        <p:nvSpPr>
          <p:cNvPr id="421" name="Rectangle 420"/>
          <p:cNvSpPr/>
          <p:nvPr/>
        </p:nvSpPr>
        <p:spPr>
          <a:xfrm>
            <a:off x="2912364" y="3186684"/>
            <a:ext cx="94183" cy="137160"/>
          </a:xfrm>
          <a:prstGeom prst="rect">
            <a:avLst/>
          </a:prstGeom>
          <a:solidFill>
            <a:srgbClr val="CA6F1E"/>
          </a:solidFill>
          <a:ln>
            <a:noFill/>
          </a:ln>
        </p:spPr>
        <p:txBody>
          <a:bodyPr rtlCol="0" anchor="ctr"/>
          <a:lstStyle/>
          <a:p>
            <a:pPr algn="ctr"/>
          </a:p>
        </p:txBody>
      </p:sp>
      <p:sp>
        <p:nvSpPr>
          <p:cNvPr id="422" name="Rectangle 421"/>
          <p:cNvSpPr/>
          <p:nvPr/>
        </p:nvSpPr>
        <p:spPr>
          <a:xfrm>
            <a:off x="3017520" y="3186684"/>
            <a:ext cx="94183" cy="137160"/>
          </a:xfrm>
          <a:prstGeom prst="rect">
            <a:avLst/>
          </a:prstGeom>
          <a:solidFill>
            <a:srgbClr val="E9EDF3"/>
          </a:solidFill>
          <a:ln>
            <a:noFill/>
          </a:ln>
        </p:spPr>
        <p:txBody>
          <a:bodyPr rtlCol="0" anchor="ctr"/>
          <a:lstStyle/>
          <a:p>
            <a:pPr algn="ctr"/>
          </a:p>
        </p:txBody>
      </p:sp>
      <p:sp>
        <p:nvSpPr>
          <p:cNvPr id="423" name="Rectangle 422"/>
          <p:cNvSpPr/>
          <p:nvPr/>
        </p:nvSpPr>
        <p:spPr>
          <a:xfrm>
            <a:off x="3122676" y="3186684"/>
            <a:ext cx="94183" cy="137160"/>
          </a:xfrm>
          <a:prstGeom prst="rect">
            <a:avLst/>
          </a:prstGeom>
          <a:solidFill>
            <a:srgbClr val="F5A623"/>
          </a:solidFill>
          <a:ln>
            <a:noFill/>
          </a:ln>
        </p:spPr>
        <p:txBody>
          <a:bodyPr rtlCol="0" anchor="ctr"/>
          <a:lstStyle/>
          <a:p>
            <a:pPr algn="ctr"/>
          </a:p>
        </p:txBody>
      </p:sp>
      <p:sp>
        <p:nvSpPr>
          <p:cNvPr id="424" name="Rectangle 423"/>
          <p:cNvSpPr/>
          <p:nvPr/>
        </p:nvSpPr>
        <p:spPr>
          <a:xfrm>
            <a:off x="3227832" y="3186684"/>
            <a:ext cx="94183" cy="137160"/>
          </a:xfrm>
          <a:prstGeom prst="rect">
            <a:avLst/>
          </a:prstGeom>
          <a:solidFill>
            <a:srgbClr val="CA6F1E"/>
          </a:solidFill>
          <a:ln>
            <a:noFill/>
          </a:ln>
        </p:spPr>
        <p:txBody>
          <a:bodyPr rtlCol="0" anchor="ctr"/>
          <a:lstStyle/>
          <a:p>
            <a:pPr algn="ctr"/>
          </a:p>
        </p:txBody>
      </p:sp>
      <p:sp>
        <p:nvSpPr>
          <p:cNvPr id="425" name="Rectangle 424"/>
          <p:cNvSpPr/>
          <p:nvPr/>
        </p:nvSpPr>
        <p:spPr>
          <a:xfrm>
            <a:off x="3332988" y="3186684"/>
            <a:ext cx="94183" cy="137160"/>
          </a:xfrm>
          <a:prstGeom prst="rect">
            <a:avLst/>
          </a:prstGeom>
          <a:solidFill>
            <a:srgbClr val="F5A623"/>
          </a:solidFill>
          <a:ln>
            <a:noFill/>
          </a:ln>
        </p:spPr>
        <p:txBody>
          <a:bodyPr rtlCol="0" anchor="ctr"/>
          <a:lstStyle/>
          <a:p>
            <a:pPr algn="ctr"/>
          </a:p>
        </p:txBody>
      </p:sp>
      <p:sp>
        <p:nvSpPr>
          <p:cNvPr id="426" name="Rectangle 425"/>
          <p:cNvSpPr/>
          <p:nvPr/>
        </p:nvSpPr>
        <p:spPr>
          <a:xfrm>
            <a:off x="3438144" y="3186684"/>
            <a:ext cx="94183" cy="137160"/>
          </a:xfrm>
          <a:prstGeom prst="rect">
            <a:avLst/>
          </a:prstGeom>
          <a:solidFill>
            <a:srgbClr val="F5A623"/>
          </a:solidFill>
          <a:ln>
            <a:noFill/>
          </a:ln>
        </p:spPr>
        <p:txBody>
          <a:bodyPr rtlCol="0" anchor="ctr"/>
          <a:lstStyle/>
          <a:p>
            <a:pPr algn="ctr"/>
          </a:p>
        </p:txBody>
      </p:sp>
      <p:sp>
        <p:nvSpPr>
          <p:cNvPr id="427" name="Rectangle 426"/>
          <p:cNvSpPr/>
          <p:nvPr/>
        </p:nvSpPr>
        <p:spPr>
          <a:xfrm>
            <a:off x="3543300" y="3186684"/>
            <a:ext cx="94183" cy="137160"/>
          </a:xfrm>
          <a:prstGeom prst="rect">
            <a:avLst/>
          </a:prstGeom>
          <a:solidFill>
            <a:srgbClr val="E9EDF3"/>
          </a:solidFill>
          <a:ln>
            <a:noFill/>
          </a:ln>
        </p:spPr>
        <p:txBody>
          <a:bodyPr rtlCol="0" anchor="ctr"/>
          <a:lstStyle/>
          <a:p>
            <a:pPr algn="ctr"/>
          </a:p>
        </p:txBody>
      </p:sp>
      <p:sp>
        <p:nvSpPr>
          <p:cNvPr id="428" name="Rectangle 427"/>
          <p:cNvSpPr/>
          <p:nvPr/>
        </p:nvSpPr>
        <p:spPr>
          <a:xfrm>
            <a:off x="3648456" y="3186684"/>
            <a:ext cx="94183" cy="137160"/>
          </a:xfrm>
          <a:prstGeom prst="rect">
            <a:avLst/>
          </a:prstGeom>
          <a:solidFill>
            <a:srgbClr val="FAD9A0"/>
          </a:solidFill>
          <a:ln>
            <a:noFill/>
          </a:ln>
        </p:spPr>
        <p:txBody>
          <a:bodyPr rtlCol="0" anchor="ctr"/>
          <a:lstStyle/>
          <a:p>
            <a:pPr algn="ctr"/>
          </a:p>
        </p:txBody>
      </p:sp>
      <p:sp>
        <p:nvSpPr>
          <p:cNvPr id="429" name="Rectangle 428"/>
          <p:cNvSpPr/>
          <p:nvPr/>
        </p:nvSpPr>
        <p:spPr>
          <a:xfrm>
            <a:off x="3753612" y="3186684"/>
            <a:ext cx="94183" cy="137160"/>
          </a:xfrm>
          <a:prstGeom prst="rect">
            <a:avLst/>
          </a:prstGeom>
          <a:solidFill>
            <a:srgbClr val="E9EDF3"/>
          </a:solidFill>
          <a:ln>
            <a:noFill/>
          </a:ln>
        </p:spPr>
        <p:txBody>
          <a:bodyPr rtlCol="0" anchor="ctr"/>
          <a:lstStyle/>
          <a:p>
            <a:pPr algn="ctr"/>
          </a:p>
        </p:txBody>
      </p:sp>
      <p:sp>
        <p:nvSpPr>
          <p:cNvPr id="430" name="Rectangle 429"/>
          <p:cNvSpPr/>
          <p:nvPr/>
        </p:nvSpPr>
        <p:spPr>
          <a:xfrm>
            <a:off x="3858768" y="3186684"/>
            <a:ext cx="94183" cy="137160"/>
          </a:xfrm>
          <a:prstGeom prst="rect">
            <a:avLst/>
          </a:prstGeom>
          <a:solidFill>
            <a:srgbClr val="C0392B"/>
          </a:solidFill>
          <a:ln>
            <a:noFill/>
          </a:ln>
        </p:spPr>
        <p:txBody>
          <a:bodyPr rtlCol="0" anchor="ctr"/>
          <a:lstStyle/>
          <a:p>
            <a:pPr algn="ctr"/>
          </a:p>
        </p:txBody>
      </p:sp>
      <p:sp>
        <p:nvSpPr>
          <p:cNvPr id="431" name="Rectangle 430"/>
          <p:cNvSpPr/>
          <p:nvPr/>
        </p:nvSpPr>
        <p:spPr>
          <a:xfrm>
            <a:off x="3963924" y="3186684"/>
            <a:ext cx="94183" cy="137160"/>
          </a:xfrm>
          <a:prstGeom prst="rect">
            <a:avLst/>
          </a:prstGeom>
          <a:solidFill>
            <a:srgbClr val="F5A623"/>
          </a:solidFill>
          <a:ln>
            <a:noFill/>
          </a:ln>
        </p:spPr>
        <p:txBody>
          <a:bodyPr rtlCol="0" anchor="ctr"/>
          <a:lstStyle/>
          <a:p>
            <a:pPr algn="ctr"/>
          </a:p>
        </p:txBody>
      </p:sp>
      <p:sp>
        <p:nvSpPr>
          <p:cNvPr id="432" name="TextBox 431"/>
          <p:cNvSpPr txBox="1"/>
          <p:nvPr/>
        </p:nvSpPr>
        <p:spPr>
          <a:xfrm>
            <a:off x="4105656" y="3182112"/>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135</a:t>
            </a:r>
          </a:p>
        </p:txBody>
      </p:sp>
      <p:sp>
        <p:nvSpPr>
          <p:cNvPr id="433" name="TextBox 432"/>
          <p:cNvSpPr txBox="1"/>
          <p:nvPr/>
        </p:nvSpPr>
        <p:spPr>
          <a:xfrm>
            <a:off x="411480" y="333298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73</a:t>
            </a:r>
          </a:p>
        </p:txBody>
      </p:sp>
      <p:sp>
        <p:nvSpPr>
          <p:cNvPr id="434" name="Rectangle 433"/>
          <p:cNvSpPr/>
          <p:nvPr/>
        </p:nvSpPr>
        <p:spPr>
          <a:xfrm>
            <a:off x="914400" y="3337560"/>
            <a:ext cx="94183" cy="137160"/>
          </a:xfrm>
          <a:prstGeom prst="rect">
            <a:avLst/>
          </a:prstGeom>
          <a:solidFill>
            <a:srgbClr val="F5A623"/>
          </a:solidFill>
          <a:ln>
            <a:noFill/>
          </a:ln>
        </p:spPr>
        <p:txBody>
          <a:bodyPr rtlCol="0" anchor="ctr"/>
          <a:lstStyle/>
          <a:p>
            <a:pPr algn="ctr"/>
          </a:p>
        </p:txBody>
      </p:sp>
      <p:sp>
        <p:nvSpPr>
          <p:cNvPr id="435" name="Rectangle 434"/>
          <p:cNvSpPr/>
          <p:nvPr/>
        </p:nvSpPr>
        <p:spPr>
          <a:xfrm>
            <a:off x="1019556" y="3337560"/>
            <a:ext cx="94183" cy="137160"/>
          </a:xfrm>
          <a:prstGeom prst="rect">
            <a:avLst/>
          </a:prstGeom>
          <a:solidFill>
            <a:srgbClr val="F5A623"/>
          </a:solidFill>
          <a:ln>
            <a:noFill/>
          </a:ln>
        </p:spPr>
        <p:txBody>
          <a:bodyPr rtlCol="0" anchor="ctr"/>
          <a:lstStyle/>
          <a:p>
            <a:pPr algn="ctr"/>
          </a:p>
        </p:txBody>
      </p:sp>
      <p:sp>
        <p:nvSpPr>
          <p:cNvPr id="436" name="Rectangle 435"/>
          <p:cNvSpPr/>
          <p:nvPr/>
        </p:nvSpPr>
        <p:spPr>
          <a:xfrm>
            <a:off x="1124712" y="3337560"/>
            <a:ext cx="94183" cy="137160"/>
          </a:xfrm>
          <a:prstGeom prst="rect">
            <a:avLst/>
          </a:prstGeom>
          <a:solidFill>
            <a:srgbClr val="FAD9A0"/>
          </a:solidFill>
          <a:ln>
            <a:noFill/>
          </a:ln>
        </p:spPr>
        <p:txBody>
          <a:bodyPr rtlCol="0" anchor="ctr"/>
          <a:lstStyle/>
          <a:p>
            <a:pPr algn="ctr"/>
          </a:p>
        </p:txBody>
      </p:sp>
      <p:sp>
        <p:nvSpPr>
          <p:cNvPr id="437" name="Rectangle 436"/>
          <p:cNvSpPr/>
          <p:nvPr/>
        </p:nvSpPr>
        <p:spPr>
          <a:xfrm>
            <a:off x="1229868" y="3337560"/>
            <a:ext cx="94183" cy="137160"/>
          </a:xfrm>
          <a:prstGeom prst="rect">
            <a:avLst/>
          </a:prstGeom>
          <a:solidFill>
            <a:srgbClr val="F5A623"/>
          </a:solidFill>
          <a:ln>
            <a:noFill/>
          </a:ln>
        </p:spPr>
        <p:txBody>
          <a:bodyPr rtlCol="0" anchor="ctr"/>
          <a:lstStyle/>
          <a:p>
            <a:pPr algn="ctr"/>
          </a:p>
        </p:txBody>
      </p:sp>
      <p:sp>
        <p:nvSpPr>
          <p:cNvPr id="438" name="Rectangle 437"/>
          <p:cNvSpPr/>
          <p:nvPr/>
        </p:nvSpPr>
        <p:spPr>
          <a:xfrm>
            <a:off x="1335024" y="3337560"/>
            <a:ext cx="94183" cy="137160"/>
          </a:xfrm>
          <a:prstGeom prst="rect">
            <a:avLst/>
          </a:prstGeom>
          <a:solidFill>
            <a:srgbClr val="F5A623"/>
          </a:solidFill>
          <a:ln>
            <a:noFill/>
          </a:ln>
        </p:spPr>
        <p:txBody>
          <a:bodyPr rtlCol="0" anchor="ctr"/>
          <a:lstStyle/>
          <a:p>
            <a:pPr algn="ctr"/>
          </a:p>
        </p:txBody>
      </p:sp>
      <p:sp>
        <p:nvSpPr>
          <p:cNvPr id="439" name="Rectangle 438"/>
          <p:cNvSpPr/>
          <p:nvPr/>
        </p:nvSpPr>
        <p:spPr>
          <a:xfrm>
            <a:off x="1440180" y="3337560"/>
            <a:ext cx="94183" cy="137160"/>
          </a:xfrm>
          <a:prstGeom prst="rect">
            <a:avLst/>
          </a:prstGeom>
          <a:solidFill>
            <a:srgbClr val="E9EDF3"/>
          </a:solidFill>
          <a:ln>
            <a:noFill/>
          </a:ln>
        </p:spPr>
        <p:txBody>
          <a:bodyPr rtlCol="0" anchor="ctr"/>
          <a:lstStyle/>
          <a:p>
            <a:pPr algn="ctr"/>
          </a:p>
        </p:txBody>
      </p:sp>
      <p:sp>
        <p:nvSpPr>
          <p:cNvPr id="440" name="Rectangle 439"/>
          <p:cNvSpPr/>
          <p:nvPr/>
        </p:nvSpPr>
        <p:spPr>
          <a:xfrm>
            <a:off x="1545336" y="3337560"/>
            <a:ext cx="94183" cy="137160"/>
          </a:xfrm>
          <a:prstGeom prst="rect">
            <a:avLst/>
          </a:prstGeom>
          <a:solidFill>
            <a:srgbClr val="E9EDF3"/>
          </a:solidFill>
          <a:ln>
            <a:noFill/>
          </a:ln>
        </p:spPr>
        <p:txBody>
          <a:bodyPr rtlCol="0" anchor="ctr"/>
          <a:lstStyle/>
          <a:p>
            <a:pPr algn="ctr"/>
          </a:p>
        </p:txBody>
      </p:sp>
      <p:sp>
        <p:nvSpPr>
          <p:cNvPr id="441" name="Rectangle 440"/>
          <p:cNvSpPr/>
          <p:nvPr/>
        </p:nvSpPr>
        <p:spPr>
          <a:xfrm>
            <a:off x="1650492" y="3337560"/>
            <a:ext cx="94183" cy="137160"/>
          </a:xfrm>
          <a:prstGeom prst="rect">
            <a:avLst/>
          </a:prstGeom>
          <a:solidFill>
            <a:srgbClr val="FAD9A0"/>
          </a:solidFill>
          <a:ln>
            <a:noFill/>
          </a:ln>
        </p:spPr>
        <p:txBody>
          <a:bodyPr rtlCol="0" anchor="ctr"/>
          <a:lstStyle/>
          <a:p>
            <a:pPr algn="ctr"/>
          </a:p>
        </p:txBody>
      </p:sp>
      <p:sp>
        <p:nvSpPr>
          <p:cNvPr id="442" name="Rectangle 441"/>
          <p:cNvSpPr/>
          <p:nvPr/>
        </p:nvSpPr>
        <p:spPr>
          <a:xfrm>
            <a:off x="1755648" y="3337560"/>
            <a:ext cx="94183" cy="137160"/>
          </a:xfrm>
          <a:prstGeom prst="rect">
            <a:avLst/>
          </a:prstGeom>
          <a:solidFill>
            <a:srgbClr val="CA6F1E"/>
          </a:solidFill>
          <a:ln>
            <a:noFill/>
          </a:ln>
        </p:spPr>
        <p:txBody>
          <a:bodyPr rtlCol="0" anchor="ctr"/>
          <a:lstStyle/>
          <a:p>
            <a:pPr algn="ctr"/>
          </a:p>
        </p:txBody>
      </p:sp>
      <p:sp>
        <p:nvSpPr>
          <p:cNvPr id="443" name="Rectangle 442"/>
          <p:cNvSpPr/>
          <p:nvPr/>
        </p:nvSpPr>
        <p:spPr>
          <a:xfrm>
            <a:off x="1860804" y="3337560"/>
            <a:ext cx="94183" cy="137160"/>
          </a:xfrm>
          <a:prstGeom prst="rect">
            <a:avLst/>
          </a:prstGeom>
          <a:solidFill>
            <a:srgbClr val="CA6F1E"/>
          </a:solidFill>
          <a:ln>
            <a:noFill/>
          </a:ln>
        </p:spPr>
        <p:txBody>
          <a:bodyPr rtlCol="0" anchor="ctr"/>
          <a:lstStyle/>
          <a:p>
            <a:pPr algn="ctr"/>
          </a:p>
        </p:txBody>
      </p:sp>
      <p:sp>
        <p:nvSpPr>
          <p:cNvPr id="444" name="Rectangle 443"/>
          <p:cNvSpPr/>
          <p:nvPr/>
        </p:nvSpPr>
        <p:spPr>
          <a:xfrm>
            <a:off x="1965960" y="3337560"/>
            <a:ext cx="94183" cy="137160"/>
          </a:xfrm>
          <a:prstGeom prst="rect">
            <a:avLst/>
          </a:prstGeom>
          <a:solidFill>
            <a:srgbClr val="E9EDF3"/>
          </a:solidFill>
          <a:ln>
            <a:noFill/>
          </a:ln>
        </p:spPr>
        <p:txBody>
          <a:bodyPr rtlCol="0" anchor="ctr"/>
          <a:lstStyle/>
          <a:p>
            <a:pPr algn="ctr"/>
          </a:p>
        </p:txBody>
      </p:sp>
      <p:sp>
        <p:nvSpPr>
          <p:cNvPr id="445" name="Rectangle 444"/>
          <p:cNvSpPr/>
          <p:nvPr/>
        </p:nvSpPr>
        <p:spPr>
          <a:xfrm>
            <a:off x="2071116" y="3337560"/>
            <a:ext cx="94183" cy="137160"/>
          </a:xfrm>
          <a:prstGeom prst="rect">
            <a:avLst/>
          </a:prstGeom>
          <a:solidFill>
            <a:srgbClr val="F5A623"/>
          </a:solidFill>
          <a:ln>
            <a:noFill/>
          </a:ln>
        </p:spPr>
        <p:txBody>
          <a:bodyPr rtlCol="0" anchor="ctr"/>
          <a:lstStyle/>
          <a:p>
            <a:pPr algn="ctr"/>
          </a:p>
        </p:txBody>
      </p:sp>
      <p:sp>
        <p:nvSpPr>
          <p:cNvPr id="446" name="Rectangle 445"/>
          <p:cNvSpPr/>
          <p:nvPr/>
        </p:nvSpPr>
        <p:spPr>
          <a:xfrm>
            <a:off x="2176272" y="3337560"/>
            <a:ext cx="94183" cy="137160"/>
          </a:xfrm>
          <a:prstGeom prst="rect">
            <a:avLst/>
          </a:prstGeom>
          <a:solidFill>
            <a:srgbClr val="FAD9A0"/>
          </a:solidFill>
          <a:ln>
            <a:noFill/>
          </a:ln>
        </p:spPr>
        <p:txBody>
          <a:bodyPr rtlCol="0" anchor="ctr"/>
          <a:lstStyle/>
          <a:p>
            <a:pPr algn="ctr"/>
          </a:p>
        </p:txBody>
      </p:sp>
      <p:sp>
        <p:nvSpPr>
          <p:cNvPr id="447" name="Rectangle 446"/>
          <p:cNvSpPr/>
          <p:nvPr/>
        </p:nvSpPr>
        <p:spPr>
          <a:xfrm>
            <a:off x="2281428" y="3337560"/>
            <a:ext cx="94183" cy="137160"/>
          </a:xfrm>
          <a:prstGeom prst="rect">
            <a:avLst/>
          </a:prstGeom>
          <a:solidFill>
            <a:srgbClr val="F5A623"/>
          </a:solidFill>
          <a:ln>
            <a:noFill/>
          </a:ln>
        </p:spPr>
        <p:txBody>
          <a:bodyPr rtlCol="0" anchor="ctr"/>
          <a:lstStyle/>
          <a:p>
            <a:pPr algn="ctr"/>
          </a:p>
        </p:txBody>
      </p:sp>
      <p:sp>
        <p:nvSpPr>
          <p:cNvPr id="448" name="Rectangle 447"/>
          <p:cNvSpPr/>
          <p:nvPr/>
        </p:nvSpPr>
        <p:spPr>
          <a:xfrm>
            <a:off x="2386584" y="3337560"/>
            <a:ext cx="94183" cy="137160"/>
          </a:xfrm>
          <a:prstGeom prst="rect">
            <a:avLst/>
          </a:prstGeom>
          <a:solidFill>
            <a:srgbClr val="F5A623"/>
          </a:solidFill>
          <a:ln>
            <a:noFill/>
          </a:ln>
        </p:spPr>
        <p:txBody>
          <a:bodyPr rtlCol="0" anchor="ctr"/>
          <a:lstStyle/>
          <a:p>
            <a:pPr algn="ctr"/>
          </a:p>
        </p:txBody>
      </p:sp>
      <p:sp>
        <p:nvSpPr>
          <p:cNvPr id="449" name="Rectangle 448"/>
          <p:cNvSpPr/>
          <p:nvPr/>
        </p:nvSpPr>
        <p:spPr>
          <a:xfrm>
            <a:off x="2491740" y="3337560"/>
            <a:ext cx="94183" cy="137160"/>
          </a:xfrm>
          <a:prstGeom prst="rect">
            <a:avLst/>
          </a:prstGeom>
          <a:solidFill>
            <a:srgbClr val="FAD9A0"/>
          </a:solidFill>
          <a:ln>
            <a:noFill/>
          </a:ln>
        </p:spPr>
        <p:txBody>
          <a:bodyPr rtlCol="0" anchor="ctr"/>
          <a:lstStyle/>
          <a:p>
            <a:pPr algn="ctr"/>
          </a:p>
        </p:txBody>
      </p:sp>
      <p:sp>
        <p:nvSpPr>
          <p:cNvPr id="450" name="Rectangle 449"/>
          <p:cNvSpPr/>
          <p:nvPr/>
        </p:nvSpPr>
        <p:spPr>
          <a:xfrm>
            <a:off x="2596896" y="3337560"/>
            <a:ext cx="94183" cy="137160"/>
          </a:xfrm>
          <a:prstGeom prst="rect">
            <a:avLst/>
          </a:prstGeom>
          <a:solidFill>
            <a:srgbClr val="CA6F1E"/>
          </a:solidFill>
          <a:ln>
            <a:noFill/>
          </a:ln>
        </p:spPr>
        <p:txBody>
          <a:bodyPr rtlCol="0" anchor="ctr"/>
          <a:lstStyle/>
          <a:p>
            <a:pPr algn="ctr"/>
          </a:p>
        </p:txBody>
      </p:sp>
      <p:sp>
        <p:nvSpPr>
          <p:cNvPr id="451" name="Rectangle 450"/>
          <p:cNvSpPr/>
          <p:nvPr/>
        </p:nvSpPr>
        <p:spPr>
          <a:xfrm>
            <a:off x="2702052" y="3337560"/>
            <a:ext cx="94183" cy="137160"/>
          </a:xfrm>
          <a:prstGeom prst="rect">
            <a:avLst/>
          </a:prstGeom>
          <a:solidFill>
            <a:srgbClr val="CA6F1E"/>
          </a:solidFill>
          <a:ln>
            <a:noFill/>
          </a:ln>
        </p:spPr>
        <p:txBody>
          <a:bodyPr rtlCol="0" anchor="ctr"/>
          <a:lstStyle/>
          <a:p>
            <a:pPr algn="ctr"/>
          </a:p>
        </p:txBody>
      </p:sp>
      <p:sp>
        <p:nvSpPr>
          <p:cNvPr id="452" name="Rectangle 451"/>
          <p:cNvSpPr/>
          <p:nvPr/>
        </p:nvSpPr>
        <p:spPr>
          <a:xfrm>
            <a:off x="2807208" y="3337560"/>
            <a:ext cx="94183" cy="137160"/>
          </a:xfrm>
          <a:prstGeom prst="rect">
            <a:avLst/>
          </a:prstGeom>
          <a:solidFill>
            <a:srgbClr val="F5A623"/>
          </a:solidFill>
          <a:ln>
            <a:noFill/>
          </a:ln>
        </p:spPr>
        <p:txBody>
          <a:bodyPr rtlCol="0" anchor="ctr"/>
          <a:lstStyle/>
          <a:p>
            <a:pPr algn="ctr"/>
          </a:p>
        </p:txBody>
      </p:sp>
      <p:sp>
        <p:nvSpPr>
          <p:cNvPr id="453" name="Rectangle 452"/>
          <p:cNvSpPr/>
          <p:nvPr/>
        </p:nvSpPr>
        <p:spPr>
          <a:xfrm>
            <a:off x="2912364" y="3337560"/>
            <a:ext cx="94183" cy="137160"/>
          </a:xfrm>
          <a:prstGeom prst="rect">
            <a:avLst/>
          </a:prstGeom>
          <a:solidFill>
            <a:srgbClr val="F5A623"/>
          </a:solidFill>
          <a:ln>
            <a:noFill/>
          </a:ln>
        </p:spPr>
        <p:txBody>
          <a:bodyPr rtlCol="0" anchor="ctr"/>
          <a:lstStyle/>
          <a:p>
            <a:pPr algn="ctr"/>
          </a:p>
        </p:txBody>
      </p:sp>
      <p:sp>
        <p:nvSpPr>
          <p:cNvPr id="454" name="Rectangle 453"/>
          <p:cNvSpPr/>
          <p:nvPr/>
        </p:nvSpPr>
        <p:spPr>
          <a:xfrm>
            <a:off x="3017520" y="3337560"/>
            <a:ext cx="94183" cy="137160"/>
          </a:xfrm>
          <a:prstGeom prst="rect">
            <a:avLst/>
          </a:prstGeom>
          <a:solidFill>
            <a:srgbClr val="E9EDF3"/>
          </a:solidFill>
          <a:ln>
            <a:noFill/>
          </a:ln>
        </p:spPr>
        <p:txBody>
          <a:bodyPr rtlCol="0" anchor="ctr"/>
          <a:lstStyle/>
          <a:p>
            <a:pPr algn="ctr"/>
          </a:p>
        </p:txBody>
      </p:sp>
      <p:sp>
        <p:nvSpPr>
          <p:cNvPr id="455" name="Rectangle 454"/>
          <p:cNvSpPr/>
          <p:nvPr/>
        </p:nvSpPr>
        <p:spPr>
          <a:xfrm>
            <a:off x="3122676" y="3337560"/>
            <a:ext cx="94183" cy="137160"/>
          </a:xfrm>
          <a:prstGeom prst="rect">
            <a:avLst/>
          </a:prstGeom>
          <a:solidFill>
            <a:srgbClr val="F5A623"/>
          </a:solidFill>
          <a:ln>
            <a:noFill/>
          </a:ln>
        </p:spPr>
        <p:txBody>
          <a:bodyPr rtlCol="0" anchor="ctr"/>
          <a:lstStyle/>
          <a:p>
            <a:pPr algn="ctr"/>
          </a:p>
        </p:txBody>
      </p:sp>
      <p:sp>
        <p:nvSpPr>
          <p:cNvPr id="456" name="Rectangle 455"/>
          <p:cNvSpPr/>
          <p:nvPr/>
        </p:nvSpPr>
        <p:spPr>
          <a:xfrm>
            <a:off x="3227832" y="3337560"/>
            <a:ext cx="94183" cy="137160"/>
          </a:xfrm>
          <a:prstGeom prst="rect">
            <a:avLst/>
          </a:prstGeom>
          <a:solidFill>
            <a:srgbClr val="FAD9A0"/>
          </a:solidFill>
          <a:ln>
            <a:noFill/>
          </a:ln>
        </p:spPr>
        <p:txBody>
          <a:bodyPr rtlCol="0" anchor="ctr"/>
          <a:lstStyle/>
          <a:p>
            <a:pPr algn="ctr"/>
          </a:p>
        </p:txBody>
      </p:sp>
      <p:sp>
        <p:nvSpPr>
          <p:cNvPr id="457" name="Rectangle 456"/>
          <p:cNvSpPr/>
          <p:nvPr/>
        </p:nvSpPr>
        <p:spPr>
          <a:xfrm>
            <a:off x="3332988" y="3337560"/>
            <a:ext cx="94183" cy="137160"/>
          </a:xfrm>
          <a:prstGeom prst="rect">
            <a:avLst/>
          </a:prstGeom>
          <a:solidFill>
            <a:srgbClr val="FAD9A0"/>
          </a:solidFill>
          <a:ln>
            <a:noFill/>
          </a:ln>
        </p:spPr>
        <p:txBody>
          <a:bodyPr rtlCol="0" anchor="ctr"/>
          <a:lstStyle/>
          <a:p>
            <a:pPr algn="ctr"/>
          </a:p>
        </p:txBody>
      </p:sp>
      <p:sp>
        <p:nvSpPr>
          <p:cNvPr id="458" name="Rectangle 457"/>
          <p:cNvSpPr/>
          <p:nvPr/>
        </p:nvSpPr>
        <p:spPr>
          <a:xfrm>
            <a:off x="3438144" y="3337560"/>
            <a:ext cx="94183" cy="137160"/>
          </a:xfrm>
          <a:prstGeom prst="rect">
            <a:avLst/>
          </a:prstGeom>
          <a:solidFill>
            <a:srgbClr val="E9EDF3"/>
          </a:solidFill>
          <a:ln>
            <a:noFill/>
          </a:ln>
        </p:spPr>
        <p:txBody>
          <a:bodyPr rtlCol="0" anchor="ctr"/>
          <a:lstStyle/>
          <a:p>
            <a:pPr algn="ctr"/>
          </a:p>
        </p:txBody>
      </p:sp>
      <p:sp>
        <p:nvSpPr>
          <p:cNvPr id="459" name="Rectangle 458"/>
          <p:cNvSpPr/>
          <p:nvPr/>
        </p:nvSpPr>
        <p:spPr>
          <a:xfrm>
            <a:off x="3543300" y="3337560"/>
            <a:ext cx="94183" cy="137160"/>
          </a:xfrm>
          <a:prstGeom prst="rect">
            <a:avLst/>
          </a:prstGeom>
          <a:solidFill>
            <a:srgbClr val="FAD9A0"/>
          </a:solidFill>
          <a:ln>
            <a:noFill/>
          </a:ln>
        </p:spPr>
        <p:txBody>
          <a:bodyPr rtlCol="0" anchor="ctr"/>
          <a:lstStyle/>
          <a:p>
            <a:pPr algn="ctr"/>
          </a:p>
        </p:txBody>
      </p:sp>
      <p:sp>
        <p:nvSpPr>
          <p:cNvPr id="460" name="Rectangle 459"/>
          <p:cNvSpPr/>
          <p:nvPr/>
        </p:nvSpPr>
        <p:spPr>
          <a:xfrm>
            <a:off x="3648456" y="3337560"/>
            <a:ext cx="94183" cy="137160"/>
          </a:xfrm>
          <a:prstGeom prst="rect">
            <a:avLst/>
          </a:prstGeom>
          <a:solidFill>
            <a:srgbClr val="FAD9A0"/>
          </a:solidFill>
          <a:ln>
            <a:noFill/>
          </a:ln>
        </p:spPr>
        <p:txBody>
          <a:bodyPr rtlCol="0" anchor="ctr"/>
          <a:lstStyle/>
          <a:p>
            <a:pPr algn="ctr"/>
          </a:p>
        </p:txBody>
      </p:sp>
      <p:sp>
        <p:nvSpPr>
          <p:cNvPr id="461" name="Rectangle 460"/>
          <p:cNvSpPr/>
          <p:nvPr/>
        </p:nvSpPr>
        <p:spPr>
          <a:xfrm>
            <a:off x="3753612" y="3337560"/>
            <a:ext cx="94183" cy="137160"/>
          </a:xfrm>
          <a:prstGeom prst="rect">
            <a:avLst/>
          </a:prstGeom>
          <a:solidFill>
            <a:srgbClr val="FAD9A0"/>
          </a:solidFill>
          <a:ln>
            <a:noFill/>
          </a:ln>
        </p:spPr>
        <p:txBody>
          <a:bodyPr rtlCol="0" anchor="ctr"/>
          <a:lstStyle/>
          <a:p>
            <a:pPr algn="ctr"/>
          </a:p>
        </p:txBody>
      </p:sp>
      <p:sp>
        <p:nvSpPr>
          <p:cNvPr id="462" name="Rectangle 461"/>
          <p:cNvSpPr/>
          <p:nvPr/>
        </p:nvSpPr>
        <p:spPr>
          <a:xfrm>
            <a:off x="3858768" y="3337560"/>
            <a:ext cx="94183" cy="137160"/>
          </a:xfrm>
          <a:prstGeom prst="rect">
            <a:avLst/>
          </a:prstGeom>
          <a:solidFill>
            <a:srgbClr val="CA6F1E"/>
          </a:solidFill>
          <a:ln>
            <a:noFill/>
          </a:ln>
        </p:spPr>
        <p:txBody>
          <a:bodyPr rtlCol="0" anchor="ctr"/>
          <a:lstStyle/>
          <a:p>
            <a:pPr algn="ctr"/>
          </a:p>
        </p:txBody>
      </p:sp>
      <p:sp>
        <p:nvSpPr>
          <p:cNvPr id="463" name="Rectangle 462"/>
          <p:cNvSpPr/>
          <p:nvPr/>
        </p:nvSpPr>
        <p:spPr>
          <a:xfrm>
            <a:off x="3963924" y="3337560"/>
            <a:ext cx="94183" cy="137160"/>
          </a:xfrm>
          <a:prstGeom prst="rect">
            <a:avLst/>
          </a:prstGeom>
          <a:solidFill>
            <a:srgbClr val="E9EDF3"/>
          </a:solidFill>
          <a:ln>
            <a:noFill/>
          </a:ln>
        </p:spPr>
        <p:txBody>
          <a:bodyPr rtlCol="0" anchor="ctr"/>
          <a:lstStyle/>
          <a:p>
            <a:pPr algn="ctr"/>
          </a:p>
        </p:txBody>
      </p:sp>
      <p:sp>
        <p:nvSpPr>
          <p:cNvPr id="464" name="TextBox 463"/>
          <p:cNvSpPr txBox="1"/>
          <p:nvPr/>
        </p:nvSpPr>
        <p:spPr>
          <a:xfrm>
            <a:off x="4105656" y="3332988"/>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91</a:t>
            </a:r>
          </a:p>
        </p:txBody>
      </p:sp>
      <p:sp>
        <p:nvSpPr>
          <p:cNvPr id="465" name="TextBox 464"/>
          <p:cNvSpPr txBox="1"/>
          <p:nvPr/>
        </p:nvSpPr>
        <p:spPr>
          <a:xfrm>
            <a:off x="411480" y="348386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29</a:t>
            </a:r>
          </a:p>
        </p:txBody>
      </p:sp>
      <p:sp>
        <p:nvSpPr>
          <p:cNvPr id="466" name="Rectangle 465"/>
          <p:cNvSpPr/>
          <p:nvPr/>
        </p:nvSpPr>
        <p:spPr>
          <a:xfrm>
            <a:off x="914400" y="3488436"/>
            <a:ext cx="94183" cy="137160"/>
          </a:xfrm>
          <a:prstGeom prst="rect">
            <a:avLst/>
          </a:prstGeom>
          <a:solidFill>
            <a:srgbClr val="FAD9A0"/>
          </a:solidFill>
          <a:ln>
            <a:noFill/>
          </a:ln>
        </p:spPr>
        <p:txBody>
          <a:bodyPr rtlCol="0" anchor="ctr"/>
          <a:lstStyle/>
          <a:p>
            <a:pPr algn="ctr"/>
          </a:p>
        </p:txBody>
      </p:sp>
      <p:sp>
        <p:nvSpPr>
          <p:cNvPr id="467" name="Rectangle 466"/>
          <p:cNvSpPr/>
          <p:nvPr/>
        </p:nvSpPr>
        <p:spPr>
          <a:xfrm>
            <a:off x="1019556" y="3488436"/>
            <a:ext cx="94183" cy="137160"/>
          </a:xfrm>
          <a:prstGeom prst="rect">
            <a:avLst/>
          </a:prstGeom>
          <a:solidFill>
            <a:srgbClr val="FAD9A0"/>
          </a:solidFill>
          <a:ln>
            <a:noFill/>
          </a:ln>
        </p:spPr>
        <p:txBody>
          <a:bodyPr rtlCol="0" anchor="ctr"/>
          <a:lstStyle/>
          <a:p>
            <a:pPr algn="ctr"/>
          </a:p>
        </p:txBody>
      </p:sp>
      <p:sp>
        <p:nvSpPr>
          <p:cNvPr id="468" name="Rectangle 467"/>
          <p:cNvSpPr/>
          <p:nvPr/>
        </p:nvSpPr>
        <p:spPr>
          <a:xfrm>
            <a:off x="1124712" y="3488436"/>
            <a:ext cx="94183" cy="137160"/>
          </a:xfrm>
          <a:prstGeom prst="rect">
            <a:avLst/>
          </a:prstGeom>
          <a:solidFill>
            <a:srgbClr val="F5A623"/>
          </a:solidFill>
          <a:ln>
            <a:noFill/>
          </a:ln>
        </p:spPr>
        <p:txBody>
          <a:bodyPr rtlCol="0" anchor="ctr"/>
          <a:lstStyle/>
          <a:p>
            <a:pPr algn="ctr"/>
          </a:p>
        </p:txBody>
      </p:sp>
      <p:sp>
        <p:nvSpPr>
          <p:cNvPr id="469" name="Rectangle 468"/>
          <p:cNvSpPr/>
          <p:nvPr/>
        </p:nvSpPr>
        <p:spPr>
          <a:xfrm>
            <a:off x="1229868" y="3488436"/>
            <a:ext cx="94183" cy="137160"/>
          </a:xfrm>
          <a:prstGeom prst="rect">
            <a:avLst/>
          </a:prstGeom>
          <a:solidFill>
            <a:srgbClr val="F5A623"/>
          </a:solidFill>
          <a:ln>
            <a:noFill/>
          </a:ln>
        </p:spPr>
        <p:txBody>
          <a:bodyPr rtlCol="0" anchor="ctr"/>
          <a:lstStyle/>
          <a:p>
            <a:pPr algn="ctr"/>
          </a:p>
        </p:txBody>
      </p:sp>
      <p:sp>
        <p:nvSpPr>
          <p:cNvPr id="470" name="Rectangle 469"/>
          <p:cNvSpPr/>
          <p:nvPr/>
        </p:nvSpPr>
        <p:spPr>
          <a:xfrm>
            <a:off x="1335024" y="3488436"/>
            <a:ext cx="94183" cy="137160"/>
          </a:xfrm>
          <a:prstGeom prst="rect">
            <a:avLst/>
          </a:prstGeom>
          <a:solidFill>
            <a:srgbClr val="FAD9A0"/>
          </a:solidFill>
          <a:ln>
            <a:noFill/>
          </a:ln>
        </p:spPr>
        <p:txBody>
          <a:bodyPr rtlCol="0" anchor="ctr"/>
          <a:lstStyle/>
          <a:p>
            <a:pPr algn="ctr"/>
          </a:p>
        </p:txBody>
      </p:sp>
      <p:sp>
        <p:nvSpPr>
          <p:cNvPr id="471" name="Rectangle 470"/>
          <p:cNvSpPr/>
          <p:nvPr/>
        </p:nvSpPr>
        <p:spPr>
          <a:xfrm>
            <a:off x="1440180" y="3488436"/>
            <a:ext cx="94183" cy="137160"/>
          </a:xfrm>
          <a:prstGeom prst="rect">
            <a:avLst/>
          </a:prstGeom>
          <a:solidFill>
            <a:srgbClr val="FAD9A0"/>
          </a:solidFill>
          <a:ln>
            <a:noFill/>
          </a:ln>
        </p:spPr>
        <p:txBody>
          <a:bodyPr rtlCol="0" anchor="ctr"/>
          <a:lstStyle/>
          <a:p>
            <a:pPr algn="ctr"/>
          </a:p>
        </p:txBody>
      </p:sp>
      <p:sp>
        <p:nvSpPr>
          <p:cNvPr id="472" name="Rectangle 471"/>
          <p:cNvSpPr/>
          <p:nvPr/>
        </p:nvSpPr>
        <p:spPr>
          <a:xfrm>
            <a:off x="1545336" y="3488436"/>
            <a:ext cx="94183" cy="137160"/>
          </a:xfrm>
          <a:prstGeom prst="rect">
            <a:avLst/>
          </a:prstGeom>
          <a:solidFill>
            <a:srgbClr val="CA6F1E"/>
          </a:solidFill>
          <a:ln>
            <a:noFill/>
          </a:ln>
        </p:spPr>
        <p:txBody>
          <a:bodyPr rtlCol="0" anchor="ctr"/>
          <a:lstStyle/>
          <a:p>
            <a:pPr algn="ctr"/>
          </a:p>
        </p:txBody>
      </p:sp>
      <p:sp>
        <p:nvSpPr>
          <p:cNvPr id="473" name="Rectangle 472"/>
          <p:cNvSpPr/>
          <p:nvPr/>
        </p:nvSpPr>
        <p:spPr>
          <a:xfrm>
            <a:off x="1650492" y="3488436"/>
            <a:ext cx="94183" cy="137160"/>
          </a:xfrm>
          <a:prstGeom prst="rect">
            <a:avLst/>
          </a:prstGeom>
          <a:solidFill>
            <a:srgbClr val="C0392B"/>
          </a:solidFill>
          <a:ln>
            <a:noFill/>
          </a:ln>
        </p:spPr>
        <p:txBody>
          <a:bodyPr rtlCol="0" anchor="ctr"/>
          <a:lstStyle/>
          <a:p>
            <a:pPr algn="ctr"/>
          </a:p>
        </p:txBody>
      </p:sp>
      <p:sp>
        <p:nvSpPr>
          <p:cNvPr id="474" name="Rectangle 473"/>
          <p:cNvSpPr/>
          <p:nvPr/>
        </p:nvSpPr>
        <p:spPr>
          <a:xfrm>
            <a:off x="1755648" y="3488436"/>
            <a:ext cx="94183" cy="137160"/>
          </a:xfrm>
          <a:prstGeom prst="rect">
            <a:avLst/>
          </a:prstGeom>
          <a:solidFill>
            <a:srgbClr val="F5A623"/>
          </a:solidFill>
          <a:ln>
            <a:noFill/>
          </a:ln>
        </p:spPr>
        <p:txBody>
          <a:bodyPr rtlCol="0" anchor="ctr"/>
          <a:lstStyle/>
          <a:p>
            <a:pPr algn="ctr"/>
          </a:p>
        </p:txBody>
      </p:sp>
      <p:sp>
        <p:nvSpPr>
          <p:cNvPr id="475" name="Rectangle 474"/>
          <p:cNvSpPr/>
          <p:nvPr/>
        </p:nvSpPr>
        <p:spPr>
          <a:xfrm>
            <a:off x="1860804" y="3488436"/>
            <a:ext cx="94183" cy="137160"/>
          </a:xfrm>
          <a:prstGeom prst="rect">
            <a:avLst/>
          </a:prstGeom>
          <a:solidFill>
            <a:srgbClr val="FAD9A0"/>
          </a:solidFill>
          <a:ln>
            <a:noFill/>
          </a:ln>
        </p:spPr>
        <p:txBody>
          <a:bodyPr rtlCol="0" anchor="ctr"/>
          <a:lstStyle/>
          <a:p>
            <a:pPr algn="ctr"/>
          </a:p>
        </p:txBody>
      </p:sp>
      <p:sp>
        <p:nvSpPr>
          <p:cNvPr id="476" name="Rectangle 475"/>
          <p:cNvSpPr/>
          <p:nvPr/>
        </p:nvSpPr>
        <p:spPr>
          <a:xfrm>
            <a:off x="1965960" y="3488436"/>
            <a:ext cx="94183" cy="137160"/>
          </a:xfrm>
          <a:prstGeom prst="rect">
            <a:avLst/>
          </a:prstGeom>
          <a:solidFill>
            <a:srgbClr val="E9EDF3"/>
          </a:solidFill>
          <a:ln>
            <a:noFill/>
          </a:ln>
        </p:spPr>
        <p:txBody>
          <a:bodyPr rtlCol="0" anchor="ctr"/>
          <a:lstStyle/>
          <a:p>
            <a:pPr algn="ctr"/>
          </a:p>
        </p:txBody>
      </p:sp>
      <p:sp>
        <p:nvSpPr>
          <p:cNvPr id="477" name="Rectangle 476"/>
          <p:cNvSpPr/>
          <p:nvPr/>
        </p:nvSpPr>
        <p:spPr>
          <a:xfrm>
            <a:off x="2071116" y="3488436"/>
            <a:ext cx="94183" cy="137160"/>
          </a:xfrm>
          <a:prstGeom prst="rect">
            <a:avLst/>
          </a:prstGeom>
          <a:solidFill>
            <a:srgbClr val="E9EDF3"/>
          </a:solidFill>
          <a:ln>
            <a:noFill/>
          </a:ln>
        </p:spPr>
        <p:txBody>
          <a:bodyPr rtlCol="0" anchor="ctr"/>
          <a:lstStyle/>
          <a:p>
            <a:pPr algn="ctr"/>
          </a:p>
        </p:txBody>
      </p:sp>
      <p:sp>
        <p:nvSpPr>
          <p:cNvPr id="478" name="Rectangle 477"/>
          <p:cNvSpPr/>
          <p:nvPr/>
        </p:nvSpPr>
        <p:spPr>
          <a:xfrm>
            <a:off x="2176272" y="3488436"/>
            <a:ext cx="94183" cy="137160"/>
          </a:xfrm>
          <a:prstGeom prst="rect">
            <a:avLst/>
          </a:prstGeom>
          <a:solidFill>
            <a:srgbClr val="E9EDF3"/>
          </a:solidFill>
          <a:ln>
            <a:noFill/>
          </a:ln>
        </p:spPr>
        <p:txBody>
          <a:bodyPr rtlCol="0" anchor="ctr"/>
          <a:lstStyle/>
          <a:p>
            <a:pPr algn="ctr"/>
          </a:p>
        </p:txBody>
      </p:sp>
      <p:sp>
        <p:nvSpPr>
          <p:cNvPr id="479" name="Rectangle 478"/>
          <p:cNvSpPr/>
          <p:nvPr/>
        </p:nvSpPr>
        <p:spPr>
          <a:xfrm>
            <a:off x="2281428" y="3488436"/>
            <a:ext cx="94183" cy="137160"/>
          </a:xfrm>
          <a:prstGeom prst="rect">
            <a:avLst/>
          </a:prstGeom>
          <a:solidFill>
            <a:srgbClr val="CA6F1E"/>
          </a:solidFill>
          <a:ln>
            <a:noFill/>
          </a:ln>
        </p:spPr>
        <p:txBody>
          <a:bodyPr rtlCol="0" anchor="ctr"/>
          <a:lstStyle/>
          <a:p>
            <a:pPr algn="ctr"/>
          </a:p>
        </p:txBody>
      </p:sp>
      <p:sp>
        <p:nvSpPr>
          <p:cNvPr id="480" name="Rectangle 479"/>
          <p:cNvSpPr/>
          <p:nvPr/>
        </p:nvSpPr>
        <p:spPr>
          <a:xfrm>
            <a:off x="2386584" y="3488436"/>
            <a:ext cx="94183" cy="137160"/>
          </a:xfrm>
          <a:prstGeom prst="rect">
            <a:avLst/>
          </a:prstGeom>
          <a:solidFill>
            <a:srgbClr val="E9EDF3"/>
          </a:solidFill>
          <a:ln>
            <a:noFill/>
          </a:ln>
        </p:spPr>
        <p:txBody>
          <a:bodyPr rtlCol="0" anchor="ctr"/>
          <a:lstStyle/>
          <a:p>
            <a:pPr algn="ctr"/>
          </a:p>
        </p:txBody>
      </p:sp>
      <p:sp>
        <p:nvSpPr>
          <p:cNvPr id="481" name="Rectangle 480"/>
          <p:cNvSpPr/>
          <p:nvPr/>
        </p:nvSpPr>
        <p:spPr>
          <a:xfrm>
            <a:off x="2491740" y="3488436"/>
            <a:ext cx="94183" cy="137160"/>
          </a:xfrm>
          <a:prstGeom prst="rect">
            <a:avLst/>
          </a:prstGeom>
          <a:solidFill>
            <a:srgbClr val="FAD9A0"/>
          </a:solidFill>
          <a:ln>
            <a:noFill/>
          </a:ln>
        </p:spPr>
        <p:txBody>
          <a:bodyPr rtlCol="0" anchor="ctr"/>
          <a:lstStyle/>
          <a:p>
            <a:pPr algn="ctr"/>
          </a:p>
        </p:txBody>
      </p:sp>
      <p:sp>
        <p:nvSpPr>
          <p:cNvPr id="482" name="Rectangle 481"/>
          <p:cNvSpPr/>
          <p:nvPr/>
        </p:nvSpPr>
        <p:spPr>
          <a:xfrm>
            <a:off x="2596896" y="3488436"/>
            <a:ext cx="94183" cy="137160"/>
          </a:xfrm>
          <a:prstGeom prst="rect">
            <a:avLst/>
          </a:prstGeom>
          <a:solidFill>
            <a:srgbClr val="CA6F1E"/>
          </a:solidFill>
          <a:ln>
            <a:noFill/>
          </a:ln>
        </p:spPr>
        <p:txBody>
          <a:bodyPr rtlCol="0" anchor="ctr"/>
          <a:lstStyle/>
          <a:p>
            <a:pPr algn="ctr"/>
          </a:p>
        </p:txBody>
      </p:sp>
      <p:sp>
        <p:nvSpPr>
          <p:cNvPr id="483" name="Rectangle 482"/>
          <p:cNvSpPr/>
          <p:nvPr/>
        </p:nvSpPr>
        <p:spPr>
          <a:xfrm>
            <a:off x="2702052" y="3488436"/>
            <a:ext cx="94183" cy="137160"/>
          </a:xfrm>
          <a:prstGeom prst="rect">
            <a:avLst/>
          </a:prstGeom>
          <a:solidFill>
            <a:srgbClr val="C0392B"/>
          </a:solidFill>
          <a:ln>
            <a:noFill/>
          </a:ln>
        </p:spPr>
        <p:txBody>
          <a:bodyPr rtlCol="0" anchor="ctr"/>
          <a:lstStyle/>
          <a:p>
            <a:pPr algn="ctr"/>
          </a:p>
        </p:txBody>
      </p:sp>
      <p:sp>
        <p:nvSpPr>
          <p:cNvPr id="484" name="Rectangle 483"/>
          <p:cNvSpPr/>
          <p:nvPr/>
        </p:nvSpPr>
        <p:spPr>
          <a:xfrm>
            <a:off x="2807208" y="3488436"/>
            <a:ext cx="94183" cy="137160"/>
          </a:xfrm>
          <a:prstGeom prst="rect">
            <a:avLst/>
          </a:prstGeom>
          <a:solidFill>
            <a:srgbClr val="E9EDF3"/>
          </a:solidFill>
          <a:ln>
            <a:noFill/>
          </a:ln>
        </p:spPr>
        <p:txBody>
          <a:bodyPr rtlCol="0" anchor="ctr"/>
          <a:lstStyle/>
          <a:p>
            <a:pPr algn="ctr"/>
          </a:p>
        </p:txBody>
      </p:sp>
      <p:sp>
        <p:nvSpPr>
          <p:cNvPr id="485" name="Rectangle 484"/>
          <p:cNvSpPr/>
          <p:nvPr/>
        </p:nvSpPr>
        <p:spPr>
          <a:xfrm>
            <a:off x="2912364" y="3488436"/>
            <a:ext cx="94183" cy="137160"/>
          </a:xfrm>
          <a:prstGeom prst="rect">
            <a:avLst/>
          </a:prstGeom>
          <a:solidFill>
            <a:srgbClr val="E9EDF3"/>
          </a:solidFill>
          <a:ln>
            <a:noFill/>
          </a:ln>
        </p:spPr>
        <p:txBody>
          <a:bodyPr rtlCol="0" anchor="ctr"/>
          <a:lstStyle/>
          <a:p>
            <a:pPr algn="ctr"/>
          </a:p>
        </p:txBody>
      </p:sp>
      <p:sp>
        <p:nvSpPr>
          <p:cNvPr id="486" name="Rectangle 485"/>
          <p:cNvSpPr/>
          <p:nvPr/>
        </p:nvSpPr>
        <p:spPr>
          <a:xfrm>
            <a:off x="3017520" y="3488436"/>
            <a:ext cx="94183" cy="137160"/>
          </a:xfrm>
          <a:prstGeom prst="rect">
            <a:avLst/>
          </a:prstGeom>
          <a:solidFill>
            <a:srgbClr val="FAD9A0"/>
          </a:solidFill>
          <a:ln>
            <a:noFill/>
          </a:ln>
        </p:spPr>
        <p:txBody>
          <a:bodyPr rtlCol="0" anchor="ctr"/>
          <a:lstStyle/>
          <a:p>
            <a:pPr algn="ctr"/>
          </a:p>
        </p:txBody>
      </p:sp>
      <p:sp>
        <p:nvSpPr>
          <p:cNvPr id="487" name="Rectangle 486"/>
          <p:cNvSpPr/>
          <p:nvPr/>
        </p:nvSpPr>
        <p:spPr>
          <a:xfrm>
            <a:off x="3122676" y="3488436"/>
            <a:ext cx="94183" cy="137160"/>
          </a:xfrm>
          <a:prstGeom prst="rect">
            <a:avLst/>
          </a:prstGeom>
          <a:solidFill>
            <a:srgbClr val="E9EDF3"/>
          </a:solidFill>
          <a:ln>
            <a:noFill/>
          </a:ln>
        </p:spPr>
        <p:txBody>
          <a:bodyPr rtlCol="0" anchor="ctr"/>
          <a:lstStyle/>
          <a:p>
            <a:pPr algn="ctr"/>
          </a:p>
        </p:txBody>
      </p:sp>
      <p:sp>
        <p:nvSpPr>
          <p:cNvPr id="488" name="Rectangle 487"/>
          <p:cNvSpPr/>
          <p:nvPr/>
        </p:nvSpPr>
        <p:spPr>
          <a:xfrm>
            <a:off x="3227832" y="3488436"/>
            <a:ext cx="94183" cy="137160"/>
          </a:xfrm>
          <a:prstGeom prst="rect">
            <a:avLst/>
          </a:prstGeom>
          <a:solidFill>
            <a:srgbClr val="E9EDF3"/>
          </a:solidFill>
          <a:ln>
            <a:noFill/>
          </a:ln>
        </p:spPr>
        <p:txBody>
          <a:bodyPr rtlCol="0" anchor="ctr"/>
          <a:lstStyle/>
          <a:p>
            <a:pPr algn="ctr"/>
          </a:p>
        </p:txBody>
      </p:sp>
      <p:sp>
        <p:nvSpPr>
          <p:cNvPr id="489" name="Rectangle 488"/>
          <p:cNvSpPr/>
          <p:nvPr/>
        </p:nvSpPr>
        <p:spPr>
          <a:xfrm>
            <a:off x="3332988" y="3488436"/>
            <a:ext cx="94183" cy="137160"/>
          </a:xfrm>
          <a:prstGeom prst="rect">
            <a:avLst/>
          </a:prstGeom>
          <a:solidFill>
            <a:srgbClr val="F5A623"/>
          </a:solidFill>
          <a:ln>
            <a:noFill/>
          </a:ln>
        </p:spPr>
        <p:txBody>
          <a:bodyPr rtlCol="0" anchor="ctr"/>
          <a:lstStyle/>
          <a:p>
            <a:pPr algn="ctr"/>
          </a:p>
        </p:txBody>
      </p:sp>
      <p:sp>
        <p:nvSpPr>
          <p:cNvPr id="490" name="Rectangle 489"/>
          <p:cNvSpPr/>
          <p:nvPr/>
        </p:nvSpPr>
        <p:spPr>
          <a:xfrm>
            <a:off x="3438144" y="3488436"/>
            <a:ext cx="94183" cy="137160"/>
          </a:xfrm>
          <a:prstGeom prst="rect">
            <a:avLst/>
          </a:prstGeom>
          <a:solidFill>
            <a:srgbClr val="F5A623"/>
          </a:solidFill>
          <a:ln>
            <a:noFill/>
          </a:ln>
        </p:spPr>
        <p:txBody>
          <a:bodyPr rtlCol="0" anchor="ctr"/>
          <a:lstStyle/>
          <a:p>
            <a:pPr algn="ctr"/>
          </a:p>
        </p:txBody>
      </p:sp>
      <p:sp>
        <p:nvSpPr>
          <p:cNvPr id="491" name="Rectangle 490"/>
          <p:cNvSpPr/>
          <p:nvPr/>
        </p:nvSpPr>
        <p:spPr>
          <a:xfrm>
            <a:off x="3543300" y="3488436"/>
            <a:ext cx="94183" cy="137160"/>
          </a:xfrm>
          <a:prstGeom prst="rect">
            <a:avLst/>
          </a:prstGeom>
          <a:solidFill>
            <a:srgbClr val="E9EDF3"/>
          </a:solidFill>
          <a:ln>
            <a:noFill/>
          </a:ln>
        </p:spPr>
        <p:txBody>
          <a:bodyPr rtlCol="0" anchor="ctr"/>
          <a:lstStyle/>
          <a:p>
            <a:pPr algn="ctr"/>
          </a:p>
        </p:txBody>
      </p:sp>
      <p:sp>
        <p:nvSpPr>
          <p:cNvPr id="492" name="Rectangle 491"/>
          <p:cNvSpPr/>
          <p:nvPr/>
        </p:nvSpPr>
        <p:spPr>
          <a:xfrm>
            <a:off x="3648456" y="3488436"/>
            <a:ext cx="94183" cy="137160"/>
          </a:xfrm>
          <a:prstGeom prst="rect">
            <a:avLst/>
          </a:prstGeom>
          <a:solidFill>
            <a:srgbClr val="E9EDF3"/>
          </a:solidFill>
          <a:ln>
            <a:noFill/>
          </a:ln>
        </p:spPr>
        <p:txBody>
          <a:bodyPr rtlCol="0" anchor="ctr"/>
          <a:lstStyle/>
          <a:p>
            <a:pPr algn="ctr"/>
          </a:p>
        </p:txBody>
      </p:sp>
      <p:sp>
        <p:nvSpPr>
          <p:cNvPr id="493" name="Rectangle 492"/>
          <p:cNvSpPr/>
          <p:nvPr/>
        </p:nvSpPr>
        <p:spPr>
          <a:xfrm>
            <a:off x="3753612" y="3488436"/>
            <a:ext cx="94183" cy="137160"/>
          </a:xfrm>
          <a:prstGeom prst="rect">
            <a:avLst/>
          </a:prstGeom>
          <a:solidFill>
            <a:srgbClr val="FAD9A0"/>
          </a:solidFill>
          <a:ln>
            <a:noFill/>
          </a:ln>
        </p:spPr>
        <p:txBody>
          <a:bodyPr rtlCol="0" anchor="ctr"/>
          <a:lstStyle/>
          <a:p>
            <a:pPr algn="ctr"/>
          </a:p>
        </p:txBody>
      </p:sp>
      <p:sp>
        <p:nvSpPr>
          <p:cNvPr id="494" name="Rectangle 493"/>
          <p:cNvSpPr/>
          <p:nvPr/>
        </p:nvSpPr>
        <p:spPr>
          <a:xfrm>
            <a:off x="3858768" y="3488436"/>
            <a:ext cx="94183" cy="137160"/>
          </a:xfrm>
          <a:prstGeom prst="rect">
            <a:avLst/>
          </a:prstGeom>
          <a:solidFill>
            <a:srgbClr val="CA6F1E"/>
          </a:solidFill>
          <a:ln>
            <a:noFill/>
          </a:ln>
        </p:spPr>
        <p:txBody>
          <a:bodyPr rtlCol="0" anchor="ctr"/>
          <a:lstStyle/>
          <a:p>
            <a:pPr algn="ctr"/>
          </a:p>
        </p:txBody>
      </p:sp>
      <p:sp>
        <p:nvSpPr>
          <p:cNvPr id="495" name="Rectangle 494"/>
          <p:cNvSpPr/>
          <p:nvPr/>
        </p:nvSpPr>
        <p:spPr>
          <a:xfrm>
            <a:off x="3963924" y="3488436"/>
            <a:ext cx="94183" cy="137160"/>
          </a:xfrm>
          <a:prstGeom prst="rect">
            <a:avLst/>
          </a:prstGeom>
          <a:solidFill>
            <a:srgbClr val="E9EDF3"/>
          </a:solidFill>
          <a:ln>
            <a:noFill/>
          </a:ln>
        </p:spPr>
        <p:txBody>
          <a:bodyPr rtlCol="0" anchor="ctr"/>
          <a:lstStyle/>
          <a:p>
            <a:pPr algn="ctr"/>
          </a:p>
        </p:txBody>
      </p:sp>
      <p:sp>
        <p:nvSpPr>
          <p:cNvPr id="496" name="TextBox 495"/>
          <p:cNvSpPr txBox="1"/>
          <p:nvPr/>
        </p:nvSpPr>
        <p:spPr>
          <a:xfrm>
            <a:off x="4105656" y="3483864"/>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86</a:t>
            </a:r>
          </a:p>
        </p:txBody>
      </p:sp>
      <p:sp>
        <p:nvSpPr>
          <p:cNvPr id="497" name="TextBox 496"/>
          <p:cNvSpPr txBox="1"/>
          <p:nvPr/>
        </p:nvSpPr>
        <p:spPr>
          <a:xfrm>
            <a:off x="411480" y="363474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104</a:t>
            </a:r>
          </a:p>
        </p:txBody>
      </p:sp>
      <p:sp>
        <p:nvSpPr>
          <p:cNvPr id="498" name="Rectangle 497"/>
          <p:cNvSpPr/>
          <p:nvPr/>
        </p:nvSpPr>
        <p:spPr>
          <a:xfrm>
            <a:off x="914400" y="3639312"/>
            <a:ext cx="94183" cy="137160"/>
          </a:xfrm>
          <a:prstGeom prst="rect">
            <a:avLst/>
          </a:prstGeom>
          <a:solidFill>
            <a:srgbClr val="F5A623"/>
          </a:solidFill>
          <a:ln>
            <a:noFill/>
          </a:ln>
        </p:spPr>
        <p:txBody>
          <a:bodyPr rtlCol="0" anchor="ctr"/>
          <a:lstStyle/>
          <a:p>
            <a:pPr algn="ctr"/>
          </a:p>
        </p:txBody>
      </p:sp>
      <p:sp>
        <p:nvSpPr>
          <p:cNvPr id="499" name="Rectangle 498"/>
          <p:cNvSpPr/>
          <p:nvPr/>
        </p:nvSpPr>
        <p:spPr>
          <a:xfrm>
            <a:off x="1019556" y="3639312"/>
            <a:ext cx="94183" cy="137160"/>
          </a:xfrm>
          <a:prstGeom prst="rect">
            <a:avLst/>
          </a:prstGeom>
          <a:solidFill>
            <a:srgbClr val="FAD9A0"/>
          </a:solidFill>
          <a:ln>
            <a:noFill/>
          </a:ln>
        </p:spPr>
        <p:txBody>
          <a:bodyPr rtlCol="0" anchor="ctr"/>
          <a:lstStyle/>
          <a:p>
            <a:pPr algn="ctr"/>
          </a:p>
        </p:txBody>
      </p:sp>
      <p:sp>
        <p:nvSpPr>
          <p:cNvPr id="500" name="Rectangle 499"/>
          <p:cNvSpPr/>
          <p:nvPr/>
        </p:nvSpPr>
        <p:spPr>
          <a:xfrm>
            <a:off x="1124712" y="3639312"/>
            <a:ext cx="94183" cy="137160"/>
          </a:xfrm>
          <a:prstGeom prst="rect">
            <a:avLst/>
          </a:prstGeom>
          <a:solidFill>
            <a:srgbClr val="FAD9A0"/>
          </a:solidFill>
          <a:ln>
            <a:noFill/>
          </a:ln>
        </p:spPr>
        <p:txBody>
          <a:bodyPr rtlCol="0" anchor="ctr"/>
          <a:lstStyle/>
          <a:p>
            <a:pPr algn="ctr"/>
          </a:p>
        </p:txBody>
      </p:sp>
      <p:sp>
        <p:nvSpPr>
          <p:cNvPr id="501" name="Rectangle 500"/>
          <p:cNvSpPr/>
          <p:nvPr/>
        </p:nvSpPr>
        <p:spPr>
          <a:xfrm>
            <a:off x="1229868" y="3639312"/>
            <a:ext cx="94183" cy="137160"/>
          </a:xfrm>
          <a:prstGeom prst="rect">
            <a:avLst/>
          </a:prstGeom>
          <a:solidFill>
            <a:srgbClr val="F5A623"/>
          </a:solidFill>
          <a:ln>
            <a:noFill/>
          </a:ln>
        </p:spPr>
        <p:txBody>
          <a:bodyPr rtlCol="0" anchor="ctr"/>
          <a:lstStyle/>
          <a:p>
            <a:pPr algn="ctr"/>
          </a:p>
        </p:txBody>
      </p:sp>
      <p:sp>
        <p:nvSpPr>
          <p:cNvPr id="502" name="Rectangle 501"/>
          <p:cNvSpPr/>
          <p:nvPr/>
        </p:nvSpPr>
        <p:spPr>
          <a:xfrm>
            <a:off x="1335024" y="3639312"/>
            <a:ext cx="94183" cy="137160"/>
          </a:xfrm>
          <a:prstGeom prst="rect">
            <a:avLst/>
          </a:prstGeom>
          <a:solidFill>
            <a:srgbClr val="F5A623"/>
          </a:solidFill>
          <a:ln>
            <a:noFill/>
          </a:ln>
        </p:spPr>
        <p:txBody>
          <a:bodyPr rtlCol="0" anchor="ctr"/>
          <a:lstStyle/>
          <a:p>
            <a:pPr algn="ctr"/>
          </a:p>
        </p:txBody>
      </p:sp>
      <p:sp>
        <p:nvSpPr>
          <p:cNvPr id="503" name="Rectangle 502"/>
          <p:cNvSpPr/>
          <p:nvPr/>
        </p:nvSpPr>
        <p:spPr>
          <a:xfrm>
            <a:off x="1440180" y="3639312"/>
            <a:ext cx="94183" cy="137160"/>
          </a:xfrm>
          <a:prstGeom prst="rect">
            <a:avLst/>
          </a:prstGeom>
          <a:solidFill>
            <a:srgbClr val="FAD9A0"/>
          </a:solidFill>
          <a:ln>
            <a:noFill/>
          </a:ln>
        </p:spPr>
        <p:txBody>
          <a:bodyPr rtlCol="0" anchor="ctr"/>
          <a:lstStyle/>
          <a:p>
            <a:pPr algn="ctr"/>
          </a:p>
        </p:txBody>
      </p:sp>
      <p:sp>
        <p:nvSpPr>
          <p:cNvPr id="504" name="Rectangle 503"/>
          <p:cNvSpPr/>
          <p:nvPr/>
        </p:nvSpPr>
        <p:spPr>
          <a:xfrm>
            <a:off x="1545336" y="3639312"/>
            <a:ext cx="94183" cy="137160"/>
          </a:xfrm>
          <a:prstGeom prst="rect">
            <a:avLst/>
          </a:prstGeom>
          <a:solidFill>
            <a:srgbClr val="FAD9A0"/>
          </a:solidFill>
          <a:ln>
            <a:noFill/>
          </a:ln>
        </p:spPr>
        <p:txBody>
          <a:bodyPr rtlCol="0" anchor="ctr"/>
          <a:lstStyle/>
          <a:p>
            <a:pPr algn="ctr"/>
          </a:p>
        </p:txBody>
      </p:sp>
      <p:sp>
        <p:nvSpPr>
          <p:cNvPr id="505" name="Rectangle 504"/>
          <p:cNvSpPr/>
          <p:nvPr/>
        </p:nvSpPr>
        <p:spPr>
          <a:xfrm>
            <a:off x="1650492" y="3639312"/>
            <a:ext cx="94183" cy="137160"/>
          </a:xfrm>
          <a:prstGeom prst="rect">
            <a:avLst/>
          </a:prstGeom>
          <a:solidFill>
            <a:srgbClr val="FAD9A0"/>
          </a:solidFill>
          <a:ln>
            <a:noFill/>
          </a:ln>
        </p:spPr>
        <p:txBody>
          <a:bodyPr rtlCol="0" anchor="ctr"/>
          <a:lstStyle/>
          <a:p>
            <a:pPr algn="ctr"/>
          </a:p>
        </p:txBody>
      </p:sp>
      <p:sp>
        <p:nvSpPr>
          <p:cNvPr id="506" name="Rectangle 505"/>
          <p:cNvSpPr/>
          <p:nvPr/>
        </p:nvSpPr>
        <p:spPr>
          <a:xfrm>
            <a:off x="1755648" y="3639312"/>
            <a:ext cx="94183" cy="137160"/>
          </a:xfrm>
          <a:prstGeom prst="rect">
            <a:avLst/>
          </a:prstGeom>
          <a:solidFill>
            <a:srgbClr val="F5A623"/>
          </a:solidFill>
          <a:ln>
            <a:noFill/>
          </a:ln>
        </p:spPr>
        <p:txBody>
          <a:bodyPr rtlCol="0" anchor="ctr"/>
          <a:lstStyle/>
          <a:p>
            <a:pPr algn="ctr"/>
          </a:p>
        </p:txBody>
      </p:sp>
      <p:sp>
        <p:nvSpPr>
          <p:cNvPr id="507" name="Rectangle 506"/>
          <p:cNvSpPr/>
          <p:nvPr/>
        </p:nvSpPr>
        <p:spPr>
          <a:xfrm>
            <a:off x="1860804" y="3639312"/>
            <a:ext cx="94183" cy="137160"/>
          </a:xfrm>
          <a:prstGeom prst="rect">
            <a:avLst/>
          </a:prstGeom>
          <a:solidFill>
            <a:srgbClr val="F5A623"/>
          </a:solidFill>
          <a:ln>
            <a:noFill/>
          </a:ln>
        </p:spPr>
        <p:txBody>
          <a:bodyPr rtlCol="0" anchor="ctr"/>
          <a:lstStyle/>
          <a:p>
            <a:pPr algn="ctr"/>
          </a:p>
        </p:txBody>
      </p:sp>
      <p:sp>
        <p:nvSpPr>
          <p:cNvPr id="508" name="Rectangle 507"/>
          <p:cNvSpPr/>
          <p:nvPr/>
        </p:nvSpPr>
        <p:spPr>
          <a:xfrm>
            <a:off x="1965960" y="3639312"/>
            <a:ext cx="94183" cy="137160"/>
          </a:xfrm>
          <a:prstGeom prst="rect">
            <a:avLst/>
          </a:prstGeom>
          <a:solidFill>
            <a:srgbClr val="E9EDF3"/>
          </a:solidFill>
          <a:ln>
            <a:noFill/>
          </a:ln>
        </p:spPr>
        <p:txBody>
          <a:bodyPr rtlCol="0" anchor="ctr"/>
          <a:lstStyle/>
          <a:p>
            <a:pPr algn="ctr"/>
          </a:p>
        </p:txBody>
      </p:sp>
      <p:sp>
        <p:nvSpPr>
          <p:cNvPr id="509" name="Rectangle 508"/>
          <p:cNvSpPr/>
          <p:nvPr/>
        </p:nvSpPr>
        <p:spPr>
          <a:xfrm>
            <a:off x="2071116" y="3639312"/>
            <a:ext cx="94183" cy="137160"/>
          </a:xfrm>
          <a:prstGeom prst="rect">
            <a:avLst/>
          </a:prstGeom>
          <a:solidFill>
            <a:srgbClr val="E9EDF3"/>
          </a:solidFill>
          <a:ln>
            <a:noFill/>
          </a:ln>
        </p:spPr>
        <p:txBody>
          <a:bodyPr rtlCol="0" anchor="ctr"/>
          <a:lstStyle/>
          <a:p>
            <a:pPr algn="ctr"/>
          </a:p>
        </p:txBody>
      </p:sp>
      <p:sp>
        <p:nvSpPr>
          <p:cNvPr id="510" name="Rectangle 509"/>
          <p:cNvSpPr/>
          <p:nvPr/>
        </p:nvSpPr>
        <p:spPr>
          <a:xfrm>
            <a:off x="2176272" y="3639312"/>
            <a:ext cx="94183" cy="137160"/>
          </a:xfrm>
          <a:prstGeom prst="rect">
            <a:avLst/>
          </a:prstGeom>
          <a:solidFill>
            <a:srgbClr val="E9EDF3"/>
          </a:solidFill>
          <a:ln>
            <a:noFill/>
          </a:ln>
        </p:spPr>
        <p:txBody>
          <a:bodyPr rtlCol="0" anchor="ctr"/>
          <a:lstStyle/>
          <a:p>
            <a:pPr algn="ctr"/>
          </a:p>
        </p:txBody>
      </p:sp>
      <p:sp>
        <p:nvSpPr>
          <p:cNvPr id="511" name="Rectangle 510"/>
          <p:cNvSpPr/>
          <p:nvPr/>
        </p:nvSpPr>
        <p:spPr>
          <a:xfrm>
            <a:off x="2281428" y="3639312"/>
            <a:ext cx="94183" cy="137160"/>
          </a:xfrm>
          <a:prstGeom prst="rect">
            <a:avLst/>
          </a:prstGeom>
          <a:solidFill>
            <a:srgbClr val="FAD9A0"/>
          </a:solidFill>
          <a:ln>
            <a:noFill/>
          </a:ln>
        </p:spPr>
        <p:txBody>
          <a:bodyPr rtlCol="0" anchor="ctr"/>
          <a:lstStyle/>
          <a:p>
            <a:pPr algn="ctr"/>
          </a:p>
        </p:txBody>
      </p:sp>
      <p:sp>
        <p:nvSpPr>
          <p:cNvPr id="512" name="Rectangle 511"/>
          <p:cNvSpPr/>
          <p:nvPr/>
        </p:nvSpPr>
        <p:spPr>
          <a:xfrm>
            <a:off x="2386584" y="3639312"/>
            <a:ext cx="94183" cy="137160"/>
          </a:xfrm>
          <a:prstGeom prst="rect">
            <a:avLst/>
          </a:prstGeom>
          <a:solidFill>
            <a:srgbClr val="FAD9A0"/>
          </a:solidFill>
          <a:ln>
            <a:noFill/>
          </a:ln>
        </p:spPr>
        <p:txBody>
          <a:bodyPr rtlCol="0" anchor="ctr"/>
          <a:lstStyle/>
          <a:p>
            <a:pPr algn="ctr"/>
          </a:p>
        </p:txBody>
      </p:sp>
      <p:sp>
        <p:nvSpPr>
          <p:cNvPr id="513" name="Rectangle 512"/>
          <p:cNvSpPr/>
          <p:nvPr/>
        </p:nvSpPr>
        <p:spPr>
          <a:xfrm>
            <a:off x="2491740" y="3639312"/>
            <a:ext cx="94183" cy="137160"/>
          </a:xfrm>
          <a:prstGeom prst="rect">
            <a:avLst/>
          </a:prstGeom>
          <a:solidFill>
            <a:srgbClr val="FAD9A0"/>
          </a:solidFill>
          <a:ln>
            <a:noFill/>
          </a:ln>
        </p:spPr>
        <p:txBody>
          <a:bodyPr rtlCol="0" anchor="ctr"/>
          <a:lstStyle/>
          <a:p>
            <a:pPr algn="ctr"/>
          </a:p>
        </p:txBody>
      </p:sp>
      <p:sp>
        <p:nvSpPr>
          <p:cNvPr id="514" name="Rectangle 513"/>
          <p:cNvSpPr/>
          <p:nvPr/>
        </p:nvSpPr>
        <p:spPr>
          <a:xfrm>
            <a:off x="2596896" y="3639312"/>
            <a:ext cx="94183" cy="137160"/>
          </a:xfrm>
          <a:prstGeom prst="rect">
            <a:avLst/>
          </a:prstGeom>
          <a:solidFill>
            <a:srgbClr val="F5A623"/>
          </a:solidFill>
          <a:ln>
            <a:noFill/>
          </a:ln>
        </p:spPr>
        <p:txBody>
          <a:bodyPr rtlCol="0" anchor="ctr"/>
          <a:lstStyle/>
          <a:p>
            <a:pPr algn="ctr"/>
          </a:p>
        </p:txBody>
      </p:sp>
      <p:sp>
        <p:nvSpPr>
          <p:cNvPr id="515" name="Rectangle 514"/>
          <p:cNvSpPr/>
          <p:nvPr/>
        </p:nvSpPr>
        <p:spPr>
          <a:xfrm>
            <a:off x="2702052" y="3639312"/>
            <a:ext cx="94183" cy="137160"/>
          </a:xfrm>
          <a:prstGeom prst="rect">
            <a:avLst/>
          </a:prstGeom>
          <a:solidFill>
            <a:srgbClr val="F5A623"/>
          </a:solidFill>
          <a:ln>
            <a:noFill/>
          </a:ln>
        </p:spPr>
        <p:txBody>
          <a:bodyPr rtlCol="0" anchor="ctr"/>
          <a:lstStyle/>
          <a:p>
            <a:pPr algn="ctr"/>
          </a:p>
        </p:txBody>
      </p:sp>
      <p:sp>
        <p:nvSpPr>
          <p:cNvPr id="516" name="Rectangle 515"/>
          <p:cNvSpPr/>
          <p:nvPr/>
        </p:nvSpPr>
        <p:spPr>
          <a:xfrm>
            <a:off x="2807208" y="3639312"/>
            <a:ext cx="94183" cy="137160"/>
          </a:xfrm>
          <a:prstGeom prst="rect">
            <a:avLst/>
          </a:prstGeom>
          <a:solidFill>
            <a:srgbClr val="E9EDF3"/>
          </a:solidFill>
          <a:ln>
            <a:noFill/>
          </a:ln>
        </p:spPr>
        <p:txBody>
          <a:bodyPr rtlCol="0" anchor="ctr"/>
          <a:lstStyle/>
          <a:p>
            <a:pPr algn="ctr"/>
          </a:p>
        </p:txBody>
      </p:sp>
      <p:sp>
        <p:nvSpPr>
          <p:cNvPr id="517" name="Rectangle 516"/>
          <p:cNvSpPr/>
          <p:nvPr/>
        </p:nvSpPr>
        <p:spPr>
          <a:xfrm>
            <a:off x="2912364" y="3639312"/>
            <a:ext cx="94183" cy="137160"/>
          </a:xfrm>
          <a:prstGeom prst="rect">
            <a:avLst/>
          </a:prstGeom>
          <a:solidFill>
            <a:srgbClr val="E9EDF3"/>
          </a:solidFill>
          <a:ln>
            <a:noFill/>
          </a:ln>
        </p:spPr>
        <p:txBody>
          <a:bodyPr rtlCol="0" anchor="ctr"/>
          <a:lstStyle/>
          <a:p>
            <a:pPr algn="ctr"/>
          </a:p>
        </p:txBody>
      </p:sp>
      <p:sp>
        <p:nvSpPr>
          <p:cNvPr id="518" name="Rectangle 517"/>
          <p:cNvSpPr/>
          <p:nvPr/>
        </p:nvSpPr>
        <p:spPr>
          <a:xfrm>
            <a:off x="3017520" y="3639312"/>
            <a:ext cx="94183" cy="137160"/>
          </a:xfrm>
          <a:prstGeom prst="rect">
            <a:avLst/>
          </a:prstGeom>
          <a:solidFill>
            <a:srgbClr val="F5A623"/>
          </a:solidFill>
          <a:ln>
            <a:noFill/>
          </a:ln>
        </p:spPr>
        <p:txBody>
          <a:bodyPr rtlCol="0" anchor="ctr"/>
          <a:lstStyle/>
          <a:p>
            <a:pPr algn="ctr"/>
          </a:p>
        </p:txBody>
      </p:sp>
      <p:sp>
        <p:nvSpPr>
          <p:cNvPr id="519" name="Rectangle 518"/>
          <p:cNvSpPr/>
          <p:nvPr/>
        </p:nvSpPr>
        <p:spPr>
          <a:xfrm>
            <a:off x="3122676" y="3639312"/>
            <a:ext cx="94183" cy="137160"/>
          </a:xfrm>
          <a:prstGeom prst="rect">
            <a:avLst/>
          </a:prstGeom>
          <a:solidFill>
            <a:srgbClr val="FAD9A0"/>
          </a:solidFill>
          <a:ln>
            <a:noFill/>
          </a:ln>
        </p:spPr>
        <p:txBody>
          <a:bodyPr rtlCol="0" anchor="ctr"/>
          <a:lstStyle/>
          <a:p>
            <a:pPr algn="ctr"/>
          </a:p>
        </p:txBody>
      </p:sp>
      <p:sp>
        <p:nvSpPr>
          <p:cNvPr id="520" name="Rectangle 519"/>
          <p:cNvSpPr/>
          <p:nvPr/>
        </p:nvSpPr>
        <p:spPr>
          <a:xfrm>
            <a:off x="3227832" y="3639312"/>
            <a:ext cx="94183" cy="137160"/>
          </a:xfrm>
          <a:prstGeom prst="rect">
            <a:avLst/>
          </a:prstGeom>
          <a:solidFill>
            <a:srgbClr val="F5A623"/>
          </a:solidFill>
          <a:ln>
            <a:noFill/>
          </a:ln>
        </p:spPr>
        <p:txBody>
          <a:bodyPr rtlCol="0" anchor="ctr"/>
          <a:lstStyle/>
          <a:p>
            <a:pPr algn="ctr"/>
          </a:p>
        </p:txBody>
      </p:sp>
      <p:sp>
        <p:nvSpPr>
          <p:cNvPr id="521" name="Rectangle 520"/>
          <p:cNvSpPr/>
          <p:nvPr/>
        </p:nvSpPr>
        <p:spPr>
          <a:xfrm>
            <a:off x="3332988" y="3639312"/>
            <a:ext cx="94183" cy="137160"/>
          </a:xfrm>
          <a:prstGeom prst="rect">
            <a:avLst/>
          </a:prstGeom>
          <a:solidFill>
            <a:srgbClr val="F5A623"/>
          </a:solidFill>
          <a:ln>
            <a:noFill/>
          </a:ln>
        </p:spPr>
        <p:txBody>
          <a:bodyPr rtlCol="0" anchor="ctr"/>
          <a:lstStyle/>
          <a:p>
            <a:pPr algn="ctr"/>
          </a:p>
        </p:txBody>
      </p:sp>
      <p:sp>
        <p:nvSpPr>
          <p:cNvPr id="522" name="Rectangle 521"/>
          <p:cNvSpPr/>
          <p:nvPr/>
        </p:nvSpPr>
        <p:spPr>
          <a:xfrm>
            <a:off x="3438144" y="3639312"/>
            <a:ext cx="94183" cy="137160"/>
          </a:xfrm>
          <a:prstGeom prst="rect">
            <a:avLst/>
          </a:prstGeom>
          <a:solidFill>
            <a:srgbClr val="CA6F1E"/>
          </a:solidFill>
          <a:ln>
            <a:noFill/>
          </a:ln>
        </p:spPr>
        <p:txBody>
          <a:bodyPr rtlCol="0" anchor="ctr"/>
          <a:lstStyle/>
          <a:p>
            <a:pPr algn="ctr"/>
          </a:p>
        </p:txBody>
      </p:sp>
      <p:sp>
        <p:nvSpPr>
          <p:cNvPr id="523" name="Rectangle 522"/>
          <p:cNvSpPr/>
          <p:nvPr/>
        </p:nvSpPr>
        <p:spPr>
          <a:xfrm>
            <a:off x="3543300" y="3639312"/>
            <a:ext cx="94183" cy="137160"/>
          </a:xfrm>
          <a:prstGeom prst="rect">
            <a:avLst/>
          </a:prstGeom>
          <a:solidFill>
            <a:srgbClr val="F5A623"/>
          </a:solidFill>
          <a:ln>
            <a:noFill/>
          </a:ln>
        </p:spPr>
        <p:txBody>
          <a:bodyPr rtlCol="0" anchor="ctr"/>
          <a:lstStyle/>
          <a:p>
            <a:pPr algn="ctr"/>
          </a:p>
        </p:txBody>
      </p:sp>
      <p:sp>
        <p:nvSpPr>
          <p:cNvPr id="524" name="Rectangle 523"/>
          <p:cNvSpPr/>
          <p:nvPr/>
        </p:nvSpPr>
        <p:spPr>
          <a:xfrm>
            <a:off x="3648456" y="3639312"/>
            <a:ext cx="94183" cy="137160"/>
          </a:xfrm>
          <a:prstGeom prst="rect">
            <a:avLst/>
          </a:prstGeom>
          <a:solidFill>
            <a:srgbClr val="F5A623"/>
          </a:solidFill>
          <a:ln>
            <a:noFill/>
          </a:ln>
        </p:spPr>
        <p:txBody>
          <a:bodyPr rtlCol="0" anchor="ctr"/>
          <a:lstStyle/>
          <a:p>
            <a:pPr algn="ctr"/>
          </a:p>
        </p:txBody>
      </p:sp>
      <p:sp>
        <p:nvSpPr>
          <p:cNvPr id="525" name="Rectangle 524"/>
          <p:cNvSpPr/>
          <p:nvPr/>
        </p:nvSpPr>
        <p:spPr>
          <a:xfrm>
            <a:off x="3753612" y="3639312"/>
            <a:ext cx="94183" cy="137160"/>
          </a:xfrm>
          <a:prstGeom prst="rect">
            <a:avLst/>
          </a:prstGeom>
          <a:solidFill>
            <a:srgbClr val="CA6F1E"/>
          </a:solidFill>
          <a:ln>
            <a:noFill/>
          </a:ln>
        </p:spPr>
        <p:txBody>
          <a:bodyPr rtlCol="0" anchor="ctr"/>
          <a:lstStyle/>
          <a:p>
            <a:pPr algn="ctr"/>
          </a:p>
        </p:txBody>
      </p:sp>
      <p:sp>
        <p:nvSpPr>
          <p:cNvPr id="526" name="Rectangle 525"/>
          <p:cNvSpPr/>
          <p:nvPr/>
        </p:nvSpPr>
        <p:spPr>
          <a:xfrm>
            <a:off x="3858768" y="3639312"/>
            <a:ext cx="94183" cy="137160"/>
          </a:xfrm>
          <a:prstGeom prst="rect">
            <a:avLst/>
          </a:prstGeom>
          <a:solidFill>
            <a:srgbClr val="F5A623"/>
          </a:solidFill>
          <a:ln>
            <a:noFill/>
          </a:ln>
        </p:spPr>
        <p:txBody>
          <a:bodyPr rtlCol="0" anchor="ctr"/>
          <a:lstStyle/>
          <a:p>
            <a:pPr algn="ctr"/>
          </a:p>
        </p:txBody>
      </p:sp>
      <p:sp>
        <p:nvSpPr>
          <p:cNvPr id="527" name="Rectangle 526"/>
          <p:cNvSpPr/>
          <p:nvPr/>
        </p:nvSpPr>
        <p:spPr>
          <a:xfrm>
            <a:off x="3963924" y="3639312"/>
            <a:ext cx="94183" cy="137160"/>
          </a:xfrm>
          <a:prstGeom prst="rect">
            <a:avLst/>
          </a:prstGeom>
          <a:solidFill>
            <a:srgbClr val="F5A623"/>
          </a:solidFill>
          <a:ln>
            <a:noFill/>
          </a:ln>
        </p:spPr>
        <p:txBody>
          <a:bodyPr rtlCol="0" anchor="ctr"/>
          <a:lstStyle/>
          <a:p>
            <a:pPr algn="ctr"/>
          </a:p>
        </p:txBody>
      </p:sp>
      <p:sp>
        <p:nvSpPr>
          <p:cNvPr id="528" name="TextBox 527"/>
          <p:cNvSpPr txBox="1"/>
          <p:nvPr/>
        </p:nvSpPr>
        <p:spPr>
          <a:xfrm>
            <a:off x="4105656" y="3634740"/>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85</a:t>
            </a:r>
          </a:p>
        </p:txBody>
      </p:sp>
      <p:sp>
        <p:nvSpPr>
          <p:cNvPr id="529" name="TextBox 528"/>
          <p:cNvSpPr txBox="1"/>
          <p:nvPr/>
        </p:nvSpPr>
        <p:spPr>
          <a:xfrm>
            <a:off x="411480" y="378561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15</a:t>
            </a:r>
          </a:p>
        </p:txBody>
      </p:sp>
      <p:sp>
        <p:nvSpPr>
          <p:cNvPr id="530" name="Rectangle 529"/>
          <p:cNvSpPr/>
          <p:nvPr/>
        </p:nvSpPr>
        <p:spPr>
          <a:xfrm>
            <a:off x="914400" y="3790188"/>
            <a:ext cx="94183" cy="137160"/>
          </a:xfrm>
          <a:prstGeom prst="rect">
            <a:avLst/>
          </a:prstGeom>
          <a:solidFill>
            <a:srgbClr val="F5A623"/>
          </a:solidFill>
          <a:ln>
            <a:noFill/>
          </a:ln>
        </p:spPr>
        <p:txBody>
          <a:bodyPr rtlCol="0" anchor="ctr"/>
          <a:lstStyle/>
          <a:p>
            <a:pPr algn="ctr"/>
          </a:p>
        </p:txBody>
      </p:sp>
      <p:sp>
        <p:nvSpPr>
          <p:cNvPr id="531" name="Rectangle 530"/>
          <p:cNvSpPr/>
          <p:nvPr/>
        </p:nvSpPr>
        <p:spPr>
          <a:xfrm>
            <a:off x="1019556" y="3790188"/>
            <a:ext cx="94183" cy="137160"/>
          </a:xfrm>
          <a:prstGeom prst="rect">
            <a:avLst/>
          </a:prstGeom>
          <a:solidFill>
            <a:srgbClr val="CA6F1E"/>
          </a:solidFill>
          <a:ln>
            <a:noFill/>
          </a:ln>
        </p:spPr>
        <p:txBody>
          <a:bodyPr rtlCol="0" anchor="ctr"/>
          <a:lstStyle/>
          <a:p>
            <a:pPr algn="ctr"/>
          </a:p>
        </p:txBody>
      </p:sp>
      <p:sp>
        <p:nvSpPr>
          <p:cNvPr id="532" name="Rectangle 531"/>
          <p:cNvSpPr/>
          <p:nvPr/>
        </p:nvSpPr>
        <p:spPr>
          <a:xfrm>
            <a:off x="1124712" y="3790188"/>
            <a:ext cx="94183" cy="137160"/>
          </a:xfrm>
          <a:prstGeom prst="rect">
            <a:avLst/>
          </a:prstGeom>
          <a:solidFill>
            <a:srgbClr val="E9EDF3"/>
          </a:solidFill>
          <a:ln>
            <a:noFill/>
          </a:ln>
        </p:spPr>
        <p:txBody>
          <a:bodyPr rtlCol="0" anchor="ctr"/>
          <a:lstStyle/>
          <a:p>
            <a:pPr algn="ctr"/>
          </a:p>
        </p:txBody>
      </p:sp>
      <p:sp>
        <p:nvSpPr>
          <p:cNvPr id="533" name="Rectangle 532"/>
          <p:cNvSpPr/>
          <p:nvPr/>
        </p:nvSpPr>
        <p:spPr>
          <a:xfrm>
            <a:off x="1229868" y="3790188"/>
            <a:ext cx="94183" cy="137160"/>
          </a:xfrm>
          <a:prstGeom prst="rect">
            <a:avLst/>
          </a:prstGeom>
          <a:solidFill>
            <a:srgbClr val="CA6F1E"/>
          </a:solidFill>
          <a:ln>
            <a:noFill/>
          </a:ln>
        </p:spPr>
        <p:txBody>
          <a:bodyPr rtlCol="0" anchor="ctr"/>
          <a:lstStyle/>
          <a:p>
            <a:pPr algn="ctr"/>
          </a:p>
        </p:txBody>
      </p:sp>
      <p:sp>
        <p:nvSpPr>
          <p:cNvPr id="534" name="Rectangle 533"/>
          <p:cNvSpPr/>
          <p:nvPr/>
        </p:nvSpPr>
        <p:spPr>
          <a:xfrm>
            <a:off x="1335024" y="3790188"/>
            <a:ext cx="94183" cy="137160"/>
          </a:xfrm>
          <a:prstGeom prst="rect">
            <a:avLst/>
          </a:prstGeom>
          <a:solidFill>
            <a:srgbClr val="C0392B"/>
          </a:solidFill>
          <a:ln>
            <a:noFill/>
          </a:ln>
        </p:spPr>
        <p:txBody>
          <a:bodyPr rtlCol="0" anchor="ctr"/>
          <a:lstStyle/>
          <a:p>
            <a:pPr algn="ctr"/>
          </a:p>
        </p:txBody>
      </p:sp>
      <p:sp>
        <p:nvSpPr>
          <p:cNvPr id="535" name="Rectangle 534"/>
          <p:cNvSpPr/>
          <p:nvPr/>
        </p:nvSpPr>
        <p:spPr>
          <a:xfrm>
            <a:off x="1440180" y="3790188"/>
            <a:ext cx="94183" cy="137160"/>
          </a:xfrm>
          <a:prstGeom prst="rect">
            <a:avLst/>
          </a:prstGeom>
          <a:solidFill>
            <a:srgbClr val="F5A623"/>
          </a:solidFill>
          <a:ln>
            <a:noFill/>
          </a:ln>
        </p:spPr>
        <p:txBody>
          <a:bodyPr rtlCol="0" anchor="ctr"/>
          <a:lstStyle/>
          <a:p>
            <a:pPr algn="ctr"/>
          </a:p>
        </p:txBody>
      </p:sp>
      <p:sp>
        <p:nvSpPr>
          <p:cNvPr id="536" name="Rectangle 535"/>
          <p:cNvSpPr/>
          <p:nvPr/>
        </p:nvSpPr>
        <p:spPr>
          <a:xfrm>
            <a:off x="1545336" y="3790188"/>
            <a:ext cx="94183" cy="137160"/>
          </a:xfrm>
          <a:prstGeom prst="rect">
            <a:avLst/>
          </a:prstGeom>
          <a:solidFill>
            <a:srgbClr val="E9EDF3"/>
          </a:solidFill>
          <a:ln>
            <a:noFill/>
          </a:ln>
        </p:spPr>
        <p:txBody>
          <a:bodyPr rtlCol="0" anchor="ctr"/>
          <a:lstStyle/>
          <a:p>
            <a:pPr algn="ctr"/>
          </a:p>
        </p:txBody>
      </p:sp>
      <p:sp>
        <p:nvSpPr>
          <p:cNvPr id="537" name="Rectangle 536"/>
          <p:cNvSpPr/>
          <p:nvPr/>
        </p:nvSpPr>
        <p:spPr>
          <a:xfrm>
            <a:off x="1650492" y="3790188"/>
            <a:ext cx="94183" cy="137160"/>
          </a:xfrm>
          <a:prstGeom prst="rect">
            <a:avLst/>
          </a:prstGeom>
          <a:solidFill>
            <a:srgbClr val="F5A623"/>
          </a:solidFill>
          <a:ln>
            <a:noFill/>
          </a:ln>
        </p:spPr>
        <p:txBody>
          <a:bodyPr rtlCol="0" anchor="ctr"/>
          <a:lstStyle/>
          <a:p>
            <a:pPr algn="ctr"/>
          </a:p>
        </p:txBody>
      </p:sp>
      <p:sp>
        <p:nvSpPr>
          <p:cNvPr id="538" name="Rectangle 537"/>
          <p:cNvSpPr/>
          <p:nvPr/>
        </p:nvSpPr>
        <p:spPr>
          <a:xfrm>
            <a:off x="1755648" y="3790188"/>
            <a:ext cx="94183" cy="137160"/>
          </a:xfrm>
          <a:prstGeom prst="rect">
            <a:avLst/>
          </a:prstGeom>
          <a:solidFill>
            <a:srgbClr val="FAD9A0"/>
          </a:solidFill>
          <a:ln>
            <a:noFill/>
          </a:ln>
        </p:spPr>
        <p:txBody>
          <a:bodyPr rtlCol="0" anchor="ctr"/>
          <a:lstStyle/>
          <a:p>
            <a:pPr algn="ctr"/>
          </a:p>
        </p:txBody>
      </p:sp>
      <p:sp>
        <p:nvSpPr>
          <p:cNvPr id="539" name="Rectangle 538"/>
          <p:cNvSpPr/>
          <p:nvPr/>
        </p:nvSpPr>
        <p:spPr>
          <a:xfrm>
            <a:off x="1860804" y="3790188"/>
            <a:ext cx="94183" cy="137160"/>
          </a:xfrm>
          <a:prstGeom prst="rect">
            <a:avLst/>
          </a:prstGeom>
          <a:solidFill>
            <a:srgbClr val="E9EDF3"/>
          </a:solidFill>
          <a:ln>
            <a:noFill/>
          </a:ln>
        </p:spPr>
        <p:txBody>
          <a:bodyPr rtlCol="0" anchor="ctr"/>
          <a:lstStyle/>
          <a:p>
            <a:pPr algn="ctr"/>
          </a:p>
        </p:txBody>
      </p:sp>
      <p:sp>
        <p:nvSpPr>
          <p:cNvPr id="540" name="Rectangle 539"/>
          <p:cNvSpPr/>
          <p:nvPr/>
        </p:nvSpPr>
        <p:spPr>
          <a:xfrm>
            <a:off x="1965960" y="3790188"/>
            <a:ext cx="94183" cy="137160"/>
          </a:xfrm>
          <a:prstGeom prst="rect">
            <a:avLst/>
          </a:prstGeom>
          <a:solidFill>
            <a:srgbClr val="E9EDF3"/>
          </a:solidFill>
          <a:ln>
            <a:noFill/>
          </a:ln>
        </p:spPr>
        <p:txBody>
          <a:bodyPr rtlCol="0" anchor="ctr"/>
          <a:lstStyle/>
          <a:p>
            <a:pPr algn="ctr"/>
          </a:p>
        </p:txBody>
      </p:sp>
      <p:sp>
        <p:nvSpPr>
          <p:cNvPr id="541" name="Rectangle 540"/>
          <p:cNvSpPr/>
          <p:nvPr/>
        </p:nvSpPr>
        <p:spPr>
          <a:xfrm>
            <a:off x="2071116" y="3790188"/>
            <a:ext cx="94183" cy="137160"/>
          </a:xfrm>
          <a:prstGeom prst="rect">
            <a:avLst/>
          </a:prstGeom>
          <a:solidFill>
            <a:srgbClr val="FAD9A0"/>
          </a:solidFill>
          <a:ln>
            <a:noFill/>
          </a:ln>
        </p:spPr>
        <p:txBody>
          <a:bodyPr rtlCol="0" anchor="ctr"/>
          <a:lstStyle/>
          <a:p>
            <a:pPr algn="ctr"/>
          </a:p>
        </p:txBody>
      </p:sp>
      <p:sp>
        <p:nvSpPr>
          <p:cNvPr id="542" name="Rectangle 541"/>
          <p:cNvSpPr/>
          <p:nvPr/>
        </p:nvSpPr>
        <p:spPr>
          <a:xfrm>
            <a:off x="2176272" y="3790188"/>
            <a:ext cx="94183" cy="137160"/>
          </a:xfrm>
          <a:prstGeom prst="rect">
            <a:avLst/>
          </a:prstGeom>
          <a:solidFill>
            <a:srgbClr val="E9EDF3"/>
          </a:solidFill>
          <a:ln>
            <a:noFill/>
          </a:ln>
        </p:spPr>
        <p:txBody>
          <a:bodyPr rtlCol="0" anchor="ctr"/>
          <a:lstStyle/>
          <a:p>
            <a:pPr algn="ctr"/>
          </a:p>
        </p:txBody>
      </p:sp>
      <p:sp>
        <p:nvSpPr>
          <p:cNvPr id="543" name="Rectangle 542"/>
          <p:cNvSpPr/>
          <p:nvPr/>
        </p:nvSpPr>
        <p:spPr>
          <a:xfrm>
            <a:off x="2281428" y="3790188"/>
            <a:ext cx="94183" cy="137160"/>
          </a:xfrm>
          <a:prstGeom prst="rect">
            <a:avLst/>
          </a:prstGeom>
          <a:solidFill>
            <a:srgbClr val="FAD9A0"/>
          </a:solidFill>
          <a:ln>
            <a:noFill/>
          </a:ln>
        </p:spPr>
        <p:txBody>
          <a:bodyPr rtlCol="0" anchor="ctr"/>
          <a:lstStyle/>
          <a:p>
            <a:pPr algn="ctr"/>
          </a:p>
        </p:txBody>
      </p:sp>
      <p:sp>
        <p:nvSpPr>
          <p:cNvPr id="544" name="Rectangle 543"/>
          <p:cNvSpPr/>
          <p:nvPr/>
        </p:nvSpPr>
        <p:spPr>
          <a:xfrm>
            <a:off x="2386584" y="3790188"/>
            <a:ext cx="94183" cy="137160"/>
          </a:xfrm>
          <a:prstGeom prst="rect">
            <a:avLst/>
          </a:prstGeom>
          <a:solidFill>
            <a:srgbClr val="E9EDF3"/>
          </a:solidFill>
          <a:ln>
            <a:noFill/>
          </a:ln>
        </p:spPr>
        <p:txBody>
          <a:bodyPr rtlCol="0" anchor="ctr"/>
          <a:lstStyle/>
          <a:p>
            <a:pPr algn="ctr"/>
          </a:p>
        </p:txBody>
      </p:sp>
      <p:sp>
        <p:nvSpPr>
          <p:cNvPr id="545" name="Rectangle 544"/>
          <p:cNvSpPr/>
          <p:nvPr/>
        </p:nvSpPr>
        <p:spPr>
          <a:xfrm>
            <a:off x="2491740" y="3790188"/>
            <a:ext cx="94183" cy="137160"/>
          </a:xfrm>
          <a:prstGeom prst="rect">
            <a:avLst/>
          </a:prstGeom>
          <a:solidFill>
            <a:srgbClr val="FAD9A0"/>
          </a:solidFill>
          <a:ln>
            <a:noFill/>
          </a:ln>
        </p:spPr>
        <p:txBody>
          <a:bodyPr rtlCol="0" anchor="ctr"/>
          <a:lstStyle/>
          <a:p>
            <a:pPr algn="ctr"/>
          </a:p>
        </p:txBody>
      </p:sp>
      <p:sp>
        <p:nvSpPr>
          <p:cNvPr id="546" name="Rectangle 545"/>
          <p:cNvSpPr/>
          <p:nvPr/>
        </p:nvSpPr>
        <p:spPr>
          <a:xfrm>
            <a:off x="2596896" y="3790188"/>
            <a:ext cx="94183" cy="137160"/>
          </a:xfrm>
          <a:prstGeom prst="rect">
            <a:avLst/>
          </a:prstGeom>
          <a:solidFill>
            <a:srgbClr val="F5A623"/>
          </a:solidFill>
          <a:ln>
            <a:noFill/>
          </a:ln>
        </p:spPr>
        <p:txBody>
          <a:bodyPr rtlCol="0" anchor="ctr"/>
          <a:lstStyle/>
          <a:p>
            <a:pPr algn="ctr"/>
          </a:p>
        </p:txBody>
      </p:sp>
      <p:sp>
        <p:nvSpPr>
          <p:cNvPr id="547" name="Rectangle 546"/>
          <p:cNvSpPr/>
          <p:nvPr/>
        </p:nvSpPr>
        <p:spPr>
          <a:xfrm>
            <a:off x="2702052" y="3790188"/>
            <a:ext cx="94183" cy="137160"/>
          </a:xfrm>
          <a:prstGeom prst="rect">
            <a:avLst/>
          </a:prstGeom>
          <a:solidFill>
            <a:srgbClr val="E9EDF3"/>
          </a:solidFill>
          <a:ln>
            <a:noFill/>
          </a:ln>
        </p:spPr>
        <p:txBody>
          <a:bodyPr rtlCol="0" anchor="ctr"/>
          <a:lstStyle/>
          <a:p>
            <a:pPr algn="ctr"/>
          </a:p>
        </p:txBody>
      </p:sp>
      <p:sp>
        <p:nvSpPr>
          <p:cNvPr id="548" name="Rectangle 547"/>
          <p:cNvSpPr/>
          <p:nvPr/>
        </p:nvSpPr>
        <p:spPr>
          <a:xfrm>
            <a:off x="2807208" y="3790188"/>
            <a:ext cx="94183" cy="137160"/>
          </a:xfrm>
          <a:prstGeom prst="rect">
            <a:avLst/>
          </a:prstGeom>
          <a:solidFill>
            <a:srgbClr val="E9EDF3"/>
          </a:solidFill>
          <a:ln>
            <a:noFill/>
          </a:ln>
        </p:spPr>
        <p:txBody>
          <a:bodyPr rtlCol="0" anchor="ctr"/>
          <a:lstStyle/>
          <a:p>
            <a:pPr algn="ctr"/>
          </a:p>
        </p:txBody>
      </p:sp>
      <p:sp>
        <p:nvSpPr>
          <p:cNvPr id="549" name="Rectangle 548"/>
          <p:cNvSpPr/>
          <p:nvPr/>
        </p:nvSpPr>
        <p:spPr>
          <a:xfrm>
            <a:off x="2912364" y="3790188"/>
            <a:ext cx="94183" cy="137160"/>
          </a:xfrm>
          <a:prstGeom prst="rect">
            <a:avLst/>
          </a:prstGeom>
          <a:solidFill>
            <a:srgbClr val="E9EDF3"/>
          </a:solidFill>
          <a:ln>
            <a:noFill/>
          </a:ln>
        </p:spPr>
        <p:txBody>
          <a:bodyPr rtlCol="0" anchor="ctr"/>
          <a:lstStyle/>
          <a:p>
            <a:pPr algn="ctr"/>
          </a:p>
        </p:txBody>
      </p:sp>
      <p:sp>
        <p:nvSpPr>
          <p:cNvPr id="550" name="Rectangle 549"/>
          <p:cNvSpPr/>
          <p:nvPr/>
        </p:nvSpPr>
        <p:spPr>
          <a:xfrm>
            <a:off x="3017520" y="3790188"/>
            <a:ext cx="94183" cy="137160"/>
          </a:xfrm>
          <a:prstGeom prst="rect">
            <a:avLst/>
          </a:prstGeom>
          <a:solidFill>
            <a:srgbClr val="E9EDF3"/>
          </a:solidFill>
          <a:ln>
            <a:noFill/>
          </a:ln>
        </p:spPr>
        <p:txBody>
          <a:bodyPr rtlCol="0" anchor="ctr"/>
          <a:lstStyle/>
          <a:p>
            <a:pPr algn="ctr"/>
          </a:p>
        </p:txBody>
      </p:sp>
      <p:sp>
        <p:nvSpPr>
          <p:cNvPr id="551" name="Rectangle 550"/>
          <p:cNvSpPr/>
          <p:nvPr/>
        </p:nvSpPr>
        <p:spPr>
          <a:xfrm>
            <a:off x="3122676" y="3790188"/>
            <a:ext cx="94183" cy="137160"/>
          </a:xfrm>
          <a:prstGeom prst="rect">
            <a:avLst/>
          </a:prstGeom>
          <a:solidFill>
            <a:srgbClr val="F5A623"/>
          </a:solidFill>
          <a:ln>
            <a:noFill/>
          </a:ln>
        </p:spPr>
        <p:txBody>
          <a:bodyPr rtlCol="0" anchor="ctr"/>
          <a:lstStyle/>
          <a:p>
            <a:pPr algn="ctr"/>
          </a:p>
        </p:txBody>
      </p:sp>
      <p:sp>
        <p:nvSpPr>
          <p:cNvPr id="552" name="Rectangle 551"/>
          <p:cNvSpPr/>
          <p:nvPr/>
        </p:nvSpPr>
        <p:spPr>
          <a:xfrm>
            <a:off x="3227832" y="3790188"/>
            <a:ext cx="94183" cy="137160"/>
          </a:xfrm>
          <a:prstGeom prst="rect">
            <a:avLst/>
          </a:prstGeom>
          <a:solidFill>
            <a:srgbClr val="E9EDF3"/>
          </a:solidFill>
          <a:ln>
            <a:noFill/>
          </a:ln>
        </p:spPr>
        <p:txBody>
          <a:bodyPr rtlCol="0" anchor="ctr"/>
          <a:lstStyle/>
          <a:p>
            <a:pPr algn="ctr"/>
          </a:p>
        </p:txBody>
      </p:sp>
      <p:sp>
        <p:nvSpPr>
          <p:cNvPr id="553" name="Rectangle 552"/>
          <p:cNvSpPr/>
          <p:nvPr/>
        </p:nvSpPr>
        <p:spPr>
          <a:xfrm>
            <a:off x="3332988" y="3790188"/>
            <a:ext cx="94183" cy="137160"/>
          </a:xfrm>
          <a:prstGeom prst="rect">
            <a:avLst/>
          </a:prstGeom>
          <a:solidFill>
            <a:srgbClr val="FAD9A0"/>
          </a:solidFill>
          <a:ln>
            <a:noFill/>
          </a:ln>
        </p:spPr>
        <p:txBody>
          <a:bodyPr rtlCol="0" anchor="ctr"/>
          <a:lstStyle/>
          <a:p>
            <a:pPr algn="ctr"/>
          </a:p>
        </p:txBody>
      </p:sp>
      <p:sp>
        <p:nvSpPr>
          <p:cNvPr id="554" name="Rectangle 553"/>
          <p:cNvSpPr/>
          <p:nvPr/>
        </p:nvSpPr>
        <p:spPr>
          <a:xfrm>
            <a:off x="3438144" y="3790188"/>
            <a:ext cx="94183" cy="137160"/>
          </a:xfrm>
          <a:prstGeom prst="rect">
            <a:avLst/>
          </a:prstGeom>
          <a:solidFill>
            <a:srgbClr val="FAD9A0"/>
          </a:solidFill>
          <a:ln>
            <a:noFill/>
          </a:ln>
        </p:spPr>
        <p:txBody>
          <a:bodyPr rtlCol="0" anchor="ctr"/>
          <a:lstStyle/>
          <a:p>
            <a:pPr algn="ctr"/>
          </a:p>
        </p:txBody>
      </p:sp>
      <p:sp>
        <p:nvSpPr>
          <p:cNvPr id="555" name="Rectangle 554"/>
          <p:cNvSpPr/>
          <p:nvPr/>
        </p:nvSpPr>
        <p:spPr>
          <a:xfrm>
            <a:off x="3543300" y="3790188"/>
            <a:ext cx="94183" cy="137160"/>
          </a:xfrm>
          <a:prstGeom prst="rect">
            <a:avLst/>
          </a:prstGeom>
          <a:solidFill>
            <a:srgbClr val="E9EDF3"/>
          </a:solidFill>
          <a:ln>
            <a:noFill/>
          </a:ln>
        </p:spPr>
        <p:txBody>
          <a:bodyPr rtlCol="0" anchor="ctr"/>
          <a:lstStyle/>
          <a:p>
            <a:pPr algn="ctr"/>
          </a:p>
        </p:txBody>
      </p:sp>
      <p:sp>
        <p:nvSpPr>
          <p:cNvPr id="556" name="Rectangle 555"/>
          <p:cNvSpPr/>
          <p:nvPr/>
        </p:nvSpPr>
        <p:spPr>
          <a:xfrm>
            <a:off x="3648456" y="3790188"/>
            <a:ext cx="94183" cy="137160"/>
          </a:xfrm>
          <a:prstGeom prst="rect">
            <a:avLst/>
          </a:prstGeom>
          <a:solidFill>
            <a:srgbClr val="E9EDF3"/>
          </a:solidFill>
          <a:ln>
            <a:noFill/>
          </a:ln>
        </p:spPr>
        <p:txBody>
          <a:bodyPr rtlCol="0" anchor="ctr"/>
          <a:lstStyle/>
          <a:p>
            <a:pPr algn="ctr"/>
          </a:p>
        </p:txBody>
      </p:sp>
      <p:sp>
        <p:nvSpPr>
          <p:cNvPr id="557" name="Rectangle 556"/>
          <p:cNvSpPr/>
          <p:nvPr/>
        </p:nvSpPr>
        <p:spPr>
          <a:xfrm>
            <a:off x="3753612" y="3790188"/>
            <a:ext cx="94183" cy="137160"/>
          </a:xfrm>
          <a:prstGeom prst="rect">
            <a:avLst/>
          </a:prstGeom>
          <a:solidFill>
            <a:srgbClr val="E9EDF3"/>
          </a:solidFill>
          <a:ln>
            <a:noFill/>
          </a:ln>
        </p:spPr>
        <p:txBody>
          <a:bodyPr rtlCol="0" anchor="ctr"/>
          <a:lstStyle/>
          <a:p>
            <a:pPr algn="ctr"/>
          </a:p>
        </p:txBody>
      </p:sp>
      <p:sp>
        <p:nvSpPr>
          <p:cNvPr id="558" name="Rectangle 557"/>
          <p:cNvSpPr/>
          <p:nvPr/>
        </p:nvSpPr>
        <p:spPr>
          <a:xfrm>
            <a:off x="3858768" y="3790188"/>
            <a:ext cx="94183" cy="137160"/>
          </a:xfrm>
          <a:prstGeom prst="rect">
            <a:avLst/>
          </a:prstGeom>
          <a:solidFill>
            <a:srgbClr val="CA6F1E"/>
          </a:solidFill>
          <a:ln>
            <a:noFill/>
          </a:ln>
        </p:spPr>
        <p:txBody>
          <a:bodyPr rtlCol="0" anchor="ctr"/>
          <a:lstStyle/>
          <a:p>
            <a:pPr algn="ctr"/>
          </a:p>
        </p:txBody>
      </p:sp>
      <p:sp>
        <p:nvSpPr>
          <p:cNvPr id="559" name="Rectangle 558"/>
          <p:cNvSpPr/>
          <p:nvPr/>
        </p:nvSpPr>
        <p:spPr>
          <a:xfrm>
            <a:off x="3963924" y="3790188"/>
            <a:ext cx="94183" cy="137160"/>
          </a:xfrm>
          <a:prstGeom prst="rect">
            <a:avLst/>
          </a:prstGeom>
          <a:solidFill>
            <a:srgbClr val="E9EDF3"/>
          </a:solidFill>
          <a:ln>
            <a:noFill/>
          </a:ln>
        </p:spPr>
        <p:txBody>
          <a:bodyPr rtlCol="0" anchor="ctr"/>
          <a:lstStyle/>
          <a:p>
            <a:pPr algn="ctr"/>
          </a:p>
        </p:txBody>
      </p:sp>
      <p:sp>
        <p:nvSpPr>
          <p:cNvPr id="560" name="TextBox 559"/>
          <p:cNvSpPr txBox="1"/>
          <p:nvPr/>
        </p:nvSpPr>
        <p:spPr>
          <a:xfrm>
            <a:off x="4105656" y="378561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69</a:t>
            </a:r>
          </a:p>
        </p:txBody>
      </p:sp>
      <p:sp>
        <p:nvSpPr>
          <p:cNvPr id="561" name="TextBox 560"/>
          <p:cNvSpPr txBox="1"/>
          <p:nvPr/>
        </p:nvSpPr>
        <p:spPr>
          <a:xfrm>
            <a:off x="411480" y="3936491"/>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23</a:t>
            </a:r>
          </a:p>
        </p:txBody>
      </p:sp>
      <p:sp>
        <p:nvSpPr>
          <p:cNvPr id="562" name="Rectangle 561"/>
          <p:cNvSpPr/>
          <p:nvPr/>
        </p:nvSpPr>
        <p:spPr>
          <a:xfrm>
            <a:off x="914400" y="3941063"/>
            <a:ext cx="94183" cy="137160"/>
          </a:xfrm>
          <a:prstGeom prst="rect">
            <a:avLst/>
          </a:prstGeom>
          <a:solidFill>
            <a:srgbClr val="FAD9A0"/>
          </a:solidFill>
          <a:ln>
            <a:noFill/>
          </a:ln>
        </p:spPr>
        <p:txBody>
          <a:bodyPr rtlCol="0" anchor="ctr"/>
          <a:lstStyle/>
          <a:p>
            <a:pPr algn="ctr"/>
          </a:p>
        </p:txBody>
      </p:sp>
      <p:sp>
        <p:nvSpPr>
          <p:cNvPr id="563" name="Rectangle 562"/>
          <p:cNvSpPr/>
          <p:nvPr/>
        </p:nvSpPr>
        <p:spPr>
          <a:xfrm>
            <a:off x="1019556" y="3941063"/>
            <a:ext cx="94183" cy="137160"/>
          </a:xfrm>
          <a:prstGeom prst="rect">
            <a:avLst/>
          </a:prstGeom>
          <a:solidFill>
            <a:srgbClr val="FAD9A0"/>
          </a:solidFill>
          <a:ln>
            <a:noFill/>
          </a:ln>
        </p:spPr>
        <p:txBody>
          <a:bodyPr rtlCol="0" anchor="ctr"/>
          <a:lstStyle/>
          <a:p>
            <a:pPr algn="ctr"/>
          </a:p>
        </p:txBody>
      </p:sp>
      <p:sp>
        <p:nvSpPr>
          <p:cNvPr id="564" name="Rectangle 563"/>
          <p:cNvSpPr/>
          <p:nvPr/>
        </p:nvSpPr>
        <p:spPr>
          <a:xfrm>
            <a:off x="1124712" y="3941063"/>
            <a:ext cx="94183" cy="137160"/>
          </a:xfrm>
          <a:prstGeom prst="rect">
            <a:avLst/>
          </a:prstGeom>
          <a:solidFill>
            <a:srgbClr val="F5A623"/>
          </a:solidFill>
          <a:ln>
            <a:noFill/>
          </a:ln>
        </p:spPr>
        <p:txBody>
          <a:bodyPr rtlCol="0" anchor="ctr"/>
          <a:lstStyle/>
          <a:p>
            <a:pPr algn="ctr"/>
          </a:p>
        </p:txBody>
      </p:sp>
      <p:sp>
        <p:nvSpPr>
          <p:cNvPr id="565" name="Rectangle 564"/>
          <p:cNvSpPr/>
          <p:nvPr/>
        </p:nvSpPr>
        <p:spPr>
          <a:xfrm>
            <a:off x="1229868" y="3941063"/>
            <a:ext cx="94183" cy="137160"/>
          </a:xfrm>
          <a:prstGeom prst="rect">
            <a:avLst/>
          </a:prstGeom>
          <a:solidFill>
            <a:srgbClr val="E9EDF3"/>
          </a:solidFill>
          <a:ln>
            <a:noFill/>
          </a:ln>
        </p:spPr>
        <p:txBody>
          <a:bodyPr rtlCol="0" anchor="ctr"/>
          <a:lstStyle/>
          <a:p>
            <a:pPr algn="ctr"/>
          </a:p>
        </p:txBody>
      </p:sp>
      <p:sp>
        <p:nvSpPr>
          <p:cNvPr id="566" name="Rectangle 565"/>
          <p:cNvSpPr/>
          <p:nvPr/>
        </p:nvSpPr>
        <p:spPr>
          <a:xfrm>
            <a:off x="1335024" y="3941063"/>
            <a:ext cx="94183" cy="137160"/>
          </a:xfrm>
          <a:prstGeom prst="rect">
            <a:avLst/>
          </a:prstGeom>
          <a:solidFill>
            <a:srgbClr val="C0392B"/>
          </a:solidFill>
          <a:ln>
            <a:noFill/>
          </a:ln>
        </p:spPr>
        <p:txBody>
          <a:bodyPr rtlCol="0" anchor="ctr"/>
          <a:lstStyle/>
          <a:p>
            <a:pPr algn="ctr"/>
          </a:p>
        </p:txBody>
      </p:sp>
      <p:sp>
        <p:nvSpPr>
          <p:cNvPr id="567" name="Rectangle 566"/>
          <p:cNvSpPr/>
          <p:nvPr/>
        </p:nvSpPr>
        <p:spPr>
          <a:xfrm>
            <a:off x="1440180" y="3941063"/>
            <a:ext cx="94183" cy="137160"/>
          </a:xfrm>
          <a:prstGeom prst="rect">
            <a:avLst/>
          </a:prstGeom>
          <a:solidFill>
            <a:srgbClr val="C0392B"/>
          </a:solidFill>
          <a:ln>
            <a:noFill/>
          </a:ln>
        </p:spPr>
        <p:txBody>
          <a:bodyPr rtlCol="0" anchor="ctr"/>
          <a:lstStyle/>
          <a:p>
            <a:pPr algn="ctr"/>
          </a:p>
        </p:txBody>
      </p:sp>
      <p:sp>
        <p:nvSpPr>
          <p:cNvPr id="568" name="Rectangle 567"/>
          <p:cNvSpPr/>
          <p:nvPr/>
        </p:nvSpPr>
        <p:spPr>
          <a:xfrm>
            <a:off x="1545336" y="3941063"/>
            <a:ext cx="94183" cy="137160"/>
          </a:xfrm>
          <a:prstGeom prst="rect">
            <a:avLst/>
          </a:prstGeom>
          <a:solidFill>
            <a:srgbClr val="E9EDF3"/>
          </a:solidFill>
          <a:ln>
            <a:noFill/>
          </a:ln>
        </p:spPr>
        <p:txBody>
          <a:bodyPr rtlCol="0" anchor="ctr"/>
          <a:lstStyle/>
          <a:p>
            <a:pPr algn="ctr"/>
          </a:p>
        </p:txBody>
      </p:sp>
      <p:sp>
        <p:nvSpPr>
          <p:cNvPr id="569" name="Rectangle 568"/>
          <p:cNvSpPr/>
          <p:nvPr/>
        </p:nvSpPr>
        <p:spPr>
          <a:xfrm>
            <a:off x="1650492" y="3941063"/>
            <a:ext cx="94183" cy="137160"/>
          </a:xfrm>
          <a:prstGeom prst="rect">
            <a:avLst/>
          </a:prstGeom>
          <a:solidFill>
            <a:srgbClr val="FAD9A0"/>
          </a:solidFill>
          <a:ln>
            <a:noFill/>
          </a:ln>
        </p:spPr>
        <p:txBody>
          <a:bodyPr rtlCol="0" anchor="ctr"/>
          <a:lstStyle/>
          <a:p>
            <a:pPr algn="ctr"/>
          </a:p>
        </p:txBody>
      </p:sp>
      <p:sp>
        <p:nvSpPr>
          <p:cNvPr id="570" name="Rectangle 569"/>
          <p:cNvSpPr/>
          <p:nvPr/>
        </p:nvSpPr>
        <p:spPr>
          <a:xfrm>
            <a:off x="1755648" y="3941063"/>
            <a:ext cx="94183" cy="137160"/>
          </a:xfrm>
          <a:prstGeom prst="rect">
            <a:avLst/>
          </a:prstGeom>
          <a:solidFill>
            <a:srgbClr val="FAD9A0"/>
          </a:solidFill>
          <a:ln>
            <a:noFill/>
          </a:ln>
        </p:spPr>
        <p:txBody>
          <a:bodyPr rtlCol="0" anchor="ctr"/>
          <a:lstStyle/>
          <a:p>
            <a:pPr algn="ctr"/>
          </a:p>
        </p:txBody>
      </p:sp>
      <p:sp>
        <p:nvSpPr>
          <p:cNvPr id="571" name="Rectangle 570"/>
          <p:cNvSpPr/>
          <p:nvPr/>
        </p:nvSpPr>
        <p:spPr>
          <a:xfrm>
            <a:off x="1860804" y="3941063"/>
            <a:ext cx="94183" cy="137160"/>
          </a:xfrm>
          <a:prstGeom prst="rect">
            <a:avLst/>
          </a:prstGeom>
          <a:solidFill>
            <a:srgbClr val="E9EDF3"/>
          </a:solidFill>
          <a:ln>
            <a:noFill/>
          </a:ln>
        </p:spPr>
        <p:txBody>
          <a:bodyPr rtlCol="0" anchor="ctr"/>
          <a:lstStyle/>
          <a:p>
            <a:pPr algn="ctr"/>
          </a:p>
        </p:txBody>
      </p:sp>
      <p:sp>
        <p:nvSpPr>
          <p:cNvPr id="572" name="Rectangle 571"/>
          <p:cNvSpPr/>
          <p:nvPr/>
        </p:nvSpPr>
        <p:spPr>
          <a:xfrm>
            <a:off x="1965960" y="3941063"/>
            <a:ext cx="94183" cy="137160"/>
          </a:xfrm>
          <a:prstGeom prst="rect">
            <a:avLst/>
          </a:prstGeom>
          <a:solidFill>
            <a:srgbClr val="E9EDF3"/>
          </a:solidFill>
          <a:ln>
            <a:noFill/>
          </a:ln>
        </p:spPr>
        <p:txBody>
          <a:bodyPr rtlCol="0" anchor="ctr"/>
          <a:lstStyle/>
          <a:p>
            <a:pPr algn="ctr"/>
          </a:p>
        </p:txBody>
      </p:sp>
      <p:sp>
        <p:nvSpPr>
          <p:cNvPr id="573" name="Rectangle 572"/>
          <p:cNvSpPr/>
          <p:nvPr/>
        </p:nvSpPr>
        <p:spPr>
          <a:xfrm>
            <a:off x="2071116" y="3941063"/>
            <a:ext cx="94183" cy="137160"/>
          </a:xfrm>
          <a:prstGeom prst="rect">
            <a:avLst/>
          </a:prstGeom>
          <a:solidFill>
            <a:srgbClr val="E9EDF3"/>
          </a:solidFill>
          <a:ln>
            <a:noFill/>
          </a:ln>
        </p:spPr>
        <p:txBody>
          <a:bodyPr rtlCol="0" anchor="ctr"/>
          <a:lstStyle/>
          <a:p>
            <a:pPr algn="ctr"/>
          </a:p>
        </p:txBody>
      </p:sp>
      <p:sp>
        <p:nvSpPr>
          <p:cNvPr id="574" name="Rectangle 573"/>
          <p:cNvSpPr/>
          <p:nvPr/>
        </p:nvSpPr>
        <p:spPr>
          <a:xfrm>
            <a:off x="2176272" y="3941063"/>
            <a:ext cx="94183" cy="137160"/>
          </a:xfrm>
          <a:prstGeom prst="rect">
            <a:avLst/>
          </a:prstGeom>
          <a:solidFill>
            <a:srgbClr val="FAD9A0"/>
          </a:solidFill>
          <a:ln>
            <a:noFill/>
          </a:ln>
        </p:spPr>
        <p:txBody>
          <a:bodyPr rtlCol="0" anchor="ctr"/>
          <a:lstStyle/>
          <a:p>
            <a:pPr algn="ctr"/>
          </a:p>
        </p:txBody>
      </p:sp>
      <p:sp>
        <p:nvSpPr>
          <p:cNvPr id="575" name="Rectangle 574"/>
          <p:cNvSpPr/>
          <p:nvPr/>
        </p:nvSpPr>
        <p:spPr>
          <a:xfrm>
            <a:off x="2281428" y="3941063"/>
            <a:ext cx="94183" cy="137160"/>
          </a:xfrm>
          <a:prstGeom prst="rect">
            <a:avLst/>
          </a:prstGeom>
          <a:solidFill>
            <a:srgbClr val="FAD9A0"/>
          </a:solidFill>
          <a:ln>
            <a:noFill/>
          </a:ln>
        </p:spPr>
        <p:txBody>
          <a:bodyPr rtlCol="0" anchor="ctr"/>
          <a:lstStyle/>
          <a:p>
            <a:pPr algn="ctr"/>
          </a:p>
        </p:txBody>
      </p:sp>
      <p:sp>
        <p:nvSpPr>
          <p:cNvPr id="576" name="Rectangle 575"/>
          <p:cNvSpPr/>
          <p:nvPr/>
        </p:nvSpPr>
        <p:spPr>
          <a:xfrm>
            <a:off x="2386584" y="3941063"/>
            <a:ext cx="94183" cy="137160"/>
          </a:xfrm>
          <a:prstGeom prst="rect">
            <a:avLst/>
          </a:prstGeom>
          <a:solidFill>
            <a:srgbClr val="E9EDF3"/>
          </a:solidFill>
          <a:ln>
            <a:noFill/>
          </a:ln>
        </p:spPr>
        <p:txBody>
          <a:bodyPr rtlCol="0" anchor="ctr"/>
          <a:lstStyle/>
          <a:p>
            <a:pPr algn="ctr"/>
          </a:p>
        </p:txBody>
      </p:sp>
      <p:sp>
        <p:nvSpPr>
          <p:cNvPr id="577" name="Rectangle 576"/>
          <p:cNvSpPr/>
          <p:nvPr/>
        </p:nvSpPr>
        <p:spPr>
          <a:xfrm>
            <a:off x="2491740" y="3941063"/>
            <a:ext cx="94183" cy="137160"/>
          </a:xfrm>
          <a:prstGeom prst="rect">
            <a:avLst/>
          </a:prstGeom>
          <a:solidFill>
            <a:srgbClr val="E9EDF3"/>
          </a:solidFill>
          <a:ln>
            <a:noFill/>
          </a:ln>
        </p:spPr>
        <p:txBody>
          <a:bodyPr rtlCol="0" anchor="ctr"/>
          <a:lstStyle/>
          <a:p>
            <a:pPr algn="ctr"/>
          </a:p>
        </p:txBody>
      </p:sp>
      <p:sp>
        <p:nvSpPr>
          <p:cNvPr id="578" name="Rectangle 577"/>
          <p:cNvSpPr/>
          <p:nvPr/>
        </p:nvSpPr>
        <p:spPr>
          <a:xfrm>
            <a:off x="2596896" y="3941063"/>
            <a:ext cx="94183" cy="137160"/>
          </a:xfrm>
          <a:prstGeom prst="rect">
            <a:avLst/>
          </a:prstGeom>
          <a:solidFill>
            <a:srgbClr val="CA6F1E"/>
          </a:solidFill>
          <a:ln>
            <a:noFill/>
          </a:ln>
        </p:spPr>
        <p:txBody>
          <a:bodyPr rtlCol="0" anchor="ctr"/>
          <a:lstStyle/>
          <a:p>
            <a:pPr algn="ctr"/>
          </a:p>
        </p:txBody>
      </p:sp>
      <p:sp>
        <p:nvSpPr>
          <p:cNvPr id="579" name="Rectangle 578"/>
          <p:cNvSpPr/>
          <p:nvPr/>
        </p:nvSpPr>
        <p:spPr>
          <a:xfrm>
            <a:off x="2702052" y="3941063"/>
            <a:ext cx="94183" cy="137160"/>
          </a:xfrm>
          <a:prstGeom prst="rect">
            <a:avLst/>
          </a:prstGeom>
          <a:solidFill>
            <a:srgbClr val="F5A623"/>
          </a:solidFill>
          <a:ln>
            <a:noFill/>
          </a:ln>
        </p:spPr>
        <p:txBody>
          <a:bodyPr rtlCol="0" anchor="ctr"/>
          <a:lstStyle/>
          <a:p>
            <a:pPr algn="ctr"/>
          </a:p>
        </p:txBody>
      </p:sp>
      <p:sp>
        <p:nvSpPr>
          <p:cNvPr id="580" name="Rectangle 579"/>
          <p:cNvSpPr/>
          <p:nvPr/>
        </p:nvSpPr>
        <p:spPr>
          <a:xfrm>
            <a:off x="2807208" y="3941063"/>
            <a:ext cx="94183" cy="137160"/>
          </a:xfrm>
          <a:prstGeom prst="rect">
            <a:avLst/>
          </a:prstGeom>
          <a:solidFill>
            <a:srgbClr val="E9EDF3"/>
          </a:solidFill>
          <a:ln>
            <a:noFill/>
          </a:ln>
        </p:spPr>
        <p:txBody>
          <a:bodyPr rtlCol="0" anchor="ctr"/>
          <a:lstStyle/>
          <a:p>
            <a:pPr algn="ctr"/>
          </a:p>
        </p:txBody>
      </p:sp>
      <p:sp>
        <p:nvSpPr>
          <p:cNvPr id="581" name="Rectangle 580"/>
          <p:cNvSpPr/>
          <p:nvPr/>
        </p:nvSpPr>
        <p:spPr>
          <a:xfrm>
            <a:off x="2912364" y="3941063"/>
            <a:ext cx="94183" cy="137160"/>
          </a:xfrm>
          <a:prstGeom prst="rect">
            <a:avLst/>
          </a:prstGeom>
          <a:solidFill>
            <a:srgbClr val="E9EDF3"/>
          </a:solidFill>
          <a:ln>
            <a:noFill/>
          </a:ln>
        </p:spPr>
        <p:txBody>
          <a:bodyPr rtlCol="0" anchor="ctr"/>
          <a:lstStyle/>
          <a:p>
            <a:pPr algn="ctr"/>
          </a:p>
        </p:txBody>
      </p:sp>
      <p:sp>
        <p:nvSpPr>
          <p:cNvPr id="582" name="Rectangle 581"/>
          <p:cNvSpPr/>
          <p:nvPr/>
        </p:nvSpPr>
        <p:spPr>
          <a:xfrm>
            <a:off x="3017520" y="3941063"/>
            <a:ext cx="94183" cy="137160"/>
          </a:xfrm>
          <a:prstGeom prst="rect">
            <a:avLst/>
          </a:prstGeom>
          <a:solidFill>
            <a:srgbClr val="F5A623"/>
          </a:solidFill>
          <a:ln>
            <a:noFill/>
          </a:ln>
        </p:spPr>
        <p:txBody>
          <a:bodyPr rtlCol="0" anchor="ctr"/>
          <a:lstStyle/>
          <a:p>
            <a:pPr algn="ctr"/>
          </a:p>
        </p:txBody>
      </p:sp>
      <p:sp>
        <p:nvSpPr>
          <p:cNvPr id="583" name="Rectangle 582"/>
          <p:cNvSpPr/>
          <p:nvPr/>
        </p:nvSpPr>
        <p:spPr>
          <a:xfrm>
            <a:off x="3122676" y="3941063"/>
            <a:ext cx="94183" cy="137160"/>
          </a:xfrm>
          <a:prstGeom prst="rect">
            <a:avLst/>
          </a:prstGeom>
          <a:solidFill>
            <a:srgbClr val="FAD9A0"/>
          </a:solidFill>
          <a:ln>
            <a:noFill/>
          </a:ln>
        </p:spPr>
        <p:txBody>
          <a:bodyPr rtlCol="0" anchor="ctr"/>
          <a:lstStyle/>
          <a:p>
            <a:pPr algn="ctr"/>
          </a:p>
        </p:txBody>
      </p:sp>
      <p:sp>
        <p:nvSpPr>
          <p:cNvPr id="584" name="Rectangle 583"/>
          <p:cNvSpPr/>
          <p:nvPr/>
        </p:nvSpPr>
        <p:spPr>
          <a:xfrm>
            <a:off x="3227832" y="3941063"/>
            <a:ext cx="94183" cy="137160"/>
          </a:xfrm>
          <a:prstGeom prst="rect">
            <a:avLst/>
          </a:prstGeom>
          <a:solidFill>
            <a:srgbClr val="F5A623"/>
          </a:solidFill>
          <a:ln>
            <a:noFill/>
          </a:ln>
        </p:spPr>
        <p:txBody>
          <a:bodyPr rtlCol="0" anchor="ctr"/>
          <a:lstStyle/>
          <a:p>
            <a:pPr algn="ctr"/>
          </a:p>
        </p:txBody>
      </p:sp>
      <p:sp>
        <p:nvSpPr>
          <p:cNvPr id="585" name="Rectangle 584"/>
          <p:cNvSpPr/>
          <p:nvPr/>
        </p:nvSpPr>
        <p:spPr>
          <a:xfrm>
            <a:off x="3332988" y="3941063"/>
            <a:ext cx="94183" cy="137160"/>
          </a:xfrm>
          <a:prstGeom prst="rect">
            <a:avLst/>
          </a:prstGeom>
          <a:solidFill>
            <a:srgbClr val="FAD9A0"/>
          </a:solidFill>
          <a:ln>
            <a:noFill/>
          </a:ln>
        </p:spPr>
        <p:txBody>
          <a:bodyPr rtlCol="0" anchor="ctr"/>
          <a:lstStyle/>
          <a:p>
            <a:pPr algn="ctr"/>
          </a:p>
        </p:txBody>
      </p:sp>
      <p:sp>
        <p:nvSpPr>
          <p:cNvPr id="586" name="Rectangle 585"/>
          <p:cNvSpPr/>
          <p:nvPr/>
        </p:nvSpPr>
        <p:spPr>
          <a:xfrm>
            <a:off x="3438144" y="3941063"/>
            <a:ext cx="94183" cy="137160"/>
          </a:xfrm>
          <a:prstGeom prst="rect">
            <a:avLst/>
          </a:prstGeom>
          <a:solidFill>
            <a:srgbClr val="FAD9A0"/>
          </a:solidFill>
          <a:ln>
            <a:noFill/>
          </a:ln>
        </p:spPr>
        <p:txBody>
          <a:bodyPr rtlCol="0" anchor="ctr"/>
          <a:lstStyle/>
          <a:p>
            <a:pPr algn="ctr"/>
          </a:p>
        </p:txBody>
      </p:sp>
      <p:sp>
        <p:nvSpPr>
          <p:cNvPr id="587" name="Rectangle 586"/>
          <p:cNvSpPr/>
          <p:nvPr/>
        </p:nvSpPr>
        <p:spPr>
          <a:xfrm>
            <a:off x="3543300" y="3941063"/>
            <a:ext cx="94183" cy="137160"/>
          </a:xfrm>
          <a:prstGeom prst="rect">
            <a:avLst/>
          </a:prstGeom>
          <a:solidFill>
            <a:srgbClr val="E9EDF3"/>
          </a:solidFill>
          <a:ln>
            <a:noFill/>
          </a:ln>
        </p:spPr>
        <p:txBody>
          <a:bodyPr rtlCol="0" anchor="ctr"/>
          <a:lstStyle/>
          <a:p>
            <a:pPr algn="ctr"/>
          </a:p>
        </p:txBody>
      </p:sp>
      <p:sp>
        <p:nvSpPr>
          <p:cNvPr id="588" name="Rectangle 587"/>
          <p:cNvSpPr/>
          <p:nvPr/>
        </p:nvSpPr>
        <p:spPr>
          <a:xfrm>
            <a:off x="3648456" y="3941063"/>
            <a:ext cx="94183" cy="137160"/>
          </a:xfrm>
          <a:prstGeom prst="rect">
            <a:avLst/>
          </a:prstGeom>
          <a:solidFill>
            <a:srgbClr val="E9EDF3"/>
          </a:solidFill>
          <a:ln>
            <a:noFill/>
          </a:ln>
        </p:spPr>
        <p:txBody>
          <a:bodyPr rtlCol="0" anchor="ctr"/>
          <a:lstStyle/>
          <a:p>
            <a:pPr algn="ctr"/>
          </a:p>
        </p:txBody>
      </p:sp>
      <p:sp>
        <p:nvSpPr>
          <p:cNvPr id="589" name="Rectangle 588"/>
          <p:cNvSpPr/>
          <p:nvPr/>
        </p:nvSpPr>
        <p:spPr>
          <a:xfrm>
            <a:off x="3753612" y="3941063"/>
            <a:ext cx="94183" cy="137160"/>
          </a:xfrm>
          <a:prstGeom prst="rect">
            <a:avLst/>
          </a:prstGeom>
          <a:solidFill>
            <a:srgbClr val="E9EDF3"/>
          </a:solidFill>
          <a:ln>
            <a:noFill/>
          </a:ln>
        </p:spPr>
        <p:txBody>
          <a:bodyPr rtlCol="0" anchor="ctr"/>
          <a:lstStyle/>
          <a:p>
            <a:pPr algn="ctr"/>
          </a:p>
        </p:txBody>
      </p:sp>
      <p:sp>
        <p:nvSpPr>
          <p:cNvPr id="590" name="Rectangle 589"/>
          <p:cNvSpPr/>
          <p:nvPr/>
        </p:nvSpPr>
        <p:spPr>
          <a:xfrm>
            <a:off x="3858768" y="3941063"/>
            <a:ext cx="94183" cy="137160"/>
          </a:xfrm>
          <a:prstGeom prst="rect">
            <a:avLst/>
          </a:prstGeom>
          <a:solidFill>
            <a:srgbClr val="F5A623"/>
          </a:solidFill>
          <a:ln>
            <a:noFill/>
          </a:ln>
        </p:spPr>
        <p:txBody>
          <a:bodyPr rtlCol="0" anchor="ctr"/>
          <a:lstStyle/>
          <a:p>
            <a:pPr algn="ctr"/>
          </a:p>
        </p:txBody>
      </p:sp>
      <p:sp>
        <p:nvSpPr>
          <p:cNvPr id="591" name="Rectangle 590"/>
          <p:cNvSpPr/>
          <p:nvPr/>
        </p:nvSpPr>
        <p:spPr>
          <a:xfrm>
            <a:off x="3963924" y="3941063"/>
            <a:ext cx="94183" cy="137160"/>
          </a:xfrm>
          <a:prstGeom prst="rect">
            <a:avLst/>
          </a:prstGeom>
          <a:solidFill>
            <a:srgbClr val="E9EDF3"/>
          </a:solidFill>
          <a:ln>
            <a:noFill/>
          </a:ln>
        </p:spPr>
        <p:txBody>
          <a:bodyPr rtlCol="0" anchor="ctr"/>
          <a:lstStyle/>
          <a:p>
            <a:pPr algn="ctr"/>
          </a:p>
        </p:txBody>
      </p:sp>
      <p:sp>
        <p:nvSpPr>
          <p:cNvPr id="592" name="TextBox 591"/>
          <p:cNvSpPr txBox="1"/>
          <p:nvPr/>
        </p:nvSpPr>
        <p:spPr>
          <a:xfrm>
            <a:off x="4105656" y="3936491"/>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69</a:t>
            </a:r>
          </a:p>
        </p:txBody>
      </p:sp>
      <p:sp>
        <p:nvSpPr>
          <p:cNvPr id="593" name="TextBox 592"/>
          <p:cNvSpPr txBox="1"/>
          <p:nvPr/>
        </p:nvSpPr>
        <p:spPr>
          <a:xfrm>
            <a:off x="411480" y="408736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108</a:t>
            </a:r>
          </a:p>
        </p:txBody>
      </p:sp>
      <p:sp>
        <p:nvSpPr>
          <p:cNvPr id="594" name="Rectangle 593"/>
          <p:cNvSpPr/>
          <p:nvPr/>
        </p:nvSpPr>
        <p:spPr>
          <a:xfrm>
            <a:off x="914400" y="4091940"/>
            <a:ext cx="94183" cy="137160"/>
          </a:xfrm>
          <a:prstGeom prst="rect">
            <a:avLst/>
          </a:prstGeom>
          <a:solidFill>
            <a:srgbClr val="F5A623"/>
          </a:solidFill>
          <a:ln>
            <a:noFill/>
          </a:ln>
        </p:spPr>
        <p:txBody>
          <a:bodyPr rtlCol="0" anchor="ctr"/>
          <a:lstStyle/>
          <a:p>
            <a:pPr algn="ctr"/>
          </a:p>
        </p:txBody>
      </p:sp>
      <p:sp>
        <p:nvSpPr>
          <p:cNvPr id="595" name="Rectangle 594"/>
          <p:cNvSpPr/>
          <p:nvPr/>
        </p:nvSpPr>
        <p:spPr>
          <a:xfrm>
            <a:off x="1019556" y="4091940"/>
            <a:ext cx="94183" cy="137160"/>
          </a:xfrm>
          <a:prstGeom prst="rect">
            <a:avLst/>
          </a:prstGeom>
          <a:solidFill>
            <a:srgbClr val="E9EDF3"/>
          </a:solidFill>
          <a:ln>
            <a:noFill/>
          </a:ln>
        </p:spPr>
        <p:txBody>
          <a:bodyPr rtlCol="0" anchor="ctr"/>
          <a:lstStyle/>
          <a:p>
            <a:pPr algn="ctr"/>
          </a:p>
        </p:txBody>
      </p:sp>
      <p:sp>
        <p:nvSpPr>
          <p:cNvPr id="596" name="Rectangle 595"/>
          <p:cNvSpPr/>
          <p:nvPr/>
        </p:nvSpPr>
        <p:spPr>
          <a:xfrm>
            <a:off x="1124712" y="4091940"/>
            <a:ext cx="94183" cy="137160"/>
          </a:xfrm>
          <a:prstGeom prst="rect">
            <a:avLst/>
          </a:prstGeom>
          <a:solidFill>
            <a:srgbClr val="FAD9A0"/>
          </a:solidFill>
          <a:ln>
            <a:noFill/>
          </a:ln>
        </p:spPr>
        <p:txBody>
          <a:bodyPr rtlCol="0" anchor="ctr"/>
          <a:lstStyle/>
          <a:p>
            <a:pPr algn="ctr"/>
          </a:p>
        </p:txBody>
      </p:sp>
      <p:sp>
        <p:nvSpPr>
          <p:cNvPr id="597" name="Rectangle 596"/>
          <p:cNvSpPr/>
          <p:nvPr/>
        </p:nvSpPr>
        <p:spPr>
          <a:xfrm>
            <a:off x="1229868" y="4091940"/>
            <a:ext cx="94183" cy="137160"/>
          </a:xfrm>
          <a:prstGeom prst="rect">
            <a:avLst/>
          </a:prstGeom>
          <a:solidFill>
            <a:srgbClr val="CA6F1E"/>
          </a:solidFill>
          <a:ln>
            <a:noFill/>
          </a:ln>
        </p:spPr>
        <p:txBody>
          <a:bodyPr rtlCol="0" anchor="ctr"/>
          <a:lstStyle/>
          <a:p>
            <a:pPr algn="ctr"/>
          </a:p>
        </p:txBody>
      </p:sp>
      <p:sp>
        <p:nvSpPr>
          <p:cNvPr id="598" name="Rectangle 597"/>
          <p:cNvSpPr/>
          <p:nvPr/>
        </p:nvSpPr>
        <p:spPr>
          <a:xfrm>
            <a:off x="1335024" y="4091940"/>
            <a:ext cx="94183" cy="137160"/>
          </a:xfrm>
          <a:prstGeom prst="rect">
            <a:avLst/>
          </a:prstGeom>
          <a:solidFill>
            <a:srgbClr val="CA6F1E"/>
          </a:solidFill>
          <a:ln>
            <a:noFill/>
          </a:ln>
        </p:spPr>
        <p:txBody>
          <a:bodyPr rtlCol="0" anchor="ctr"/>
          <a:lstStyle/>
          <a:p>
            <a:pPr algn="ctr"/>
          </a:p>
        </p:txBody>
      </p:sp>
      <p:sp>
        <p:nvSpPr>
          <p:cNvPr id="599" name="Rectangle 598"/>
          <p:cNvSpPr/>
          <p:nvPr/>
        </p:nvSpPr>
        <p:spPr>
          <a:xfrm>
            <a:off x="1440180" y="4091940"/>
            <a:ext cx="94183" cy="137160"/>
          </a:xfrm>
          <a:prstGeom prst="rect">
            <a:avLst/>
          </a:prstGeom>
          <a:solidFill>
            <a:srgbClr val="F5A623"/>
          </a:solidFill>
          <a:ln>
            <a:noFill/>
          </a:ln>
        </p:spPr>
        <p:txBody>
          <a:bodyPr rtlCol="0" anchor="ctr"/>
          <a:lstStyle/>
          <a:p>
            <a:pPr algn="ctr"/>
          </a:p>
        </p:txBody>
      </p:sp>
      <p:sp>
        <p:nvSpPr>
          <p:cNvPr id="600" name="Rectangle 599"/>
          <p:cNvSpPr/>
          <p:nvPr/>
        </p:nvSpPr>
        <p:spPr>
          <a:xfrm>
            <a:off x="1545336" y="4091940"/>
            <a:ext cx="94183" cy="137160"/>
          </a:xfrm>
          <a:prstGeom prst="rect">
            <a:avLst/>
          </a:prstGeom>
          <a:solidFill>
            <a:srgbClr val="E9EDF3"/>
          </a:solidFill>
          <a:ln>
            <a:noFill/>
          </a:ln>
        </p:spPr>
        <p:txBody>
          <a:bodyPr rtlCol="0" anchor="ctr"/>
          <a:lstStyle/>
          <a:p>
            <a:pPr algn="ctr"/>
          </a:p>
        </p:txBody>
      </p:sp>
      <p:sp>
        <p:nvSpPr>
          <p:cNvPr id="601" name="Rectangle 600"/>
          <p:cNvSpPr/>
          <p:nvPr/>
        </p:nvSpPr>
        <p:spPr>
          <a:xfrm>
            <a:off x="1650492" y="4091940"/>
            <a:ext cx="94183" cy="137160"/>
          </a:xfrm>
          <a:prstGeom prst="rect">
            <a:avLst/>
          </a:prstGeom>
          <a:solidFill>
            <a:srgbClr val="F5A623"/>
          </a:solidFill>
          <a:ln>
            <a:noFill/>
          </a:ln>
        </p:spPr>
        <p:txBody>
          <a:bodyPr rtlCol="0" anchor="ctr"/>
          <a:lstStyle/>
          <a:p>
            <a:pPr algn="ctr"/>
          </a:p>
        </p:txBody>
      </p:sp>
      <p:sp>
        <p:nvSpPr>
          <p:cNvPr id="602" name="Rectangle 601"/>
          <p:cNvSpPr/>
          <p:nvPr/>
        </p:nvSpPr>
        <p:spPr>
          <a:xfrm>
            <a:off x="1755648" y="4091940"/>
            <a:ext cx="94183" cy="137160"/>
          </a:xfrm>
          <a:prstGeom prst="rect">
            <a:avLst/>
          </a:prstGeom>
          <a:solidFill>
            <a:srgbClr val="C0392B"/>
          </a:solidFill>
          <a:ln>
            <a:noFill/>
          </a:ln>
        </p:spPr>
        <p:txBody>
          <a:bodyPr rtlCol="0" anchor="ctr"/>
          <a:lstStyle/>
          <a:p>
            <a:pPr algn="ctr"/>
          </a:p>
        </p:txBody>
      </p:sp>
      <p:sp>
        <p:nvSpPr>
          <p:cNvPr id="603" name="Rectangle 602"/>
          <p:cNvSpPr/>
          <p:nvPr/>
        </p:nvSpPr>
        <p:spPr>
          <a:xfrm>
            <a:off x="1860804" y="4091940"/>
            <a:ext cx="94183" cy="137160"/>
          </a:xfrm>
          <a:prstGeom prst="rect">
            <a:avLst/>
          </a:prstGeom>
          <a:solidFill>
            <a:srgbClr val="F5A623"/>
          </a:solidFill>
          <a:ln>
            <a:noFill/>
          </a:ln>
        </p:spPr>
        <p:txBody>
          <a:bodyPr rtlCol="0" anchor="ctr"/>
          <a:lstStyle/>
          <a:p>
            <a:pPr algn="ctr"/>
          </a:p>
        </p:txBody>
      </p:sp>
      <p:sp>
        <p:nvSpPr>
          <p:cNvPr id="604" name="Rectangle 603"/>
          <p:cNvSpPr/>
          <p:nvPr/>
        </p:nvSpPr>
        <p:spPr>
          <a:xfrm>
            <a:off x="1965960" y="4091940"/>
            <a:ext cx="94183" cy="137160"/>
          </a:xfrm>
          <a:prstGeom prst="rect">
            <a:avLst/>
          </a:prstGeom>
          <a:solidFill>
            <a:srgbClr val="E9EDF3"/>
          </a:solidFill>
          <a:ln>
            <a:noFill/>
          </a:ln>
        </p:spPr>
        <p:txBody>
          <a:bodyPr rtlCol="0" anchor="ctr"/>
          <a:lstStyle/>
          <a:p>
            <a:pPr algn="ctr"/>
          </a:p>
        </p:txBody>
      </p:sp>
      <p:sp>
        <p:nvSpPr>
          <p:cNvPr id="605" name="Rectangle 604"/>
          <p:cNvSpPr/>
          <p:nvPr/>
        </p:nvSpPr>
        <p:spPr>
          <a:xfrm>
            <a:off x="2071116" y="4091940"/>
            <a:ext cx="94183" cy="137160"/>
          </a:xfrm>
          <a:prstGeom prst="rect">
            <a:avLst/>
          </a:prstGeom>
          <a:solidFill>
            <a:srgbClr val="E9EDF3"/>
          </a:solidFill>
          <a:ln>
            <a:noFill/>
          </a:ln>
        </p:spPr>
        <p:txBody>
          <a:bodyPr rtlCol="0" anchor="ctr"/>
          <a:lstStyle/>
          <a:p>
            <a:pPr algn="ctr"/>
          </a:p>
        </p:txBody>
      </p:sp>
      <p:sp>
        <p:nvSpPr>
          <p:cNvPr id="606" name="Rectangle 605"/>
          <p:cNvSpPr/>
          <p:nvPr/>
        </p:nvSpPr>
        <p:spPr>
          <a:xfrm>
            <a:off x="2176272" y="4091940"/>
            <a:ext cx="94183" cy="137160"/>
          </a:xfrm>
          <a:prstGeom prst="rect">
            <a:avLst/>
          </a:prstGeom>
          <a:solidFill>
            <a:srgbClr val="E9EDF3"/>
          </a:solidFill>
          <a:ln>
            <a:noFill/>
          </a:ln>
        </p:spPr>
        <p:txBody>
          <a:bodyPr rtlCol="0" anchor="ctr"/>
          <a:lstStyle/>
          <a:p>
            <a:pPr algn="ctr"/>
          </a:p>
        </p:txBody>
      </p:sp>
      <p:sp>
        <p:nvSpPr>
          <p:cNvPr id="607" name="Rectangle 606"/>
          <p:cNvSpPr/>
          <p:nvPr/>
        </p:nvSpPr>
        <p:spPr>
          <a:xfrm>
            <a:off x="2281428" y="4091940"/>
            <a:ext cx="94183" cy="137160"/>
          </a:xfrm>
          <a:prstGeom prst="rect">
            <a:avLst/>
          </a:prstGeom>
          <a:solidFill>
            <a:srgbClr val="FAD9A0"/>
          </a:solidFill>
          <a:ln>
            <a:noFill/>
          </a:ln>
        </p:spPr>
        <p:txBody>
          <a:bodyPr rtlCol="0" anchor="ctr"/>
          <a:lstStyle/>
          <a:p>
            <a:pPr algn="ctr"/>
          </a:p>
        </p:txBody>
      </p:sp>
      <p:sp>
        <p:nvSpPr>
          <p:cNvPr id="608" name="Rectangle 607"/>
          <p:cNvSpPr/>
          <p:nvPr/>
        </p:nvSpPr>
        <p:spPr>
          <a:xfrm>
            <a:off x="2386584" y="4091940"/>
            <a:ext cx="94183" cy="137160"/>
          </a:xfrm>
          <a:prstGeom prst="rect">
            <a:avLst/>
          </a:prstGeom>
          <a:solidFill>
            <a:srgbClr val="FAD9A0"/>
          </a:solidFill>
          <a:ln>
            <a:noFill/>
          </a:ln>
        </p:spPr>
        <p:txBody>
          <a:bodyPr rtlCol="0" anchor="ctr"/>
          <a:lstStyle/>
          <a:p>
            <a:pPr algn="ctr"/>
          </a:p>
        </p:txBody>
      </p:sp>
      <p:sp>
        <p:nvSpPr>
          <p:cNvPr id="609" name="Rectangle 608"/>
          <p:cNvSpPr/>
          <p:nvPr/>
        </p:nvSpPr>
        <p:spPr>
          <a:xfrm>
            <a:off x="2491740" y="4091940"/>
            <a:ext cx="94183" cy="137160"/>
          </a:xfrm>
          <a:prstGeom prst="rect">
            <a:avLst/>
          </a:prstGeom>
          <a:solidFill>
            <a:srgbClr val="E9EDF3"/>
          </a:solidFill>
          <a:ln>
            <a:noFill/>
          </a:ln>
        </p:spPr>
        <p:txBody>
          <a:bodyPr rtlCol="0" anchor="ctr"/>
          <a:lstStyle/>
          <a:p>
            <a:pPr algn="ctr"/>
          </a:p>
        </p:txBody>
      </p:sp>
      <p:sp>
        <p:nvSpPr>
          <p:cNvPr id="610" name="Rectangle 609"/>
          <p:cNvSpPr/>
          <p:nvPr/>
        </p:nvSpPr>
        <p:spPr>
          <a:xfrm>
            <a:off x="2596896" y="4091940"/>
            <a:ext cx="94183" cy="137160"/>
          </a:xfrm>
          <a:prstGeom prst="rect">
            <a:avLst/>
          </a:prstGeom>
          <a:solidFill>
            <a:srgbClr val="F5A623"/>
          </a:solidFill>
          <a:ln>
            <a:noFill/>
          </a:ln>
        </p:spPr>
        <p:txBody>
          <a:bodyPr rtlCol="0" anchor="ctr"/>
          <a:lstStyle/>
          <a:p>
            <a:pPr algn="ctr"/>
          </a:p>
        </p:txBody>
      </p:sp>
      <p:sp>
        <p:nvSpPr>
          <p:cNvPr id="611" name="Rectangle 610"/>
          <p:cNvSpPr/>
          <p:nvPr/>
        </p:nvSpPr>
        <p:spPr>
          <a:xfrm>
            <a:off x="2702052" y="4091940"/>
            <a:ext cx="94183" cy="137160"/>
          </a:xfrm>
          <a:prstGeom prst="rect">
            <a:avLst/>
          </a:prstGeom>
          <a:solidFill>
            <a:srgbClr val="E9EDF3"/>
          </a:solidFill>
          <a:ln>
            <a:noFill/>
          </a:ln>
        </p:spPr>
        <p:txBody>
          <a:bodyPr rtlCol="0" anchor="ctr"/>
          <a:lstStyle/>
          <a:p>
            <a:pPr algn="ctr"/>
          </a:p>
        </p:txBody>
      </p:sp>
      <p:sp>
        <p:nvSpPr>
          <p:cNvPr id="612" name="Rectangle 611"/>
          <p:cNvSpPr/>
          <p:nvPr/>
        </p:nvSpPr>
        <p:spPr>
          <a:xfrm>
            <a:off x="2807208" y="4091940"/>
            <a:ext cx="94183" cy="137160"/>
          </a:xfrm>
          <a:prstGeom prst="rect">
            <a:avLst/>
          </a:prstGeom>
          <a:solidFill>
            <a:srgbClr val="FAD9A0"/>
          </a:solidFill>
          <a:ln>
            <a:noFill/>
          </a:ln>
        </p:spPr>
        <p:txBody>
          <a:bodyPr rtlCol="0" anchor="ctr"/>
          <a:lstStyle/>
          <a:p>
            <a:pPr algn="ctr"/>
          </a:p>
        </p:txBody>
      </p:sp>
      <p:sp>
        <p:nvSpPr>
          <p:cNvPr id="613" name="Rectangle 612"/>
          <p:cNvSpPr/>
          <p:nvPr/>
        </p:nvSpPr>
        <p:spPr>
          <a:xfrm>
            <a:off x="2912364" y="4091940"/>
            <a:ext cx="94183" cy="137160"/>
          </a:xfrm>
          <a:prstGeom prst="rect">
            <a:avLst/>
          </a:prstGeom>
          <a:solidFill>
            <a:srgbClr val="E9EDF3"/>
          </a:solidFill>
          <a:ln>
            <a:noFill/>
          </a:ln>
        </p:spPr>
        <p:txBody>
          <a:bodyPr rtlCol="0" anchor="ctr"/>
          <a:lstStyle/>
          <a:p>
            <a:pPr algn="ctr"/>
          </a:p>
        </p:txBody>
      </p:sp>
      <p:sp>
        <p:nvSpPr>
          <p:cNvPr id="614" name="Rectangle 613"/>
          <p:cNvSpPr/>
          <p:nvPr/>
        </p:nvSpPr>
        <p:spPr>
          <a:xfrm>
            <a:off x="3017520" y="4091940"/>
            <a:ext cx="94183" cy="137160"/>
          </a:xfrm>
          <a:prstGeom prst="rect">
            <a:avLst/>
          </a:prstGeom>
          <a:solidFill>
            <a:srgbClr val="FAD9A0"/>
          </a:solidFill>
          <a:ln>
            <a:noFill/>
          </a:ln>
        </p:spPr>
        <p:txBody>
          <a:bodyPr rtlCol="0" anchor="ctr"/>
          <a:lstStyle/>
          <a:p>
            <a:pPr algn="ctr"/>
          </a:p>
        </p:txBody>
      </p:sp>
      <p:sp>
        <p:nvSpPr>
          <p:cNvPr id="615" name="Rectangle 614"/>
          <p:cNvSpPr/>
          <p:nvPr/>
        </p:nvSpPr>
        <p:spPr>
          <a:xfrm>
            <a:off x="3122676" y="4091940"/>
            <a:ext cx="94183" cy="137160"/>
          </a:xfrm>
          <a:prstGeom prst="rect">
            <a:avLst/>
          </a:prstGeom>
          <a:solidFill>
            <a:srgbClr val="F5A623"/>
          </a:solidFill>
          <a:ln>
            <a:noFill/>
          </a:ln>
        </p:spPr>
        <p:txBody>
          <a:bodyPr rtlCol="0" anchor="ctr"/>
          <a:lstStyle/>
          <a:p>
            <a:pPr algn="ctr"/>
          </a:p>
        </p:txBody>
      </p:sp>
      <p:sp>
        <p:nvSpPr>
          <p:cNvPr id="616" name="Rectangle 615"/>
          <p:cNvSpPr/>
          <p:nvPr/>
        </p:nvSpPr>
        <p:spPr>
          <a:xfrm>
            <a:off x="3227832" y="4091940"/>
            <a:ext cx="94183" cy="137160"/>
          </a:xfrm>
          <a:prstGeom prst="rect">
            <a:avLst/>
          </a:prstGeom>
          <a:solidFill>
            <a:srgbClr val="E9EDF3"/>
          </a:solidFill>
          <a:ln>
            <a:noFill/>
          </a:ln>
        </p:spPr>
        <p:txBody>
          <a:bodyPr rtlCol="0" anchor="ctr"/>
          <a:lstStyle/>
          <a:p>
            <a:pPr algn="ctr"/>
          </a:p>
        </p:txBody>
      </p:sp>
      <p:sp>
        <p:nvSpPr>
          <p:cNvPr id="617" name="Rectangle 616"/>
          <p:cNvSpPr/>
          <p:nvPr/>
        </p:nvSpPr>
        <p:spPr>
          <a:xfrm>
            <a:off x="3332988" y="4091940"/>
            <a:ext cx="94183" cy="137160"/>
          </a:xfrm>
          <a:prstGeom prst="rect">
            <a:avLst/>
          </a:prstGeom>
          <a:solidFill>
            <a:srgbClr val="E9EDF3"/>
          </a:solidFill>
          <a:ln>
            <a:noFill/>
          </a:ln>
        </p:spPr>
        <p:txBody>
          <a:bodyPr rtlCol="0" anchor="ctr"/>
          <a:lstStyle/>
          <a:p>
            <a:pPr algn="ctr"/>
          </a:p>
        </p:txBody>
      </p:sp>
      <p:sp>
        <p:nvSpPr>
          <p:cNvPr id="618" name="Rectangle 617"/>
          <p:cNvSpPr/>
          <p:nvPr/>
        </p:nvSpPr>
        <p:spPr>
          <a:xfrm>
            <a:off x="3438144" y="4091940"/>
            <a:ext cx="94183" cy="137160"/>
          </a:xfrm>
          <a:prstGeom prst="rect">
            <a:avLst/>
          </a:prstGeom>
          <a:solidFill>
            <a:srgbClr val="E9EDF3"/>
          </a:solidFill>
          <a:ln>
            <a:noFill/>
          </a:ln>
        </p:spPr>
        <p:txBody>
          <a:bodyPr rtlCol="0" anchor="ctr"/>
          <a:lstStyle/>
          <a:p>
            <a:pPr algn="ctr"/>
          </a:p>
        </p:txBody>
      </p:sp>
      <p:sp>
        <p:nvSpPr>
          <p:cNvPr id="619" name="Rectangle 618"/>
          <p:cNvSpPr/>
          <p:nvPr/>
        </p:nvSpPr>
        <p:spPr>
          <a:xfrm>
            <a:off x="3543300" y="4091940"/>
            <a:ext cx="94183" cy="137160"/>
          </a:xfrm>
          <a:prstGeom prst="rect">
            <a:avLst/>
          </a:prstGeom>
          <a:solidFill>
            <a:srgbClr val="E9EDF3"/>
          </a:solidFill>
          <a:ln>
            <a:noFill/>
          </a:ln>
        </p:spPr>
        <p:txBody>
          <a:bodyPr rtlCol="0" anchor="ctr"/>
          <a:lstStyle/>
          <a:p>
            <a:pPr algn="ctr"/>
          </a:p>
        </p:txBody>
      </p:sp>
      <p:sp>
        <p:nvSpPr>
          <p:cNvPr id="620" name="Rectangle 619"/>
          <p:cNvSpPr/>
          <p:nvPr/>
        </p:nvSpPr>
        <p:spPr>
          <a:xfrm>
            <a:off x="3648456" y="4091940"/>
            <a:ext cx="94183" cy="137160"/>
          </a:xfrm>
          <a:prstGeom prst="rect">
            <a:avLst/>
          </a:prstGeom>
          <a:solidFill>
            <a:srgbClr val="E9EDF3"/>
          </a:solidFill>
          <a:ln>
            <a:noFill/>
          </a:ln>
        </p:spPr>
        <p:txBody>
          <a:bodyPr rtlCol="0" anchor="ctr"/>
          <a:lstStyle/>
          <a:p>
            <a:pPr algn="ctr"/>
          </a:p>
        </p:txBody>
      </p:sp>
      <p:sp>
        <p:nvSpPr>
          <p:cNvPr id="621" name="Rectangle 620"/>
          <p:cNvSpPr/>
          <p:nvPr/>
        </p:nvSpPr>
        <p:spPr>
          <a:xfrm>
            <a:off x="3753612" y="4091940"/>
            <a:ext cx="94183" cy="137160"/>
          </a:xfrm>
          <a:prstGeom prst="rect">
            <a:avLst/>
          </a:prstGeom>
          <a:solidFill>
            <a:srgbClr val="E9EDF3"/>
          </a:solidFill>
          <a:ln>
            <a:noFill/>
          </a:ln>
        </p:spPr>
        <p:txBody>
          <a:bodyPr rtlCol="0" anchor="ctr"/>
          <a:lstStyle/>
          <a:p>
            <a:pPr algn="ctr"/>
          </a:p>
        </p:txBody>
      </p:sp>
      <p:sp>
        <p:nvSpPr>
          <p:cNvPr id="622" name="Rectangle 621"/>
          <p:cNvSpPr/>
          <p:nvPr/>
        </p:nvSpPr>
        <p:spPr>
          <a:xfrm>
            <a:off x="3858768" y="4091940"/>
            <a:ext cx="94183" cy="137160"/>
          </a:xfrm>
          <a:prstGeom prst="rect">
            <a:avLst/>
          </a:prstGeom>
          <a:solidFill>
            <a:srgbClr val="E9EDF3"/>
          </a:solidFill>
          <a:ln>
            <a:noFill/>
          </a:ln>
        </p:spPr>
        <p:txBody>
          <a:bodyPr rtlCol="0" anchor="ctr"/>
          <a:lstStyle/>
          <a:p>
            <a:pPr algn="ctr"/>
          </a:p>
        </p:txBody>
      </p:sp>
      <p:sp>
        <p:nvSpPr>
          <p:cNvPr id="623" name="Rectangle 622"/>
          <p:cNvSpPr/>
          <p:nvPr/>
        </p:nvSpPr>
        <p:spPr>
          <a:xfrm>
            <a:off x="3963924" y="4091940"/>
            <a:ext cx="94183" cy="137160"/>
          </a:xfrm>
          <a:prstGeom prst="rect">
            <a:avLst/>
          </a:prstGeom>
          <a:solidFill>
            <a:srgbClr val="E9EDF3"/>
          </a:solidFill>
          <a:ln>
            <a:noFill/>
          </a:ln>
        </p:spPr>
        <p:txBody>
          <a:bodyPr rtlCol="0" anchor="ctr"/>
          <a:lstStyle/>
          <a:p>
            <a:pPr algn="ctr"/>
          </a:p>
        </p:txBody>
      </p:sp>
      <p:sp>
        <p:nvSpPr>
          <p:cNvPr id="624" name="TextBox 623"/>
          <p:cNvSpPr txBox="1"/>
          <p:nvPr/>
        </p:nvSpPr>
        <p:spPr>
          <a:xfrm>
            <a:off x="4105656" y="4087368"/>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65</a:t>
            </a:r>
          </a:p>
        </p:txBody>
      </p:sp>
      <p:sp>
        <p:nvSpPr>
          <p:cNvPr id="625" name="TextBox 624"/>
          <p:cNvSpPr txBox="1"/>
          <p:nvPr/>
        </p:nvSpPr>
        <p:spPr>
          <a:xfrm>
            <a:off x="4636008" y="1188720"/>
            <a:ext cx="502920" cy="146304"/>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626" name="TextBox 625"/>
          <p:cNvSpPr txBox="1"/>
          <p:nvPr/>
        </p:nvSpPr>
        <p:spPr>
          <a:xfrm>
            <a:off x="5093208"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a:t>
            </a:r>
          </a:p>
        </p:txBody>
      </p:sp>
      <p:sp>
        <p:nvSpPr>
          <p:cNvPr id="627" name="TextBox 626"/>
          <p:cNvSpPr txBox="1"/>
          <p:nvPr/>
        </p:nvSpPr>
        <p:spPr>
          <a:xfrm>
            <a:off x="551383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5</a:t>
            </a:r>
          </a:p>
        </p:txBody>
      </p:sp>
      <p:sp>
        <p:nvSpPr>
          <p:cNvPr id="628" name="TextBox 627"/>
          <p:cNvSpPr txBox="1"/>
          <p:nvPr/>
        </p:nvSpPr>
        <p:spPr>
          <a:xfrm>
            <a:off x="603961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10</a:t>
            </a:r>
          </a:p>
        </p:txBody>
      </p:sp>
      <p:sp>
        <p:nvSpPr>
          <p:cNvPr id="629" name="TextBox 628"/>
          <p:cNvSpPr txBox="1"/>
          <p:nvPr/>
        </p:nvSpPr>
        <p:spPr>
          <a:xfrm>
            <a:off x="656539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15</a:t>
            </a:r>
          </a:p>
        </p:txBody>
      </p:sp>
      <p:sp>
        <p:nvSpPr>
          <p:cNvPr id="630" name="TextBox 629"/>
          <p:cNvSpPr txBox="1"/>
          <p:nvPr/>
        </p:nvSpPr>
        <p:spPr>
          <a:xfrm>
            <a:off x="709117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20</a:t>
            </a:r>
          </a:p>
        </p:txBody>
      </p:sp>
      <p:sp>
        <p:nvSpPr>
          <p:cNvPr id="631" name="TextBox 630"/>
          <p:cNvSpPr txBox="1"/>
          <p:nvPr/>
        </p:nvSpPr>
        <p:spPr>
          <a:xfrm>
            <a:off x="761695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25</a:t>
            </a:r>
          </a:p>
        </p:txBody>
      </p:sp>
      <p:sp>
        <p:nvSpPr>
          <p:cNvPr id="632" name="TextBox 631"/>
          <p:cNvSpPr txBox="1"/>
          <p:nvPr/>
        </p:nvSpPr>
        <p:spPr>
          <a:xfrm>
            <a:off x="8142731"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30</a:t>
            </a:r>
          </a:p>
        </p:txBody>
      </p:sp>
      <p:sp>
        <p:nvSpPr>
          <p:cNvPr id="633" name="TextBox 632"/>
          <p:cNvSpPr txBox="1"/>
          <p:nvPr/>
        </p:nvSpPr>
        <p:spPr>
          <a:xfrm>
            <a:off x="8330183" y="1188720"/>
            <a:ext cx="457200" cy="146304"/>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Σ kWh</a:t>
            </a:r>
          </a:p>
        </p:txBody>
      </p:sp>
      <p:sp>
        <p:nvSpPr>
          <p:cNvPr id="634" name="TextBox 633"/>
          <p:cNvSpPr txBox="1"/>
          <p:nvPr/>
        </p:nvSpPr>
        <p:spPr>
          <a:xfrm>
            <a:off x="4636008" y="137160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10p</a:t>
            </a:r>
          </a:p>
        </p:txBody>
      </p:sp>
      <p:sp>
        <p:nvSpPr>
          <p:cNvPr id="635" name="Rectangle 634"/>
          <p:cNvSpPr/>
          <p:nvPr/>
        </p:nvSpPr>
        <p:spPr>
          <a:xfrm>
            <a:off x="5138928" y="1376172"/>
            <a:ext cx="94183" cy="137160"/>
          </a:xfrm>
          <a:prstGeom prst="rect">
            <a:avLst/>
          </a:prstGeom>
          <a:solidFill>
            <a:srgbClr val="E9EDF3"/>
          </a:solidFill>
          <a:ln>
            <a:noFill/>
          </a:ln>
        </p:spPr>
        <p:txBody>
          <a:bodyPr rtlCol="0" anchor="ctr"/>
          <a:lstStyle/>
          <a:p>
            <a:pPr algn="ctr"/>
          </a:p>
        </p:txBody>
      </p:sp>
      <p:sp>
        <p:nvSpPr>
          <p:cNvPr id="636" name="Rectangle 635"/>
          <p:cNvSpPr/>
          <p:nvPr/>
        </p:nvSpPr>
        <p:spPr>
          <a:xfrm>
            <a:off x="5244084" y="1376172"/>
            <a:ext cx="94183" cy="137160"/>
          </a:xfrm>
          <a:prstGeom prst="rect">
            <a:avLst/>
          </a:prstGeom>
          <a:solidFill>
            <a:srgbClr val="FAD9A0"/>
          </a:solidFill>
          <a:ln>
            <a:noFill/>
          </a:ln>
        </p:spPr>
        <p:txBody>
          <a:bodyPr rtlCol="0" anchor="ctr"/>
          <a:lstStyle/>
          <a:p>
            <a:pPr algn="ctr"/>
          </a:p>
        </p:txBody>
      </p:sp>
      <p:sp>
        <p:nvSpPr>
          <p:cNvPr id="637" name="Rectangle 636"/>
          <p:cNvSpPr/>
          <p:nvPr/>
        </p:nvSpPr>
        <p:spPr>
          <a:xfrm>
            <a:off x="5349240" y="1376172"/>
            <a:ext cx="94183" cy="137160"/>
          </a:xfrm>
          <a:prstGeom prst="rect">
            <a:avLst/>
          </a:prstGeom>
          <a:solidFill>
            <a:srgbClr val="FAD9A0"/>
          </a:solidFill>
          <a:ln>
            <a:noFill/>
          </a:ln>
        </p:spPr>
        <p:txBody>
          <a:bodyPr rtlCol="0" anchor="ctr"/>
          <a:lstStyle/>
          <a:p>
            <a:pPr algn="ctr"/>
          </a:p>
        </p:txBody>
      </p:sp>
      <p:sp>
        <p:nvSpPr>
          <p:cNvPr id="638" name="Rectangle 637"/>
          <p:cNvSpPr/>
          <p:nvPr/>
        </p:nvSpPr>
        <p:spPr>
          <a:xfrm>
            <a:off x="5454396" y="1376172"/>
            <a:ext cx="94183" cy="137160"/>
          </a:xfrm>
          <a:prstGeom prst="rect">
            <a:avLst/>
          </a:prstGeom>
          <a:solidFill>
            <a:srgbClr val="E9EDF3"/>
          </a:solidFill>
          <a:ln>
            <a:noFill/>
          </a:ln>
        </p:spPr>
        <p:txBody>
          <a:bodyPr rtlCol="0" anchor="ctr"/>
          <a:lstStyle/>
          <a:p>
            <a:pPr algn="ctr"/>
          </a:p>
        </p:txBody>
      </p:sp>
      <p:sp>
        <p:nvSpPr>
          <p:cNvPr id="639" name="Rectangle 638"/>
          <p:cNvSpPr/>
          <p:nvPr/>
        </p:nvSpPr>
        <p:spPr>
          <a:xfrm>
            <a:off x="5559552" y="1376172"/>
            <a:ext cx="94183" cy="137160"/>
          </a:xfrm>
          <a:prstGeom prst="rect">
            <a:avLst/>
          </a:prstGeom>
          <a:solidFill>
            <a:srgbClr val="F5A623"/>
          </a:solidFill>
          <a:ln>
            <a:noFill/>
          </a:ln>
        </p:spPr>
        <p:txBody>
          <a:bodyPr rtlCol="0" anchor="ctr"/>
          <a:lstStyle/>
          <a:p>
            <a:pPr algn="ctr"/>
          </a:p>
        </p:txBody>
      </p:sp>
      <p:sp>
        <p:nvSpPr>
          <p:cNvPr id="640" name="Rectangle 639"/>
          <p:cNvSpPr/>
          <p:nvPr/>
        </p:nvSpPr>
        <p:spPr>
          <a:xfrm>
            <a:off x="5664708" y="1376172"/>
            <a:ext cx="94183" cy="137160"/>
          </a:xfrm>
          <a:prstGeom prst="rect">
            <a:avLst/>
          </a:prstGeom>
          <a:solidFill>
            <a:srgbClr val="FAD9A0"/>
          </a:solidFill>
          <a:ln>
            <a:noFill/>
          </a:ln>
        </p:spPr>
        <p:txBody>
          <a:bodyPr rtlCol="0" anchor="ctr"/>
          <a:lstStyle/>
          <a:p>
            <a:pPr algn="ctr"/>
          </a:p>
        </p:txBody>
      </p:sp>
      <p:sp>
        <p:nvSpPr>
          <p:cNvPr id="641" name="Rectangle 640"/>
          <p:cNvSpPr/>
          <p:nvPr/>
        </p:nvSpPr>
        <p:spPr>
          <a:xfrm>
            <a:off x="5769864" y="1376172"/>
            <a:ext cx="94183" cy="137160"/>
          </a:xfrm>
          <a:prstGeom prst="rect">
            <a:avLst/>
          </a:prstGeom>
          <a:solidFill>
            <a:srgbClr val="FAD9A0"/>
          </a:solidFill>
          <a:ln>
            <a:noFill/>
          </a:ln>
        </p:spPr>
        <p:txBody>
          <a:bodyPr rtlCol="0" anchor="ctr"/>
          <a:lstStyle/>
          <a:p>
            <a:pPr algn="ctr"/>
          </a:p>
        </p:txBody>
      </p:sp>
      <p:sp>
        <p:nvSpPr>
          <p:cNvPr id="642" name="Rectangle 641"/>
          <p:cNvSpPr/>
          <p:nvPr/>
        </p:nvSpPr>
        <p:spPr>
          <a:xfrm>
            <a:off x="5875020" y="1376172"/>
            <a:ext cx="94183" cy="137160"/>
          </a:xfrm>
          <a:prstGeom prst="rect">
            <a:avLst/>
          </a:prstGeom>
          <a:solidFill>
            <a:srgbClr val="F5A623"/>
          </a:solidFill>
          <a:ln>
            <a:noFill/>
          </a:ln>
        </p:spPr>
        <p:txBody>
          <a:bodyPr rtlCol="0" anchor="ctr"/>
          <a:lstStyle/>
          <a:p>
            <a:pPr algn="ctr"/>
          </a:p>
        </p:txBody>
      </p:sp>
      <p:sp>
        <p:nvSpPr>
          <p:cNvPr id="643" name="Rectangle 642"/>
          <p:cNvSpPr/>
          <p:nvPr/>
        </p:nvSpPr>
        <p:spPr>
          <a:xfrm>
            <a:off x="5980176" y="1376172"/>
            <a:ext cx="94183" cy="137160"/>
          </a:xfrm>
          <a:prstGeom prst="rect">
            <a:avLst/>
          </a:prstGeom>
          <a:solidFill>
            <a:srgbClr val="F5A623"/>
          </a:solidFill>
          <a:ln>
            <a:noFill/>
          </a:ln>
        </p:spPr>
        <p:txBody>
          <a:bodyPr rtlCol="0" anchor="ctr"/>
          <a:lstStyle/>
          <a:p>
            <a:pPr algn="ctr"/>
          </a:p>
        </p:txBody>
      </p:sp>
      <p:sp>
        <p:nvSpPr>
          <p:cNvPr id="644" name="Rectangle 643"/>
          <p:cNvSpPr/>
          <p:nvPr/>
        </p:nvSpPr>
        <p:spPr>
          <a:xfrm>
            <a:off x="6085332" y="1376172"/>
            <a:ext cx="94183" cy="137160"/>
          </a:xfrm>
          <a:prstGeom prst="rect">
            <a:avLst/>
          </a:prstGeom>
          <a:solidFill>
            <a:srgbClr val="E9EDF3"/>
          </a:solidFill>
          <a:ln>
            <a:noFill/>
          </a:ln>
        </p:spPr>
        <p:txBody>
          <a:bodyPr rtlCol="0" anchor="ctr"/>
          <a:lstStyle/>
          <a:p>
            <a:pPr algn="ctr"/>
          </a:p>
        </p:txBody>
      </p:sp>
      <p:sp>
        <p:nvSpPr>
          <p:cNvPr id="645" name="Rectangle 644"/>
          <p:cNvSpPr/>
          <p:nvPr/>
        </p:nvSpPr>
        <p:spPr>
          <a:xfrm>
            <a:off x="6190488" y="1376172"/>
            <a:ext cx="94183" cy="137160"/>
          </a:xfrm>
          <a:prstGeom prst="rect">
            <a:avLst/>
          </a:prstGeom>
          <a:solidFill>
            <a:srgbClr val="E9EDF3"/>
          </a:solidFill>
          <a:ln>
            <a:noFill/>
          </a:ln>
        </p:spPr>
        <p:txBody>
          <a:bodyPr rtlCol="0" anchor="ctr"/>
          <a:lstStyle/>
          <a:p>
            <a:pPr algn="ctr"/>
          </a:p>
        </p:txBody>
      </p:sp>
      <p:sp>
        <p:nvSpPr>
          <p:cNvPr id="646" name="Rectangle 645"/>
          <p:cNvSpPr/>
          <p:nvPr/>
        </p:nvSpPr>
        <p:spPr>
          <a:xfrm>
            <a:off x="6295644" y="1376172"/>
            <a:ext cx="94183" cy="137160"/>
          </a:xfrm>
          <a:prstGeom prst="rect">
            <a:avLst/>
          </a:prstGeom>
          <a:solidFill>
            <a:srgbClr val="FAD9A0"/>
          </a:solidFill>
          <a:ln>
            <a:noFill/>
          </a:ln>
        </p:spPr>
        <p:txBody>
          <a:bodyPr rtlCol="0" anchor="ctr"/>
          <a:lstStyle/>
          <a:p>
            <a:pPr algn="ctr"/>
          </a:p>
        </p:txBody>
      </p:sp>
      <p:sp>
        <p:nvSpPr>
          <p:cNvPr id="647" name="Rectangle 646"/>
          <p:cNvSpPr/>
          <p:nvPr/>
        </p:nvSpPr>
        <p:spPr>
          <a:xfrm>
            <a:off x="6400800" y="1376172"/>
            <a:ext cx="94183" cy="137160"/>
          </a:xfrm>
          <a:prstGeom prst="rect">
            <a:avLst/>
          </a:prstGeom>
          <a:solidFill>
            <a:srgbClr val="E9EDF3"/>
          </a:solidFill>
          <a:ln>
            <a:noFill/>
          </a:ln>
        </p:spPr>
        <p:txBody>
          <a:bodyPr rtlCol="0" anchor="ctr"/>
          <a:lstStyle/>
          <a:p>
            <a:pPr algn="ctr"/>
          </a:p>
        </p:txBody>
      </p:sp>
      <p:sp>
        <p:nvSpPr>
          <p:cNvPr id="648" name="Rectangle 647"/>
          <p:cNvSpPr/>
          <p:nvPr/>
        </p:nvSpPr>
        <p:spPr>
          <a:xfrm>
            <a:off x="6505956" y="1376172"/>
            <a:ext cx="94183" cy="137160"/>
          </a:xfrm>
          <a:prstGeom prst="rect">
            <a:avLst/>
          </a:prstGeom>
          <a:solidFill>
            <a:srgbClr val="FAD9A0"/>
          </a:solidFill>
          <a:ln>
            <a:noFill/>
          </a:ln>
        </p:spPr>
        <p:txBody>
          <a:bodyPr rtlCol="0" anchor="ctr"/>
          <a:lstStyle/>
          <a:p>
            <a:pPr algn="ctr"/>
          </a:p>
        </p:txBody>
      </p:sp>
      <p:sp>
        <p:nvSpPr>
          <p:cNvPr id="649" name="Rectangle 648"/>
          <p:cNvSpPr/>
          <p:nvPr/>
        </p:nvSpPr>
        <p:spPr>
          <a:xfrm>
            <a:off x="6611112" y="1376172"/>
            <a:ext cx="94183" cy="137160"/>
          </a:xfrm>
          <a:prstGeom prst="rect">
            <a:avLst/>
          </a:prstGeom>
          <a:solidFill>
            <a:srgbClr val="FAD9A0"/>
          </a:solidFill>
          <a:ln>
            <a:noFill/>
          </a:ln>
        </p:spPr>
        <p:txBody>
          <a:bodyPr rtlCol="0" anchor="ctr"/>
          <a:lstStyle/>
          <a:p>
            <a:pPr algn="ctr"/>
          </a:p>
        </p:txBody>
      </p:sp>
      <p:sp>
        <p:nvSpPr>
          <p:cNvPr id="650" name="Rectangle 649"/>
          <p:cNvSpPr/>
          <p:nvPr/>
        </p:nvSpPr>
        <p:spPr>
          <a:xfrm>
            <a:off x="6716268" y="1376172"/>
            <a:ext cx="94183" cy="137160"/>
          </a:xfrm>
          <a:prstGeom prst="rect">
            <a:avLst/>
          </a:prstGeom>
          <a:solidFill>
            <a:srgbClr val="FAD9A0"/>
          </a:solidFill>
          <a:ln>
            <a:noFill/>
          </a:ln>
        </p:spPr>
        <p:txBody>
          <a:bodyPr rtlCol="0" anchor="ctr"/>
          <a:lstStyle/>
          <a:p>
            <a:pPr algn="ctr"/>
          </a:p>
        </p:txBody>
      </p:sp>
      <p:sp>
        <p:nvSpPr>
          <p:cNvPr id="651" name="Rectangle 650"/>
          <p:cNvSpPr/>
          <p:nvPr/>
        </p:nvSpPr>
        <p:spPr>
          <a:xfrm>
            <a:off x="6821424" y="1376172"/>
            <a:ext cx="94183" cy="137160"/>
          </a:xfrm>
          <a:prstGeom prst="rect">
            <a:avLst/>
          </a:prstGeom>
          <a:solidFill>
            <a:srgbClr val="CA6F1E"/>
          </a:solidFill>
          <a:ln>
            <a:noFill/>
          </a:ln>
        </p:spPr>
        <p:txBody>
          <a:bodyPr rtlCol="0" anchor="ctr"/>
          <a:lstStyle/>
          <a:p>
            <a:pPr algn="ctr"/>
          </a:p>
        </p:txBody>
      </p:sp>
      <p:sp>
        <p:nvSpPr>
          <p:cNvPr id="652" name="Rectangle 651"/>
          <p:cNvSpPr/>
          <p:nvPr/>
        </p:nvSpPr>
        <p:spPr>
          <a:xfrm>
            <a:off x="6926580" y="1376172"/>
            <a:ext cx="94183" cy="137160"/>
          </a:xfrm>
          <a:prstGeom prst="rect">
            <a:avLst/>
          </a:prstGeom>
          <a:solidFill>
            <a:srgbClr val="FAD9A0"/>
          </a:solidFill>
          <a:ln>
            <a:noFill/>
          </a:ln>
        </p:spPr>
        <p:txBody>
          <a:bodyPr rtlCol="0" anchor="ctr"/>
          <a:lstStyle/>
          <a:p>
            <a:pPr algn="ctr"/>
          </a:p>
        </p:txBody>
      </p:sp>
      <p:sp>
        <p:nvSpPr>
          <p:cNvPr id="653" name="Rectangle 652"/>
          <p:cNvSpPr/>
          <p:nvPr/>
        </p:nvSpPr>
        <p:spPr>
          <a:xfrm>
            <a:off x="7031736" y="1376172"/>
            <a:ext cx="94183" cy="137160"/>
          </a:xfrm>
          <a:prstGeom prst="rect">
            <a:avLst/>
          </a:prstGeom>
          <a:solidFill>
            <a:srgbClr val="E9EDF3"/>
          </a:solidFill>
          <a:ln>
            <a:noFill/>
          </a:ln>
        </p:spPr>
        <p:txBody>
          <a:bodyPr rtlCol="0" anchor="ctr"/>
          <a:lstStyle/>
          <a:p>
            <a:pPr algn="ctr"/>
          </a:p>
        </p:txBody>
      </p:sp>
      <p:sp>
        <p:nvSpPr>
          <p:cNvPr id="654" name="Rectangle 653"/>
          <p:cNvSpPr/>
          <p:nvPr/>
        </p:nvSpPr>
        <p:spPr>
          <a:xfrm>
            <a:off x="7136892" y="1376172"/>
            <a:ext cx="94183" cy="137160"/>
          </a:xfrm>
          <a:prstGeom prst="rect">
            <a:avLst/>
          </a:prstGeom>
          <a:solidFill>
            <a:srgbClr val="F5A623"/>
          </a:solidFill>
          <a:ln>
            <a:noFill/>
          </a:ln>
        </p:spPr>
        <p:txBody>
          <a:bodyPr rtlCol="0" anchor="ctr"/>
          <a:lstStyle/>
          <a:p>
            <a:pPr algn="ctr"/>
          </a:p>
        </p:txBody>
      </p:sp>
      <p:sp>
        <p:nvSpPr>
          <p:cNvPr id="655" name="Rectangle 654"/>
          <p:cNvSpPr/>
          <p:nvPr/>
        </p:nvSpPr>
        <p:spPr>
          <a:xfrm>
            <a:off x="7242048" y="1376172"/>
            <a:ext cx="94183" cy="137160"/>
          </a:xfrm>
          <a:prstGeom prst="rect">
            <a:avLst/>
          </a:prstGeom>
          <a:solidFill>
            <a:srgbClr val="CA6F1E"/>
          </a:solidFill>
          <a:ln>
            <a:noFill/>
          </a:ln>
        </p:spPr>
        <p:txBody>
          <a:bodyPr rtlCol="0" anchor="ctr"/>
          <a:lstStyle/>
          <a:p>
            <a:pPr algn="ctr"/>
          </a:p>
        </p:txBody>
      </p:sp>
      <p:sp>
        <p:nvSpPr>
          <p:cNvPr id="656" name="Rectangle 655"/>
          <p:cNvSpPr/>
          <p:nvPr/>
        </p:nvSpPr>
        <p:spPr>
          <a:xfrm>
            <a:off x="7347204" y="1376172"/>
            <a:ext cx="94183" cy="137160"/>
          </a:xfrm>
          <a:prstGeom prst="rect">
            <a:avLst/>
          </a:prstGeom>
          <a:solidFill>
            <a:srgbClr val="FAD9A0"/>
          </a:solidFill>
          <a:ln>
            <a:noFill/>
          </a:ln>
        </p:spPr>
        <p:txBody>
          <a:bodyPr rtlCol="0" anchor="ctr"/>
          <a:lstStyle/>
          <a:p>
            <a:pPr algn="ctr"/>
          </a:p>
        </p:txBody>
      </p:sp>
      <p:sp>
        <p:nvSpPr>
          <p:cNvPr id="657" name="Rectangle 656"/>
          <p:cNvSpPr/>
          <p:nvPr/>
        </p:nvSpPr>
        <p:spPr>
          <a:xfrm>
            <a:off x="7452360" y="1376172"/>
            <a:ext cx="94183" cy="137160"/>
          </a:xfrm>
          <a:prstGeom prst="rect">
            <a:avLst/>
          </a:prstGeom>
          <a:solidFill>
            <a:srgbClr val="F5A623"/>
          </a:solidFill>
          <a:ln>
            <a:noFill/>
          </a:ln>
        </p:spPr>
        <p:txBody>
          <a:bodyPr rtlCol="0" anchor="ctr"/>
          <a:lstStyle/>
          <a:p>
            <a:pPr algn="ctr"/>
          </a:p>
        </p:txBody>
      </p:sp>
      <p:sp>
        <p:nvSpPr>
          <p:cNvPr id="658" name="Rectangle 657"/>
          <p:cNvSpPr/>
          <p:nvPr/>
        </p:nvSpPr>
        <p:spPr>
          <a:xfrm>
            <a:off x="7557516" y="1376172"/>
            <a:ext cx="94183" cy="137160"/>
          </a:xfrm>
          <a:prstGeom prst="rect">
            <a:avLst/>
          </a:prstGeom>
          <a:solidFill>
            <a:srgbClr val="FAD9A0"/>
          </a:solidFill>
          <a:ln>
            <a:noFill/>
          </a:ln>
        </p:spPr>
        <p:txBody>
          <a:bodyPr rtlCol="0" anchor="ctr"/>
          <a:lstStyle/>
          <a:p>
            <a:pPr algn="ctr"/>
          </a:p>
        </p:txBody>
      </p:sp>
      <p:sp>
        <p:nvSpPr>
          <p:cNvPr id="659" name="Rectangle 658"/>
          <p:cNvSpPr/>
          <p:nvPr/>
        </p:nvSpPr>
        <p:spPr>
          <a:xfrm>
            <a:off x="7662672" y="1376172"/>
            <a:ext cx="94183" cy="137160"/>
          </a:xfrm>
          <a:prstGeom prst="rect">
            <a:avLst/>
          </a:prstGeom>
          <a:solidFill>
            <a:srgbClr val="FAD9A0"/>
          </a:solidFill>
          <a:ln>
            <a:noFill/>
          </a:ln>
        </p:spPr>
        <p:txBody>
          <a:bodyPr rtlCol="0" anchor="ctr"/>
          <a:lstStyle/>
          <a:p>
            <a:pPr algn="ctr"/>
          </a:p>
        </p:txBody>
      </p:sp>
      <p:sp>
        <p:nvSpPr>
          <p:cNvPr id="660" name="Rectangle 659"/>
          <p:cNvSpPr/>
          <p:nvPr/>
        </p:nvSpPr>
        <p:spPr>
          <a:xfrm>
            <a:off x="7767828" y="1376172"/>
            <a:ext cx="94183" cy="137160"/>
          </a:xfrm>
          <a:prstGeom prst="rect">
            <a:avLst/>
          </a:prstGeom>
          <a:solidFill>
            <a:srgbClr val="E9EDF3"/>
          </a:solidFill>
          <a:ln>
            <a:noFill/>
          </a:ln>
        </p:spPr>
        <p:txBody>
          <a:bodyPr rtlCol="0" anchor="ctr"/>
          <a:lstStyle/>
          <a:p>
            <a:pPr algn="ctr"/>
          </a:p>
        </p:txBody>
      </p:sp>
      <p:sp>
        <p:nvSpPr>
          <p:cNvPr id="661" name="Rectangle 660"/>
          <p:cNvSpPr/>
          <p:nvPr/>
        </p:nvSpPr>
        <p:spPr>
          <a:xfrm>
            <a:off x="7872983" y="1376172"/>
            <a:ext cx="94183" cy="137160"/>
          </a:xfrm>
          <a:prstGeom prst="rect">
            <a:avLst/>
          </a:prstGeom>
          <a:solidFill>
            <a:srgbClr val="FAD9A0"/>
          </a:solidFill>
          <a:ln>
            <a:noFill/>
          </a:ln>
        </p:spPr>
        <p:txBody>
          <a:bodyPr rtlCol="0" anchor="ctr"/>
          <a:lstStyle/>
          <a:p>
            <a:pPr algn="ctr"/>
          </a:p>
        </p:txBody>
      </p:sp>
      <p:sp>
        <p:nvSpPr>
          <p:cNvPr id="662" name="Rectangle 661"/>
          <p:cNvSpPr/>
          <p:nvPr/>
        </p:nvSpPr>
        <p:spPr>
          <a:xfrm>
            <a:off x="7978140" y="1376172"/>
            <a:ext cx="94183" cy="137160"/>
          </a:xfrm>
          <a:prstGeom prst="rect">
            <a:avLst/>
          </a:prstGeom>
          <a:solidFill>
            <a:srgbClr val="E9EDF3"/>
          </a:solidFill>
          <a:ln>
            <a:noFill/>
          </a:ln>
        </p:spPr>
        <p:txBody>
          <a:bodyPr rtlCol="0" anchor="ctr"/>
          <a:lstStyle/>
          <a:p>
            <a:pPr algn="ctr"/>
          </a:p>
        </p:txBody>
      </p:sp>
      <p:sp>
        <p:nvSpPr>
          <p:cNvPr id="663" name="Rectangle 662"/>
          <p:cNvSpPr/>
          <p:nvPr/>
        </p:nvSpPr>
        <p:spPr>
          <a:xfrm>
            <a:off x="8083296" y="1376172"/>
            <a:ext cx="94183" cy="137160"/>
          </a:xfrm>
          <a:prstGeom prst="rect">
            <a:avLst/>
          </a:prstGeom>
          <a:solidFill>
            <a:srgbClr val="F5A623"/>
          </a:solidFill>
          <a:ln>
            <a:noFill/>
          </a:ln>
        </p:spPr>
        <p:txBody>
          <a:bodyPr rtlCol="0" anchor="ctr"/>
          <a:lstStyle/>
          <a:p>
            <a:pPr algn="ctr"/>
          </a:p>
        </p:txBody>
      </p:sp>
      <p:sp>
        <p:nvSpPr>
          <p:cNvPr id="664" name="Rectangle 663"/>
          <p:cNvSpPr/>
          <p:nvPr/>
        </p:nvSpPr>
        <p:spPr>
          <a:xfrm>
            <a:off x="8188452" y="1376172"/>
            <a:ext cx="94183" cy="137160"/>
          </a:xfrm>
          <a:prstGeom prst="rect">
            <a:avLst/>
          </a:prstGeom>
          <a:solidFill>
            <a:srgbClr val="E9EDF3"/>
          </a:solidFill>
          <a:ln>
            <a:noFill/>
          </a:ln>
        </p:spPr>
        <p:txBody>
          <a:bodyPr rtlCol="0" anchor="ctr"/>
          <a:lstStyle/>
          <a:p>
            <a:pPr algn="ctr"/>
          </a:p>
        </p:txBody>
      </p:sp>
      <p:sp>
        <p:nvSpPr>
          <p:cNvPr id="665" name="TextBox 664"/>
          <p:cNvSpPr txBox="1"/>
          <p:nvPr/>
        </p:nvSpPr>
        <p:spPr>
          <a:xfrm>
            <a:off x="8330183" y="1371600"/>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61</a:t>
            </a:r>
          </a:p>
        </p:txBody>
      </p:sp>
      <p:sp>
        <p:nvSpPr>
          <p:cNvPr id="666" name="TextBox 665"/>
          <p:cNvSpPr txBox="1"/>
          <p:nvPr/>
        </p:nvSpPr>
        <p:spPr>
          <a:xfrm>
            <a:off x="4636008" y="152247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18</a:t>
            </a:r>
          </a:p>
        </p:txBody>
      </p:sp>
      <p:sp>
        <p:nvSpPr>
          <p:cNvPr id="667" name="Rectangle 666"/>
          <p:cNvSpPr/>
          <p:nvPr/>
        </p:nvSpPr>
        <p:spPr>
          <a:xfrm>
            <a:off x="5138928" y="1527048"/>
            <a:ext cx="94183" cy="137160"/>
          </a:xfrm>
          <a:prstGeom prst="rect">
            <a:avLst/>
          </a:prstGeom>
          <a:solidFill>
            <a:srgbClr val="FAD9A0"/>
          </a:solidFill>
          <a:ln>
            <a:noFill/>
          </a:ln>
        </p:spPr>
        <p:txBody>
          <a:bodyPr rtlCol="0" anchor="ctr"/>
          <a:lstStyle/>
          <a:p>
            <a:pPr algn="ctr"/>
          </a:p>
        </p:txBody>
      </p:sp>
      <p:sp>
        <p:nvSpPr>
          <p:cNvPr id="668" name="Rectangle 667"/>
          <p:cNvSpPr/>
          <p:nvPr/>
        </p:nvSpPr>
        <p:spPr>
          <a:xfrm>
            <a:off x="5244084" y="1527048"/>
            <a:ext cx="94183" cy="137160"/>
          </a:xfrm>
          <a:prstGeom prst="rect">
            <a:avLst/>
          </a:prstGeom>
          <a:solidFill>
            <a:srgbClr val="FAD9A0"/>
          </a:solidFill>
          <a:ln>
            <a:noFill/>
          </a:ln>
        </p:spPr>
        <p:txBody>
          <a:bodyPr rtlCol="0" anchor="ctr"/>
          <a:lstStyle/>
          <a:p>
            <a:pPr algn="ctr"/>
          </a:p>
        </p:txBody>
      </p:sp>
      <p:sp>
        <p:nvSpPr>
          <p:cNvPr id="669" name="Rectangle 668"/>
          <p:cNvSpPr/>
          <p:nvPr/>
        </p:nvSpPr>
        <p:spPr>
          <a:xfrm>
            <a:off x="5349240" y="1527048"/>
            <a:ext cx="94183" cy="137160"/>
          </a:xfrm>
          <a:prstGeom prst="rect">
            <a:avLst/>
          </a:prstGeom>
          <a:solidFill>
            <a:srgbClr val="FAD9A0"/>
          </a:solidFill>
          <a:ln>
            <a:noFill/>
          </a:ln>
        </p:spPr>
        <p:txBody>
          <a:bodyPr rtlCol="0" anchor="ctr"/>
          <a:lstStyle/>
          <a:p>
            <a:pPr algn="ctr"/>
          </a:p>
        </p:txBody>
      </p:sp>
      <p:sp>
        <p:nvSpPr>
          <p:cNvPr id="670" name="Rectangle 669"/>
          <p:cNvSpPr/>
          <p:nvPr/>
        </p:nvSpPr>
        <p:spPr>
          <a:xfrm>
            <a:off x="5454396" y="1527048"/>
            <a:ext cx="94183" cy="137160"/>
          </a:xfrm>
          <a:prstGeom prst="rect">
            <a:avLst/>
          </a:prstGeom>
          <a:solidFill>
            <a:srgbClr val="FAD9A0"/>
          </a:solidFill>
          <a:ln>
            <a:noFill/>
          </a:ln>
        </p:spPr>
        <p:txBody>
          <a:bodyPr rtlCol="0" anchor="ctr"/>
          <a:lstStyle/>
          <a:p>
            <a:pPr algn="ctr"/>
          </a:p>
        </p:txBody>
      </p:sp>
      <p:sp>
        <p:nvSpPr>
          <p:cNvPr id="671" name="Rectangle 670"/>
          <p:cNvSpPr/>
          <p:nvPr/>
        </p:nvSpPr>
        <p:spPr>
          <a:xfrm>
            <a:off x="5559552" y="1527048"/>
            <a:ext cx="94183" cy="137160"/>
          </a:xfrm>
          <a:prstGeom prst="rect">
            <a:avLst/>
          </a:prstGeom>
          <a:solidFill>
            <a:srgbClr val="F5A623"/>
          </a:solidFill>
          <a:ln>
            <a:noFill/>
          </a:ln>
        </p:spPr>
        <p:txBody>
          <a:bodyPr rtlCol="0" anchor="ctr"/>
          <a:lstStyle/>
          <a:p>
            <a:pPr algn="ctr"/>
          </a:p>
        </p:txBody>
      </p:sp>
      <p:sp>
        <p:nvSpPr>
          <p:cNvPr id="672" name="Rectangle 671"/>
          <p:cNvSpPr/>
          <p:nvPr/>
        </p:nvSpPr>
        <p:spPr>
          <a:xfrm>
            <a:off x="5664708" y="1527048"/>
            <a:ext cx="94183" cy="137160"/>
          </a:xfrm>
          <a:prstGeom prst="rect">
            <a:avLst/>
          </a:prstGeom>
          <a:solidFill>
            <a:srgbClr val="F5A623"/>
          </a:solidFill>
          <a:ln>
            <a:noFill/>
          </a:ln>
        </p:spPr>
        <p:txBody>
          <a:bodyPr rtlCol="0" anchor="ctr"/>
          <a:lstStyle/>
          <a:p>
            <a:pPr algn="ctr"/>
          </a:p>
        </p:txBody>
      </p:sp>
      <p:sp>
        <p:nvSpPr>
          <p:cNvPr id="673" name="Rectangle 672"/>
          <p:cNvSpPr/>
          <p:nvPr/>
        </p:nvSpPr>
        <p:spPr>
          <a:xfrm>
            <a:off x="5769864" y="1527048"/>
            <a:ext cx="94183" cy="137160"/>
          </a:xfrm>
          <a:prstGeom prst="rect">
            <a:avLst/>
          </a:prstGeom>
          <a:solidFill>
            <a:srgbClr val="E9EDF3"/>
          </a:solidFill>
          <a:ln>
            <a:noFill/>
          </a:ln>
        </p:spPr>
        <p:txBody>
          <a:bodyPr rtlCol="0" anchor="ctr"/>
          <a:lstStyle/>
          <a:p>
            <a:pPr algn="ctr"/>
          </a:p>
        </p:txBody>
      </p:sp>
      <p:sp>
        <p:nvSpPr>
          <p:cNvPr id="674" name="Rectangle 673"/>
          <p:cNvSpPr/>
          <p:nvPr/>
        </p:nvSpPr>
        <p:spPr>
          <a:xfrm>
            <a:off x="5875020" y="1527048"/>
            <a:ext cx="94183" cy="137160"/>
          </a:xfrm>
          <a:prstGeom prst="rect">
            <a:avLst/>
          </a:prstGeom>
          <a:solidFill>
            <a:srgbClr val="FAD9A0"/>
          </a:solidFill>
          <a:ln>
            <a:noFill/>
          </a:ln>
        </p:spPr>
        <p:txBody>
          <a:bodyPr rtlCol="0" anchor="ctr"/>
          <a:lstStyle/>
          <a:p>
            <a:pPr algn="ctr"/>
          </a:p>
        </p:txBody>
      </p:sp>
      <p:sp>
        <p:nvSpPr>
          <p:cNvPr id="675" name="Rectangle 674"/>
          <p:cNvSpPr/>
          <p:nvPr/>
        </p:nvSpPr>
        <p:spPr>
          <a:xfrm>
            <a:off x="5980176" y="1527048"/>
            <a:ext cx="94183" cy="137160"/>
          </a:xfrm>
          <a:prstGeom prst="rect">
            <a:avLst/>
          </a:prstGeom>
          <a:solidFill>
            <a:srgbClr val="F5A623"/>
          </a:solidFill>
          <a:ln>
            <a:noFill/>
          </a:ln>
        </p:spPr>
        <p:txBody>
          <a:bodyPr rtlCol="0" anchor="ctr"/>
          <a:lstStyle/>
          <a:p>
            <a:pPr algn="ctr"/>
          </a:p>
        </p:txBody>
      </p:sp>
      <p:sp>
        <p:nvSpPr>
          <p:cNvPr id="676" name="Rectangle 675"/>
          <p:cNvSpPr/>
          <p:nvPr/>
        </p:nvSpPr>
        <p:spPr>
          <a:xfrm>
            <a:off x="6085332" y="1527048"/>
            <a:ext cx="94183" cy="137160"/>
          </a:xfrm>
          <a:prstGeom prst="rect">
            <a:avLst/>
          </a:prstGeom>
          <a:solidFill>
            <a:srgbClr val="E9EDF3"/>
          </a:solidFill>
          <a:ln>
            <a:noFill/>
          </a:ln>
        </p:spPr>
        <p:txBody>
          <a:bodyPr rtlCol="0" anchor="ctr"/>
          <a:lstStyle/>
          <a:p>
            <a:pPr algn="ctr"/>
          </a:p>
        </p:txBody>
      </p:sp>
      <p:sp>
        <p:nvSpPr>
          <p:cNvPr id="677" name="Rectangle 676"/>
          <p:cNvSpPr/>
          <p:nvPr/>
        </p:nvSpPr>
        <p:spPr>
          <a:xfrm>
            <a:off x="6190488" y="1527048"/>
            <a:ext cx="94183" cy="137160"/>
          </a:xfrm>
          <a:prstGeom prst="rect">
            <a:avLst/>
          </a:prstGeom>
          <a:solidFill>
            <a:srgbClr val="E9EDF3"/>
          </a:solidFill>
          <a:ln>
            <a:noFill/>
          </a:ln>
        </p:spPr>
        <p:txBody>
          <a:bodyPr rtlCol="0" anchor="ctr"/>
          <a:lstStyle/>
          <a:p>
            <a:pPr algn="ctr"/>
          </a:p>
        </p:txBody>
      </p:sp>
      <p:sp>
        <p:nvSpPr>
          <p:cNvPr id="678" name="Rectangle 677"/>
          <p:cNvSpPr/>
          <p:nvPr/>
        </p:nvSpPr>
        <p:spPr>
          <a:xfrm>
            <a:off x="6295644" y="1527048"/>
            <a:ext cx="94183" cy="137160"/>
          </a:xfrm>
          <a:prstGeom prst="rect">
            <a:avLst/>
          </a:prstGeom>
          <a:solidFill>
            <a:srgbClr val="E9EDF3"/>
          </a:solidFill>
          <a:ln>
            <a:noFill/>
          </a:ln>
        </p:spPr>
        <p:txBody>
          <a:bodyPr rtlCol="0" anchor="ctr"/>
          <a:lstStyle/>
          <a:p>
            <a:pPr algn="ctr"/>
          </a:p>
        </p:txBody>
      </p:sp>
      <p:sp>
        <p:nvSpPr>
          <p:cNvPr id="679" name="Rectangle 678"/>
          <p:cNvSpPr/>
          <p:nvPr/>
        </p:nvSpPr>
        <p:spPr>
          <a:xfrm>
            <a:off x="6400800" y="1527048"/>
            <a:ext cx="94183" cy="137160"/>
          </a:xfrm>
          <a:prstGeom prst="rect">
            <a:avLst/>
          </a:prstGeom>
          <a:solidFill>
            <a:srgbClr val="FAD9A0"/>
          </a:solidFill>
          <a:ln>
            <a:noFill/>
          </a:ln>
        </p:spPr>
        <p:txBody>
          <a:bodyPr rtlCol="0" anchor="ctr"/>
          <a:lstStyle/>
          <a:p>
            <a:pPr algn="ctr"/>
          </a:p>
        </p:txBody>
      </p:sp>
      <p:sp>
        <p:nvSpPr>
          <p:cNvPr id="680" name="Rectangle 679"/>
          <p:cNvSpPr/>
          <p:nvPr/>
        </p:nvSpPr>
        <p:spPr>
          <a:xfrm>
            <a:off x="6505956" y="1527048"/>
            <a:ext cx="94183" cy="137160"/>
          </a:xfrm>
          <a:prstGeom prst="rect">
            <a:avLst/>
          </a:prstGeom>
          <a:solidFill>
            <a:srgbClr val="E9EDF3"/>
          </a:solidFill>
          <a:ln>
            <a:noFill/>
          </a:ln>
        </p:spPr>
        <p:txBody>
          <a:bodyPr rtlCol="0" anchor="ctr"/>
          <a:lstStyle/>
          <a:p>
            <a:pPr algn="ctr"/>
          </a:p>
        </p:txBody>
      </p:sp>
      <p:sp>
        <p:nvSpPr>
          <p:cNvPr id="681" name="Rectangle 680"/>
          <p:cNvSpPr/>
          <p:nvPr/>
        </p:nvSpPr>
        <p:spPr>
          <a:xfrm>
            <a:off x="6611112" y="1527048"/>
            <a:ext cx="94183" cy="137160"/>
          </a:xfrm>
          <a:prstGeom prst="rect">
            <a:avLst/>
          </a:prstGeom>
          <a:solidFill>
            <a:srgbClr val="E9EDF3"/>
          </a:solidFill>
          <a:ln>
            <a:noFill/>
          </a:ln>
        </p:spPr>
        <p:txBody>
          <a:bodyPr rtlCol="0" anchor="ctr"/>
          <a:lstStyle/>
          <a:p>
            <a:pPr algn="ctr"/>
          </a:p>
        </p:txBody>
      </p:sp>
      <p:sp>
        <p:nvSpPr>
          <p:cNvPr id="682" name="Rectangle 681"/>
          <p:cNvSpPr/>
          <p:nvPr/>
        </p:nvSpPr>
        <p:spPr>
          <a:xfrm>
            <a:off x="6716268" y="1527048"/>
            <a:ext cx="94183" cy="137160"/>
          </a:xfrm>
          <a:prstGeom prst="rect">
            <a:avLst/>
          </a:prstGeom>
          <a:solidFill>
            <a:srgbClr val="E9EDF3"/>
          </a:solidFill>
          <a:ln>
            <a:noFill/>
          </a:ln>
        </p:spPr>
        <p:txBody>
          <a:bodyPr rtlCol="0" anchor="ctr"/>
          <a:lstStyle/>
          <a:p>
            <a:pPr algn="ctr"/>
          </a:p>
        </p:txBody>
      </p:sp>
      <p:sp>
        <p:nvSpPr>
          <p:cNvPr id="683" name="Rectangle 682"/>
          <p:cNvSpPr/>
          <p:nvPr/>
        </p:nvSpPr>
        <p:spPr>
          <a:xfrm>
            <a:off x="6821424" y="1527048"/>
            <a:ext cx="94183" cy="137160"/>
          </a:xfrm>
          <a:prstGeom prst="rect">
            <a:avLst/>
          </a:prstGeom>
          <a:solidFill>
            <a:srgbClr val="F5A623"/>
          </a:solidFill>
          <a:ln>
            <a:noFill/>
          </a:ln>
        </p:spPr>
        <p:txBody>
          <a:bodyPr rtlCol="0" anchor="ctr"/>
          <a:lstStyle/>
          <a:p>
            <a:pPr algn="ctr"/>
          </a:p>
        </p:txBody>
      </p:sp>
      <p:sp>
        <p:nvSpPr>
          <p:cNvPr id="684" name="Rectangle 683"/>
          <p:cNvSpPr/>
          <p:nvPr/>
        </p:nvSpPr>
        <p:spPr>
          <a:xfrm>
            <a:off x="6926580" y="1527048"/>
            <a:ext cx="94183" cy="137160"/>
          </a:xfrm>
          <a:prstGeom prst="rect">
            <a:avLst/>
          </a:prstGeom>
          <a:solidFill>
            <a:srgbClr val="E9EDF3"/>
          </a:solidFill>
          <a:ln>
            <a:noFill/>
          </a:ln>
        </p:spPr>
        <p:txBody>
          <a:bodyPr rtlCol="0" anchor="ctr"/>
          <a:lstStyle/>
          <a:p>
            <a:pPr algn="ctr"/>
          </a:p>
        </p:txBody>
      </p:sp>
      <p:sp>
        <p:nvSpPr>
          <p:cNvPr id="685" name="Rectangle 684"/>
          <p:cNvSpPr/>
          <p:nvPr/>
        </p:nvSpPr>
        <p:spPr>
          <a:xfrm>
            <a:off x="7031736" y="1527048"/>
            <a:ext cx="94183" cy="137160"/>
          </a:xfrm>
          <a:prstGeom prst="rect">
            <a:avLst/>
          </a:prstGeom>
          <a:solidFill>
            <a:srgbClr val="E9EDF3"/>
          </a:solidFill>
          <a:ln>
            <a:noFill/>
          </a:ln>
        </p:spPr>
        <p:txBody>
          <a:bodyPr rtlCol="0" anchor="ctr"/>
          <a:lstStyle/>
          <a:p>
            <a:pPr algn="ctr"/>
          </a:p>
        </p:txBody>
      </p:sp>
      <p:sp>
        <p:nvSpPr>
          <p:cNvPr id="686" name="Rectangle 685"/>
          <p:cNvSpPr/>
          <p:nvPr/>
        </p:nvSpPr>
        <p:spPr>
          <a:xfrm>
            <a:off x="7136892" y="1527048"/>
            <a:ext cx="94183" cy="137160"/>
          </a:xfrm>
          <a:prstGeom prst="rect">
            <a:avLst/>
          </a:prstGeom>
          <a:solidFill>
            <a:srgbClr val="E9EDF3"/>
          </a:solidFill>
          <a:ln>
            <a:noFill/>
          </a:ln>
        </p:spPr>
        <p:txBody>
          <a:bodyPr rtlCol="0" anchor="ctr"/>
          <a:lstStyle/>
          <a:p>
            <a:pPr algn="ctr"/>
          </a:p>
        </p:txBody>
      </p:sp>
      <p:sp>
        <p:nvSpPr>
          <p:cNvPr id="687" name="Rectangle 686"/>
          <p:cNvSpPr/>
          <p:nvPr/>
        </p:nvSpPr>
        <p:spPr>
          <a:xfrm>
            <a:off x="7242048" y="1527048"/>
            <a:ext cx="94183" cy="137160"/>
          </a:xfrm>
          <a:prstGeom prst="rect">
            <a:avLst/>
          </a:prstGeom>
          <a:solidFill>
            <a:srgbClr val="E9EDF3"/>
          </a:solidFill>
          <a:ln>
            <a:noFill/>
          </a:ln>
        </p:spPr>
        <p:txBody>
          <a:bodyPr rtlCol="0" anchor="ctr"/>
          <a:lstStyle/>
          <a:p>
            <a:pPr algn="ctr"/>
          </a:p>
        </p:txBody>
      </p:sp>
      <p:sp>
        <p:nvSpPr>
          <p:cNvPr id="688" name="Rectangle 687"/>
          <p:cNvSpPr/>
          <p:nvPr/>
        </p:nvSpPr>
        <p:spPr>
          <a:xfrm>
            <a:off x="7347204" y="1527048"/>
            <a:ext cx="94183" cy="137160"/>
          </a:xfrm>
          <a:prstGeom prst="rect">
            <a:avLst/>
          </a:prstGeom>
          <a:solidFill>
            <a:srgbClr val="E9EDF3"/>
          </a:solidFill>
          <a:ln>
            <a:noFill/>
          </a:ln>
        </p:spPr>
        <p:txBody>
          <a:bodyPr rtlCol="0" anchor="ctr"/>
          <a:lstStyle/>
          <a:p>
            <a:pPr algn="ctr"/>
          </a:p>
        </p:txBody>
      </p:sp>
      <p:sp>
        <p:nvSpPr>
          <p:cNvPr id="689" name="Rectangle 688"/>
          <p:cNvSpPr/>
          <p:nvPr/>
        </p:nvSpPr>
        <p:spPr>
          <a:xfrm>
            <a:off x="7452360" y="1527048"/>
            <a:ext cx="94183" cy="137160"/>
          </a:xfrm>
          <a:prstGeom prst="rect">
            <a:avLst/>
          </a:prstGeom>
          <a:solidFill>
            <a:srgbClr val="FAD9A0"/>
          </a:solidFill>
          <a:ln>
            <a:noFill/>
          </a:ln>
        </p:spPr>
        <p:txBody>
          <a:bodyPr rtlCol="0" anchor="ctr"/>
          <a:lstStyle/>
          <a:p>
            <a:pPr algn="ctr"/>
          </a:p>
        </p:txBody>
      </p:sp>
      <p:sp>
        <p:nvSpPr>
          <p:cNvPr id="690" name="Rectangle 689"/>
          <p:cNvSpPr/>
          <p:nvPr/>
        </p:nvSpPr>
        <p:spPr>
          <a:xfrm>
            <a:off x="7557516" y="1527048"/>
            <a:ext cx="94183" cy="137160"/>
          </a:xfrm>
          <a:prstGeom prst="rect">
            <a:avLst/>
          </a:prstGeom>
          <a:solidFill>
            <a:srgbClr val="FAD9A0"/>
          </a:solidFill>
          <a:ln>
            <a:noFill/>
          </a:ln>
        </p:spPr>
        <p:txBody>
          <a:bodyPr rtlCol="0" anchor="ctr"/>
          <a:lstStyle/>
          <a:p>
            <a:pPr algn="ctr"/>
          </a:p>
        </p:txBody>
      </p:sp>
      <p:sp>
        <p:nvSpPr>
          <p:cNvPr id="691" name="Rectangle 690"/>
          <p:cNvSpPr/>
          <p:nvPr/>
        </p:nvSpPr>
        <p:spPr>
          <a:xfrm>
            <a:off x="7662672" y="1527048"/>
            <a:ext cx="94183" cy="137160"/>
          </a:xfrm>
          <a:prstGeom prst="rect">
            <a:avLst/>
          </a:prstGeom>
          <a:solidFill>
            <a:srgbClr val="FAD9A0"/>
          </a:solidFill>
          <a:ln>
            <a:noFill/>
          </a:ln>
        </p:spPr>
        <p:txBody>
          <a:bodyPr rtlCol="0" anchor="ctr"/>
          <a:lstStyle/>
          <a:p>
            <a:pPr algn="ctr"/>
          </a:p>
        </p:txBody>
      </p:sp>
      <p:sp>
        <p:nvSpPr>
          <p:cNvPr id="692" name="Rectangle 691"/>
          <p:cNvSpPr/>
          <p:nvPr/>
        </p:nvSpPr>
        <p:spPr>
          <a:xfrm>
            <a:off x="7767828" y="1527048"/>
            <a:ext cx="94183" cy="137160"/>
          </a:xfrm>
          <a:prstGeom prst="rect">
            <a:avLst/>
          </a:prstGeom>
          <a:solidFill>
            <a:srgbClr val="E9EDF3"/>
          </a:solidFill>
          <a:ln>
            <a:noFill/>
          </a:ln>
        </p:spPr>
        <p:txBody>
          <a:bodyPr rtlCol="0" anchor="ctr"/>
          <a:lstStyle/>
          <a:p>
            <a:pPr algn="ctr"/>
          </a:p>
        </p:txBody>
      </p:sp>
      <p:sp>
        <p:nvSpPr>
          <p:cNvPr id="693" name="Rectangle 692"/>
          <p:cNvSpPr/>
          <p:nvPr/>
        </p:nvSpPr>
        <p:spPr>
          <a:xfrm>
            <a:off x="7872983" y="1527048"/>
            <a:ext cx="94183" cy="137160"/>
          </a:xfrm>
          <a:prstGeom prst="rect">
            <a:avLst/>
          </a:prstGeom>
          <a:solidFill>
            <a:srgbClr val="E9EDF3"/>
          </a:solidFill>
          <a:ln>
            <a:noFill/>
          </a:ln>
        </p:spPr>
        <p:txBody>
          <a:bodyPr rtlCol="0" anchor="ctr"/>
          <a:lstStyle/>
          <a:p>
            <a:pPr algn="ctr"/>
          </a:p>
        </p:txBody>
      </p:sp>
      <p:sp>
        <p:nvSpPr>
          <p:cNvPr id="694" name="Rectangle 693"/>
          <p:cNvSpPr/>
          <p:nvPr/>
        </p:nvSpPr>
        <p:spPr>
          <a:xfrm>
            <a:off x="7978140" y="1527048"/>
            <a:ext cx="94183" cy="137160"/>
          </a:xfrm>
          <a:prstGeom prst="rect">
            <a:avLst/>
          </a:prstGeom>
          <a:solidFill>
            <a:srgbClr val="FAD9A0"/>
          </a:solidFill>
          <a:ln>
            <a:noFill/>
          </a:ln>
        </p:spPr>
        <p:txBody>
          <a:bodyPr rtlCol="0" anchor="ctr"/>
          <a:lstStyle/>
          <a:p>
            <a:pPr algn="ctr"/>
          </a:p>
        </p:txBody>
      </p:sp>
      <p:sp>
        <p:nvSpPr>
          <p:cNvPr id="695" name="Rectangle 694"/>
          <p:cNvSpPr/>
          <p:nvPr/>
        </p:nvSpPr>
        <p:spPr>
          <a:xfrm>
            <a:off x="8083296" y="1527048"/>
            <a:ext cx="94183" cy="137160"/>
          </a:xfrm>
          <a:prstGeom prst="rect">
            <a:avLst/>
          </a:prstGeom>
          <a:solidFill>
            <a:srgbClr val="CA6F1E"/>
          </a:solidFill>
          <a:ln>
            <a:noFill/>
          </a:ln>
        </p:spPr>
        <p:txBody>
          <a:bodyPr rtlCol="0" anchor="ctr"/>
          <a:lstStyle/>
          <a:p>
            <a:pPr algn="ctr"/>
          </a:p>
        </p:txBody>
      </p:sp>
      <p:sp>
        <p:nvSpPr>
          <p:cNvPr id="696" name="Rectangle 695"/>
          <p:cNvSpPr/>
          <p:nvPr/>
        </p:nvSpPr>
        <p:spPr>
          <a:xfrm>
            <a:off x="8188452" y="1527048"/>
            <a:ext cx="94183" cy="137160"/>
          </a:xfrm>
          <a:prstGeom prst="rect">
            <a:avLst/>
          </a:prstGeom>
          <a:solidFill>
            <a:srgbClr val="FAD9A0"/>
          </a:solidFill>
          <a:ln>
            <a:noFill/>
          </a:ln>
        </p:spPr>
        <p:txBody>
          <a:bodyPr rtlCol="0" anchor="ctr"/>
          <a:lstStyle/>
          <a:p>
            <a:pPr algn="ctr"/>
          </a:p>
        </p:txBody>
      </p:sp>
      <p:sp>
        <p:nvSpPr>
          <p:cNvPr id="697" name="TextBox 696"/>
          <p:cNvSpPr txBox="1"/>
          <p:nvPr/>
        </p:nvSpPr>
        <p:spPr>
          <a:xfrm>
            <a:off x="8330183" y="152247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44</a:t>
            </a:r>
          </a:p>
        </p:txBody>
      </p:sp>
      <p:sp>
        <p:nvSpPr>
          <p:cNvPr id="698" name="TextBox 697"/>
          <p:cNvSpPr txBox="1"/>
          <p:nvPr/>
        </p:nvSpPr>
        <p:spPr>
          <a:xfrm>
            <a:off x="4636008" y="167335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11</a:t>
            </a:r>
          </a:p>
        </p:txBody>
      </p:sp>
      <p:sp>
        <p:nvSpPr>
          <p:cNvPr id="699" name="Rectangle 698"/>
          <p:cNvSpPr/>
          <p:nvPr/>
        </p:nvSpPr>
        <p:spPr>
          <a:xfrm>
            <a:off x="5138928" y="1677924"/>
            <a:ext cx="94183" cy="137160"/>
          </a:xfrm>
          <a:prstGeom prst="rect">
            <a:avLst/>
          </a:prstGeom>
          <a:solidFill>
            <a:srgbClr val="FAD9A0"/>
          </a:solidFill>
          <a:ln>
            <a:noFill/>
          </a:ln>
        </p:spPr>
        <p:txBody>
          <a:bodyPr rtlCol="0" anchor="ctr"/>
          <a:lstStyle/>
          <a:p>
            <a:pPr algn="ctr"/>
          </a:p>
        </p:txBody>
      </p:sp>
      <p:sp>
        <p:nvSpPr>
          <p:cNvPr id="700" name="Rectangle 699"/>
          <p:cNvSpPr/>
          <p:nvPr/>
        </p:nvSpPr>
        <p:spPr>
          <a:xfrm>
            <a:off x="5244084" y="1677924"/>
            <a:ext cx="94183" cy="137160"/>
          </a:xfrm>
          <a:prstGeom prst="rect">
            <a:avLst/>
          </a:prstGeom>
          <a:solidFill>
            <a:srgbClr val="F5A623"/>
          </a:solidFill>
          <a:ln>
            <a:noFill/>
          </a:ln>
        </p:spPr>
        <p:txBody>
          <a:bodyPr rtlCol="0" anchor="ctr"/>
          <a:lstStyle/>
          <a:p>
            <a:pPr algn="ctr"/>
          </a:p>
        </p:txBody>
      </p:sp>
      <p:sp>
        <p:nvSpPr>
          <p:cNvPr id="701" name="Rectangle 700"/>
          <p:cNvSpPr/>
          <p:nvPr/>
        </p:nvSpPr>
        <p:spPr>
          <a:xfrm>
            <a:off x="5349240" y="1677924"/>
            <a:ext cx="94183" cy="137160"/>
          </a:xfrm>
          <a:prstGeom prst="rect">
            <a:avLst/>
          </a:prstGeom>
          <a:solidFill>
            <a:srgbClr val="E9EDF3"/>
          </a:solidFill>
          <a:ln>
            <a:noFill/>
          </a:ln>
        </p:spPr>
        <p:txBody>
          <a:bodyPr rtlCol="0" anchor="ctr"/>
          <a:lstStyle/>
          <a:p>
            <a:pPr algn="ctr"/>
          </a:p>
        </p:txBody>
      </p:sp>
      <p:sp>
        <p:nvSpPr>
          <p:cNvPr id="702" name="Rectangle 701"/>
          <p:cNvSpPr/>
          <p:nvPr/>
        </p:nvSpPr>
        <p:spPr>
          <a:xfrm>
            <a:off x="5454396" y="1677924"/>
            <a:ext cx="94183" cy="137160"/>
          </a:xfrm>
          <a:prstGeom prst="rect">
            <a:avLst/>
          </a:prstGeom>
          <a:solidFill>
            <a:srgbClr val="F5A623"/>
          </a:solidFill>
          <a:ln>
            <a:noFill/>
          </a:ln>
        </p:spPr>
        <p:txBody>
          <a:bodyPr rtlCol="0" anchor="ctr"/>
          <a:lstStyle/>
          <a:p>
            <a:pPr algn="ctr"/>
          </a:p>
        </p:txBody>
      </p:sp>
      <p:sp>
        <p:nvSpPr>
          <p:cNvPr id="703" name="Rectangle 702"/>
          <p:cNvSpPr/>
          <p:nvPr/>
        </p:nvSpPr>
        <p:spPr>
          <a:xfrm>
            <a:off x="5559552" y="1677924"/>
            <a:ext cx="94183" cy="137160"/>
          </a:xfrm>
          <a:prstGeom prst="rect">
            <a:avLst/>
          </a:prstGeom>
          <a:solidFill>
            <a:srgbClr val="F5A623"/>
          </a:solidFill>
          <a:ln>
            <a:noFill/>
          </a:ln>
        </p:spPr>
        <p:txBody>
          <a:bodyPr rtlCol="0" anchor="ctr"/>
          <a:lstStyle/>
          <a:p>
            <a:pPr algn="ctr"/>
          </a:p>
        </p:txBody>
      </p:sp>
      <p:sp>
        <p:nvSpPr>
          <p:cNvPr id="704" name="Rectangle 703"/>
          <p:cNvSpPr/>
          <p:nvPr/>
        </p:nvSpPr>
        <p:spPr>
          <a:xfrm>
            <a:off x="5664708" y="1677924"/>
            <a:ext cx="94183" cy="137160"/>
          </a:xfrm>
          <a:prstGeom prst="rect">
            <a:avLst/>
          </a:prstGeom>
          <a:solidFill>
            <a:srgbClr val="F5A623"/>
          </a:solidFill>
          <a:ln>
            <a:noFill/>
          </a:ln>
        </p:spPr>
        <p:txBody>
          <a:bodyPr rtlCol="0" anchor="ctr"/>
          <a:lstStyle/>
          <a:p>
            <a:pPr algn="ctr"/>
          </a:p>
        </p:txBody>
      </p:sp>
      <p:sp>
        <p:nvSpPr>
          <p:cNvPr id="705" name="Rectangle 704"/>
          <p:cNvSpPr/>
          <p:nvPr/>
        </p:nvSpPr>
        <p:spPr>
          <a:xfrm>
            <a:off x="5769864" y="1677924"/>
            <a:ext cx="94183" cy="137160"/>
          </a:xfrm>
          <a:prstGeom prst="rect">
            <a:avLst/>
          </a:prstGeom>
          <a:solidFill>
            <a:srgbClr val="E9EDF3"/>
          </a:solidFill>
          <a:ln>
            <a:noFill/>
          </a:ln>
        </p:spPr>
        <p:txBody>
          <a:bodyPr rtlCol="0" anchor="ctr"/>
          <a:lstStyle/>
          <a:p>
            <a:pPr algn="ctr"/>
          </a:p>
        </p:txBody>
      </p:sp>
      <p:sp>
        <p:nvSpPr>
          <p:cNvPr id="706" name="Rectangle 705"/>
          <p:cNvSpPr/>
          <p:nvPr/>
        </p:nvSpPr>
        <p:spPr>
          <a:xfrm>
            <a:off x="5875020" y="1677924"/>
            <a:ext cx="94183" cy="137160"/>
          </a:xfrm>
          <a:prstGeom prst="rect">
            <a:avLst/>
          </a:prstGeom>
          <a:solidFill>
            <a:srgbClr val="FAD9A0"/>
          </a:solidFill>
          <a:ln>
            <a:noFill/>
          </a:ln>
        </p:spPr>
        <p:txBody>
          <a:bodyPr rtlCol="0" anchor="ctr"/>
          <a:lstStyle/>
          <a:p>
            <a:pPr algn="ctr"/>
          </a:p>
        </p:txBody>
      </p:sp>
      <p:sp>
        <p:nvSpPr>
          <p:cNvPr id="707" name="Rectangle 706"/>
          <p:cNvSpPr/>
          <p:nvPr/>
        </p:nvSpPr>
        <p:spPr>
          <a:xfrm>
            <a:off x="5980176" y="1677924"/>
            <a:ext cx="94183" cy="137160"/>
          </a:xfrm>
          <a:prstGeom prst="rect">
            <a:avLst/>
          </a:prstGeom>
          <a:solidFill>
            <a:srgbClr val="F5A623"/>
          </a:solidFill>
          <a:ln>
            <a:noFill/>
          </a:ln>
        </p:spPr>
        <p:txBody>
          <a:bodyPr rtlCol="0" anchor="ctr"/>
          <a:lstStyle/>
          <a:p>
            <a:pPr algn="ctr"/>
          </a:p>
        </p:txBody>
      </p:sp>
      <p:sp>
        <p:nvSpPr>
          <p:cNvPr id="708" name="Rectangle 707"/>
          <p:cNvSpPr/>
          <p:nvPr/>
        </p:nvSpPr>
        <p:spPr>
          <a:xfrm>
            <a:off x="6085332" y="1677924"/>
            <a:ext cx="94183" cy="137160"/>
          </a:xfrm>
          <a:prstGeom prst="rect">
            <a:avLst/>
          </a:prstGeom>
          <a:solidFill>
            <a:srgbClr val="E9EDF3"/>
          </a:solidFill>
          <a:ln>
            <a:noFill/>
          </a:ln>
        </p:spPr>
        <p:txBody>
          <a:bodyPr rtlCol="0" anchor="ctr"/>
          <a:lstStyle/>
          <a:p>
            <a:pPr algn="ctr"/>
          </a:p>
        </p:txBody>
      </p:sp>
      <p:sp>
        <p:nvSpPr>
          <p:cNvPr id="709" name="Rectangle 708"/>
          <p:cNvSpPr/>
          <p:nvPr/>
        </p:nvSpPr>
        <p:spPr>
          <a:xfrm>
            <a:off x="6190488" y="1677924"/>
            <a:ext cx="94183" cy="137160"/>
          </a:xfrm>
          <a:prstGeom prst="rect">
            <a:avLst/>
          </a:prstGeom>
          <a:solidFill>
            <a:srgbClr val="E9EDF3"/>
          </a:solidFill>
          <a:ln>
            <a:noFill/>
          </a:ln>
        </p:spPr>
        <p:txBody>
          <a:bodyPr rtlCol="0" anchor="ctr"/>
          <a:lstStyle/>
          <a:p>
            <a:pPr algn="ctr"/>
          </a:p>
        </p:txBody>
      </p:sp>
      <p:sp>
        <p:nvSpPr>
          <p:cNvPr id="710" name="Rectangle 709"/>
          <p:cNvSpPr/>
          <p:nvPr/>
        </p:nvSpPr>
        <p:spPr>
          <a:xfrm>
            <a:off x="6295644" y="1677924"/>
            <a:ext cx="94183" cy="137160"/>
          </a:xfrm>
          <a:prstGeom prst="rect">
            <a:avLst/>
          </a:prstGeom>
          <a:solidFill>
            <a:srgbClr val="FAD9A0"/>
          </a:solidFill>
          <a:ln>
            <a:noFill/>
          </a:ln>
        </p:spPr>
        <p:txBody>
          <a:bodyPr rtlCol="0" anchor="ctr"/>
          <a:lstStyle/>
          <a:p>
            <a:pPr algn="ctr"/>
          </a:p>
        </p:txBody>
      </p:sp>
      <p:sp>
        <p:nvSpPr>
          <p:cNvPr id="711" name="Rectangle 710"/>
          <p:cNvSpPr/>
          <p:nvPr/>
        </p:nvSpPr>
        <p:spPr>
          <a:xfrm>
            <a:off x="6400800" y="1677924"/>
            <a:ext cx="94183" cy="137160"/>
          </a:xfrm>
          <a:prstGeom prst="rect">
            <a:avLst/>
          </a:prstGeom>
          <a:solidFill>
            <a:srgbClr val="E9EDF3"/>
          </a:solidFill>
          <a:ln>
            <a:noFill/>
          </a:ln>
        </p:spPr>
        <p:txBody>
          <a:bodyPr rtlCol="0" anchor="ctr"/>
          <a:lstStyle/>
          <a:p>
            <a:pPr algn="ctr"/>
          </a:p>
        </p:txBody>
      </p:sp>
      <p:sp>
        <p:nvSpPr>
          <p:cNvPr id="712" name="Rectangle 711"/>
          <p:cNvSpPr/>
          <p:nvPr/>
        </p:nvSpPr>
        <p:spPr>
          <a:xfrm>
            <a:off x="6505956" y="1677924"/>
            <a:ext cx="94183" cy="137160"/>
          </a:xfrm>
          <a:prstGeom prst="rect">
            <a:avLst/>
          </a:prstGeom>
          <a:solidFill>
            <a:srgbClr val="E9EDF3"/>
          </a:solidFill>
          <a:ln>
            <a:noFill/>
          </a:ln>
        </p:spPr>
        <p:txBody>
          <a:bodyPr rtlCol="0" anchor="ctr"/>
          <a:lstStyle/>
          <a:p>
            <a:pPr algn="ctr"/>
          </a:p>
        </p:txBody>
      </p:sp>
      <p:sp>
        <p:nvSpPr>
          <p:cNvPr id="713" name="Rectangle 712"/>
          <p:cNvSpPr/>
          <p:nvPr/>
        </p:nvSpPr>
        <p:spPr>
          <a:xfrm>
            <a:off x="6611112" y="1677924"/>
            <a:ext cx="94183" cy="137160"/>
          </a:xfrm>
          <a:prstGeom prst="rect">
            <a:avLst/>
          </a:prstGeom>
          <a:solidFill>
            <a:srgbClr val="FAD9A0"/>
          </a:solidFill>
          <a:ln>
            <a:noFill/>
          </a:ln>
        </p:spPr>
        <p:txBody>
          <a:bodyPr rtlCol="0" anchor="ctr"/>
          <a:lstStyle/>
          <a:p>
            <a:pPr algn="ctr"/>
          </a:p>
        </p:txBody>
      </p:sp>
      <p:sp>
        <p:nvSpPr>
          <p:cNvPr id="714" name="Rectangle 713"/>
          <p:cNvSpPr/>
          <p:nvPr/>
        </p:nvSpPr>
        <p:spPr>
          <a:xfrm>
            <a:off x="6716268" y="1677924"/>
            <a:ext cx="94183" cy="137160"/>
          </a:xfrm>
          <a:prstGeom prst="rect">
            <a:avLst/>
          </a:prstGeom>
          <a:solidFill>
            <a:srgbClr val="FAD9A0"/>
          </a:solidFill>
          <a:ln>
            <a:noFill/>
          </a:ln>
        </p:spPr>
        <p:txBody>
          <a:bodyPr rtlCol="0" anchor="ctr"/>
          <a:lstStyle/>
          <a:p>
            <a:pPr algn="ctr"/>
          </a:p>
        </p:txBody>
      </p:sp>
      <p:sp>
        <p:nvSpPr>
          <p:cNvPr id="715" name="Rectangle 714"/>
          <p:cNvSpPr/>
          <p:nvPr/>
        </p:nvSpPr>
        <p:spPr>
          <a:xfrm>
            <a:off x="6821424" y="1677924"/>
            <a:ext cx="94183" cy="137160"/>
          </a:xfrm>
          <a:prstGeom prst="rect">
            <a:avLst/>
          </a:prstGeom>
          <a:solidFill>
            <a:srgbClr val="F5A623"/>
          </a:solidFill>
          <a:ln>
            <a:noFill/>
          </a:ln>
        </p:spPr>
        <p:txBody>
          <a:bodyPr rtlCol="0" anchor="ctr"/>
          <a:lstStyle/>
          <a:p>
            <a:pPr algn="ctr"/>
          </a:p>
        </p:txBody>
      </p:sp>
      <p:sp>
        <p:nvSpPr>
          <p:cNvPr id="716" name="Rectangle 715"/>
          <p:cNvSpPr/>
          <p:nvPr/>
        </p:nvSpPr>
        <p:spPr>
          <a:xfrm>
            <a:off x="6926580" y="1677924"/>
            <a:ext cx="94183" cy="137160"/>
          </a:xfrm>
          <a:prstGeom prst="rect">
            <a:avLst/>
          </a:prstGeom>
          <a:solidFill>
            <a:srgbClr val="FAD9A0"/>
          </a:solidFill>
          <a:ln>
            <a:noFill/>
          </a:ln>
        </p:spPr>
        <p:txBody>
          <a:bodyPr rtlCol="0" anchor="ctr"/>
          <a:lstStyle/>
          <a:p>
            <a:pPr algn="ctr"/>
          </a:p>
        </p:txBody>
      </p:sp>
      <p:sp>
        <p:nvSpPr>
          <p:cNvPr id="717" name="Rectangle 716"/>
          <p:cNvSpPr/>
          <p:nvPr/>
        </p:nvSpPr>
        <p:spPr>
          <a:xfrm>
            <a:off x="7031736" y="1677924"/>
            <a:ext cx="94183" cy="137160"/>
          </a:xfrm>
          <a:prstGeom prst="rect">
            <a:avLst/>
          </a:prstGeom>
          <a:solidFill>
            <a:srgbClr val="FAD9A0"/>
          </a:solidFill>
          <a:ln>
            <a:noFill/>
          </a:ln>
        </p:spPr>
        <p:txBody>
          <a:bodyPr rtlCol="0" anchor="ctr"/>
          <a:lstStyle/>
          <a:p>
            <a:pPr algn="ctr"/>
          </a:p>
        </p:txBody>
      </p:sp>
      <p:sp>
        <p:nvSpPr>
          <p:cNvPr id="718" name="Rectangle 717"/>
          <p:cNvSpPr/>
          <p:nvPr/>
        </p:nvSpPr>
        <p:spPr>
          <a:xfrm>
            <a:off x="7136892" y="1677924"/>
            <a:ext cx="94183" cy="137160"/>
          </a:xfrm>
          <a:prstGeom prst="rect">
            <a:avLst/>
          </a:prstGeom>
          <a:solidFill>
            <a:srgbClr val="E9EDF3"/>
          </a:solidFill>
          <a:ln>
            <a:noFill/>
          </a:ln>
        </p:spPr>
        <p:txBody>
          <a:bodyPr rtlCol="0" anchor="ctr"/>
          <a:lstStyle/>
          <a:p>
            <a:pPr algn="ctr"/>
          </a:p>
        </p:txBody>
      </p:sp>
      <p:sp>
        <p:nvSpPr>
          <p:cNvPr id="719" name="Rectangle 718"/>
          <p:cNvSpPr/>
          <p:nvPr/>
        </p:nvSpPr>
        <p:spPr>
          <a:xfrm>
            <a:off x="7242048" y="1677924"/>
            <a:ext cx="94183" cy="137160"/>
          </a:xfrm>
          <a:prstGeom prst="rect">
            <a:avLst/>
          </a:prstGeom>
          <a:solidFill>
            <a:srgbClr val="FAD9A0"/>
          </a:solidFill>
          <a:ln>
            <a:noFill/>
          </a:ln>
        </p:spPr>
        <p:txBody>
          <a:bodyPr rtlCol="0" anchor="ctr"/>
          <a:lstStyle/>
          <a:p>
            <a:pPr algn="ctr"/>
          </a:p>
        </p:txBody>
      </p:sp>
      <p:sp>
        <p:nvSpPr>
          <p:cNvPr id="720" name="Rectangle 719"/>
          <p:cNvSpPr/>
          <p:nvPr/>
        </p:nvSpPr>
        <p:spPr>
          <a:xfrm>
            <a:off x="7347204" y="1677924"/>
            <a:ext cx="94183" cy="137160"/>
          </a:xfrm>
          <a:prstGeom prst="rect">
            <a:avLst/>
          </a:prstGeom>
          <a:solidFill>
            <a:srgbClr val="E9EDF3"/>
          </a:solidFill>
          <a:ln>
            <a:noFill/>
          </a:ln>
        </p:spPr>
        <p:txBody>
          <a:bodyPr rtlCol="0" anchor="ctr"/>
          <a:lstStyle/>
          <a:p>
            <a:pPr algn="ctr"/>
          </a:p>
        </p:txBody>
      </p:sp>
      <p:sp>
        <p:nvSpPr>
          <p:cNvPr id="721" name="Rectangle 720"/>
          <p:cNvSpPr/>
          <p:nvPr/>
        </p:nvSpPr>
        <p:spPr>
          <a:xfrm>
            <a:off x="7452360" y="1677924"/>
            <a:ext cx="94183" cy="137160"/>
          </a:xfrm>
          <a:prstGeom prst="rect">
            <a:avLst/>
          </a:prstGeom>
          <a:solidFill>
            <a:srgbClr val="FAD9A0"/>
          </a:solidFill>
          <a:ln>
            <a:noFill/>
          </a:ln>
        </p:spPr>
        <p:txBody>
          <a:bodyPr rtlCol="0" anchor="ctr"/>
          <a:lstStyle/>
          <a:p>
            <a:pPr algn="ctr"/>
          </a:p>
        </p:txBody>
      </p:sp>
      <p:sp>
        <p:nvSpPr>
          <p:cNvPr id="722" name="Rectangle 721"/>
          <p:cNvSpPr/>
          <p:nvPr/>
        </p:nvSpPr>
        <p:spPr>
          <a:xfrm>
            <a:off x="7557516" y="1677924"/>
            <a:ext cx="94183" cy="137160"/>
          </a:xfrm>
          <a:prstGeom prst="rect">
            <a:avLst/>
          </a:prstGeom>
          <a:solidFill>
            <a:srgbClr val="FAD9A0"/>
          </a:solidFill>
          <a:ln>
            <a:noFill/>
          </a:ln>
        </p:spPr>
        <p:txBody>
          <a:bodyPr rtlCol="0" anchor="ctr"/>
          <a:lstStyle/>
          <a:p>
            <a:pPr algn="ctr"/>
          </a:p>
        </p:txBody>
      </p:sp>
      <p:sp>
        <p:nvSpPr>
          <p:cNvPr id="723" name="Rectangle 722"/>
          <p:cNvSpPr/>
          <p:nvPr/>
        </p:nvSpPr>
        <p:spPr>
          <a:xfrm>
            <a:off x="7662672" y="1677924"/>
            <a:ext cx="94183" cy="137160"/>
          </a:xfrm>
          <a:prstGeom prst="rect">
            <a:avLst/>
          </a:prstGeom>
          <a:solidFill>
            <a:srgbClr val="FAD9A0"/>
          </a:solidFill>
          <a:ln>
            <a:noFill/>
          </a:ln>
        </p:spPr>
        <p:txBody>
          <a:bodyPr rtlCol="0" anchor="ctr"/>
          <a:lstStyle/>
          <a:p>
            <a:pPr algn="ctr"/>
          </a:p>
        </p:txBody>
      </p:sp>
      <p:sp>
        <p:nvSpPr>
          <p:cNvPr id="724" name="Rectangle 723"/>
          <p:cNvSpPr/>
          <p:nvPr/>
        </p:nvSpPr>
        <p:spPr>
          <a:xfrm>
            <a:off x="7767828" y="1677924"/>
            <a:ext cx="94183" cy="137160"/>
          </a:xfrm>
          <a:prstGeom prst="rect">
            <a:avLst/>
          </a:prstGeom>
          <a:solidFill>
            <a:srgbClr val="E9EDF3"/>
          </a:solidFill>
          <a:ln>
            <a:noFill/>
          </a:ln>
        </p:spPr>
        <p:txBody>
          <a:bodyPr rtlCol="0" anchor="ctr"/>
          <a:lstStyle/>
          <a:p>
            <a:pPr algn="ctr"/>
          </a:p>
        </p:txBody>
      </p:sp>
      <p:sp>
        <p:nvSpPr>
          <p:cNvPr id="725" name="Rectangle 724"/>
          <p:cNvSpPr/>
          <p:nvPr/>
        </p:nvSpPr>
        <p:spPr>
          <a:xfrm>
            <a:off x="7872983" y="1677924"/>
            <a:ext cx="94183" cy="137160"/>
          </a:xfrm>
          <a:prstGeom prst="rect">
            <a:avLst/>
          </a:prstGeom>
          <a:solidFill>
            <a:srgbClr val="E9EDF3"/>
          </a:solidFill>
          <a:ln>
            <a:noFill/>
          </a:ln>
        </p:spPr>
        <p:txBody>
          <a:bodyPr rtlCol="0" anchor="ctr"/>
          <a:lstStyle/>
          <a:p>
            <a:pPr algn="ctr"/>
          </a:p>
        </p:txBody>
      </p:sp>
      <p:sp>
        <p:nvSpPr>
          <p:cNvPr id="726" name="Rectangle 725"/>
          <p:cNvSpPr/>
          <p:nvPr/>
        </p:nvSpPr>
        <p:spPr>
          <a:xfrm>
            <a:off x="7978140" y="1677924"/>
            <a:ext cx="94183" cy="137160"/>
          </a:xfrm>
          <a:prstGeom prst="rect">
            <a:avLst/>
          </a:prstGeom>
          <a:solidFill>
            <a:srgbClr val="FAD9A0"/>
          </a:solidFill>
          <a:ln>
            <a:noFill/>
          </a:ln>
        </p:spPr>
        <p:txBody>
          <a:bodyPr rtlCol="0" anchor="ctr"/>
          <a:lstStyle/>
          <a:p>
            <a:pPr algn="ctr"/>
          </a:p>
        </p:txBody>
      </p:sp>
      <p:sp>
        <p:nvSpPr>
          <p:cNvPr id="727" name="Rectangle 726"/>
          <p:cNvSpPr/>
          <p:nvPr/>
        </p:nvSpPr>
        <p:spPr>
          <a:xfrm>
            <a:off x="8083296" y="1677924"/>
            <a:ext cx="94183" cy="137160"/>
          </a:xfrm>
          <a:prstGeom prst="rect">
            <a:avLst/>
          </a:prstGeom>
          <a:solidFill>
            <a:srgbClr val="FAD9A0"/>
          </a:solidFill>
          <a:ln>
            <a:noFill/>
          </a:ln>
        </p:spPr>
        <p:txBody>
          <a:bodyPr rtlCol="0" anchor="ctr"/>
          <a:lstStyle/>
          <a:p>
            <a:pPr algn="ctr"/>
          </a:p>
        </p:txBody>
      </p:sp>
      <p:sp>
        <p:nvSpPr>
          <p:cNvPr id="728" name="Rectangle 727"/>
          <p:cNvSpPr/>
          <p:nvPr/>
        </p:nvSpPr>
        <p:spPr>
          <a:xfrm>
            <a:off x="8188452" y="1677924"/>
            <a:ext cx="94183" cy="137160"/>
          </a:xfrm>
          <a:prstGeom prst="rect">
            <a:avLst/>
          </a:prstGeom>
          <a:solidFill>
            <a:srgbClr val="E9EDF3"/>
          </a:solidFill>
          <a:ln>
            <a:noFill/>
          </a:ln>
        </p:spPr>
        <p:txBody>
          <a:bodyPr rtlCol="0" anchor="ctr"/>
          <a:lstStyle/>
          <a:p>
            <a:pPr algn="ctr"/>
          </a:p>
        </p:txBody>
      </p:sp>
      <p:sp>
        <p:nvSpPr>
          <p:cNvPr id="729" name="TextBox 728"/>
          <p:cNvSpPr txBox="1"/>
          <p:nvPr/>
        </p:nvSpPr>
        <p:spPr>
          <a:xfrm>
            <a:off x="8330183" y="1673352"/>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42</a:t>
            </a:r>
          </a:p>
        </p:txBody>
      </p:sp>
      <p:sp>
        <p:nvSpPr>
          <p:cNvPr id="730" name="TextBox 729"/>
          <p:cNvSpPr txBox="1"/>
          <p:nvPr/>
        </p:nvSpPr>
        <p:spPr>
          <a:xfrm>
            <a:off x="4636008" y="182422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77</a:t>
            </a:r>
          </a:p>
        </p:txBody>
      </p:sp>
      <p:sp>
        <p:nvSpPr>
          <p:cNvPr id="731" name="Rectangle 730"/>
          <p:cNvSpPr/>
          <p:nvPr/>
        </p:nvSpPr>
        <p:spPr>
          <a:xfrm>
            <a:off x="5138928" y="1828800"/>
            <a:ext cx="94183" cy="137160"/>
          </a:xfrm>
          <a:prstGeom prst="rect">
            <a:avLst/>
          </a:prstGeom>
          <a:solidFill>
            <a:srgbClr val="E9EDF3"/>
          </a:solidFill>
          <a:ln>
            <a:noFill/>
          </a:ln>
        </p:spPr>
        <p:txBody>
          <a:bodyPr rtlCol="0" anchor="ctr"/>
          <a:lstStyle/>
          <a:p>
            <a:pPr algn="ctr"/>
          </a:p>
        </p:txBody>
      </p:sp>
      <p:sp>
        <p:nvSpPr>
          <p:cNvPr id="732" name="Rectangle 731"/>
          <p:cNvSpPr/>
          <p:nvPr/>
        </p:nvSpPr>
        <p:spPr>
          <a:xfrm>
            <a:off x="5244084" y="1828800"/>
            <a:ext cx="94183" cy="137160"/>
          </a:xfrm>
          <a:prstGeom prst="rect">
            <a:avLst/>
          </a:prstGeom>
          <a:solidFill>
            <a:srgbClr val="E9EDF3"/>
          </a:solidFill>
          <a:ln>
            <a:noFill/>
          </a:ln>
        </p:spPr>
        <p:txBody>
          <a:bodyPr rtlCol="0" anchor="ctr"/>
          <a:lstStyle/>
          <a:p>
            <a:pPr algn="ctr"/>
          </a:p>
        </p:txBody>
      </p:sp>
      <p:sp>
        <p:nvSpPr>
          <p:cNvPr id="733" name="Rectangle 732"/>
          <p:cNvSpPr/>
          <p:nvPr/>
        </p:nvSpPr>
        <p:spPr>
          <a:xfrm>
            <a:off x="5349240" y="1828800"/>
            <a:ext cx="94183" cy="137160"/>
          </a:xfrm>
          <a:prstGeom prst="rect">
            <a:avLst/>
          </a:prstGeom>
          <a:solidFill>
            <a:srgbClr val="E9EDF3"/>
          </a:solidFill>
          <a:ln>
            <a:noFill/>
          </a:ln>
        </p:spPr>
        <p:txBody>
          <a:bodyPr rtlCol="0" anchor="ctr"/>
          <a:lstStyle/>
          <a:p>
            <a:pPr algn="ctr"/>
          </a:p>
        </p:txBody>
      </p:sp>
      <p:sp>
        <p:nvSpPr>
          <p:cNvPr id="734" name="Rectangle 733"/>
          <p:cNvSpPr/>
          <p:nvPr/>
        </p:nvSpPr>
        <p:spPr>
          <a:xfrm>
            <a:off x="5454396" y="1828800"/>
            <a:ext cx="94183" cy="137160"/>
          </a:xfrm>
          <a:prstGeom prst="rect">
            <a:avLst/>
          </a:prstGeom>
          <a:solidFill>
            <a:srgbClr val="CA6F1E"/>
          </a:solidFill>
          <a:ln>
            <a:noFill/>
          </a:ln>
        </p:spPr>
        <p:txBody>
          <a:bodyPr rtlCol="0" anchor="ctr"/>
          <a:lstStyle/>
          <a:p>
            <a:pPr algn="ctr"/>
          </a:p>
        </p:txBody>
      </p:sp>
      <p:sp>
        <p:nvSpPr>
          <p:cNvPr id="735" name="Rectangle 734"/>
          <p:cNvSpPr/>
          <p:nvPr/>
        </p:nvSpPr>
        <p:spPr>
          <a:xfrm>
            <a:off x="5559552" y="1828800"/>
            <a:ext cx="94183" cy="137160"/>
          </a:xfrm>
          <a:prstGeom prst="rect">
            <a:avLst/>
          </a:prstGeom>
          <a:solidFill>
            <a:srgbClr val="FAD9A0"/>
          </a:solidFill>
          <a:ln>
            <a:noFill/>
          </a:ln>
        </p:spPr>
        <p:txBody>
          <a:bodyPr rtlCol="0" anchor="ctr"/>
          <a:lstStyle/>
          <a:p>
            <a:pPr algn="ctr"/>
          </a:p>
        </p:txBody>
      </p:sp>
      <p:sp>
        <p:nvSpPr>
          <p:cNvPr id="736" name="Rectangle 735"/>
          <p:cNvSpPr/>
          <p:nvPr/>
        </p:nvSpPr>
        <p:spPr>
          <a:xfrm>
            <a:off x="5664708" y="1828800"/>
            <a:ext cx="94183" cy="137160"/>
          </a:xfrm>
          <a:prstGeom prst="rect">
            <a:avLst/>
          </a:prstGeom>
          <a:solidFill>
            <a:srgbClr val="F5A623"/>
          </a:solidFill>
          <a:ln>
            <a:noFill/>
          </a:ln>
        </p:spPr>
        <p:txBody>
          <a:bodyPr rtlCol="0" anchor="ctr"/>
          <a:lstStyle/>
          <a:p>
            <a:pPr algn="ctr"/>
          </a:p>
        </p:txBody>
      </p:sp>
      <p:sp>
        <p:nvSpPr>
          <p:cNvPr id="737" name="Rectangle 736"/>
          <p:cNvSpPr/>
          <p:nvPr/>
        </p:nvSpPr>
        <p:spPr>
          <a:xfrm>
            <a:off x="5769864" y="1828800"/>
            <a:ext cx="94183" cy="137160"/>
          </a:xfrm>
          <a:prstGeom prst="rect">
            <a:avLst/>
          </a:prstGeom>
          <a:solidFill>
            <a:srgbClr val="F5A623"/>
          </a:solidFill>
          <a:ln>
            <a:noFill/>
          </a:ln>
        </p:spPr>
        <p:txBody>
          <a:bodyPr rtlCol="0" anchor="ctr"/>
          <a:lstStyle/>
          <a:p>
            <a:pPr algn="ctr"/>
          </a:p>
        </p:txBody>
      </p:sp>
      <p:sp>
        <p:nvSpPr>
          <p:cNvPr id="738" name="Rectangle 737"/>
          <p:cNvSpPr/>
          <p:nvPr/>
        </p:nvSpPr>
        <p:spPr>
          <a:xfrm>
            <a:off x="5875020" y="1828800"/>
            <a:ext cx="94183" cy="137160"/>
          </a:xfrm>
          <a:prstGeom prst="rect">
            <a:avLst/>
          </a:prstGeom>
          <a:solidFill>
            <a:srgbClr val="FAD9A0"/>
          </a:solidFill>
          <a:ln>
            <a:noFill/>
          </a:ln>
        </p:spPr>
        <p:txBody>
          <a:bodyPr rtlCol="0" anchor="ctr"/>
          <a:lstStyle/>
          <a:p>
            <a:pPr algn="ctr"/>
          </a:p>
        </p:txBody>
      </p:sp>
      <p:sp>
        <p:nvSpPr>
          <p:cNvPr id="739" name="Rectangle 738"/>
          <p:cNvSpPr/>
          <p:nvPr/>
        </p:nvSpPr>
        <p:spPr>
          <a:xfrm>
            <a:off x="5980176" y="1828800"/>
            <a:ext cx="94183" cy="137160"/>
          </a:xfrm>
          <a:prstGeom prst="rect">
            <a:avLst/>
          </a:prstGeom>
          <a:solidFill>
            <a:srgbClr val="F5A623"/>
          </a:solidFill>
          <a:ln>
            <a:noFill/>
          </a:ln>
        </p:spPr>
        <p:txBody>
          <a:bodyPr rtlCol="0" anchor="ctr"/>
          <a:lstStyle/>
          <a:p>
            <a:pPr algn="ctr"/>
          </a:p>
        </p:txBody>
      </p:sp>
      <p:sp>
        <p:nvSpPr>
          <p:cNvPr id="740" name="Rectangle 739"/>
          <p:cNvSpPr/>
          <p:nvPr/>
        </p:nvSpPr>
        <p:spPr>
          <a:xfrm>
            <a:off x="6085332" y="1828800"/>
            <a:ext cx="94183" cy="137160"/>
          </a:xfrm>
          <a:prstGeom prst="rect">
            <a:avLst/>
          </a:prstGeom>
          <a:solidFill>
            <a:srgbClr val="E9EDF3"/>
          </a:solidFill>
          <a:ln>
            <a:noFill/>
          </a:ln>
        </p:spPr>
        <p:txBody>
          <a:bodyPr rtlCol="0" anchor="ctr"/>
          <a:lstStyle/>
          <a:p>
            <a:pPr algn="ctr"/>
          </a:p>
        </p:txBody>
      </p:sp>
      <p:sp>
        <p:nvSpPr>
          <p:cNvPr id="741" name="Rectangle 740"/>
          <p:cNvSpPr/>
          <p:nvPr/>
        </p:nvSpPr>
        <p:spPr>
          <a:xfrm>
            <a:off x="6190488" y="1828800"/>
            <a:ext cx="94183" cy="137160"/>
          </a:xfrm>
          <a:prstGeom prst="rect">
            <a:avLst/>
          </a:prstGeom>
          <a:solidFill>
            <a:srgbClr val="E9EDF3"/>
          </a:solidFill>
          <a:ln>
            <a:noFill/>
          </a:ln>
        </p:spPr>
        <p:txBody>
          <a:bodyPr rtlCol="0" anchor="ctr"/>
          <a:lstStyle/>
          <a:p>
            <a:pPr algn="ctr"/>
          </a:p>
        </p:txBody>
      </p:sp>
      <p:sp>
        <p:nvSpPr>
          <p:cNvPr id="742" name="Rectangle 741"/>
          <p:cNvSpPr/>
          <p:nvPr/>
        </p:nvSpPr>
        <p:spPr>
          <a:xfrm>
            <a:off x="6295644" y="1828800"/>
            <a:ext cx="94183" cy="137160"/>
          </a:xfrm>
          <a:prstGeom prst="rect">
            <a:avLst/>
          </a:prstGeom>
          <a:solidFill>
            <a:srgbClr val="FAD9A0"/>
          </a:solidFill>
          <a:ln>
            <a:noFill/>
          </a:ln>
        </p:spPr>
        <p:txBody>
          <a:bodyPr rtlCol="0" anchor="ctr"/>
          <a:lstStyle/>
          <a:p>
            <a:pPr algn="ctr"/>
          </a:p>
        </p:txBody>
      </p:sp>
      <p:sp>
        <p:nvSpPr>
          <p:cNvPr id="743" name="Rectangle 742"/>
          <p:cNvSpPr/>
          <p:nvPr/>
        </p:nvSpPr>
        <p:spPr>
          <a:xfrm>
            <a:off x="6400800" y="1828800"/>
            <a:ext cx="94183" cy="137160"/>
          </a:xfrm>
          <a:prstGeom prst="rect">
            <a:avLst/>
          </a:prstGeom>
          <a:solidFill>
            <a:srgbClr val="E9EDF3"/>
          </a:solidFill>
          <a:ln>
            <a:noFill/>
          </a:ln>
        </p:spPr>
        <p:txBody>
          <a:bodyPr rtlCol="0" anchor="ctr"/>
          <a:lstStyle/>
          <a:p>
            <a:pPr algn="ctr"/>
          </a:p>
        </p:txBody>
      </p:sp>
      <p:sp>
        <p:nvSpPr>
          <p:cNvPr id="744" name="Rectangle 743"/>
          <p:cNvSpPr/>
          <p:nvPr/>
        </p:nvSpPr>
        <p:spPr>
          <a:xfrm>
            <a:off x="6505956" y="1828800"/>
            <a:ext cx="94183" cy="137160"/>
          </a:xfrm>
          <a:prstGeom prst="rect">
            <a:avLst/>
          </a:prstGeom>
          <a:solidFill>
            <a:srgbClr val="E9EDF3"/>
          </a:solidFill>
          <a:ln>
            <a:noFill/>
          </a:ln>
        </p:spPr>
        <p:txBody>
          <a:bodyPr rtlCol="0" anchor="ctr"/>
          <a:lstStyle/>
          <a:p>
            <a:pPr algn="ctr"/>
          </a:p>
        </p:txBody>
      </p:sp>
      <p:sp>
        <p:nvSpPr>
          <p:cNvPr id="745" name="Rectangle 744"/>
          <p:cNvSpPr/>
          <p:nvPr/>
        </p:nvSpPr>
        <p:spPr>
          <a:xfrm>
            <a:off x="6611112" y="1828800"/>
            <a:ext cx="94183" cy="137160"/>
          </a:xfrm>
          <a:prstGeom prst="rect">
            <a:avLst/>
          </a:prstGeom>
          <a:solidFill>
            <a:srgbClr val="E9EDF3"/>
          </a:solidFill>
          <a:ln>
            <a:noFill/>
          </a:ln>
        </p:spPr>
        <p:txBody>
          <a:bodyPr rtlCol="0" anchor="ctr"/>
          <a:lstStyle/>
          <a:p>
            <a:pPr algn="ctr"/>
          </a:p>
        </p:txBody>
      </p:sp>
      <p:sp>
        <p:nvSpPr>
          <p:cNvPr id="746" name="Rectangle 745"/>
          <p:cNvSpPr/>
          <p:nvPr/>
        </p:nvSpPr>
        <p:spPr>
          <a:xfrm>
            <a:off x="6716268" y="1828800"/>
            <a:ext cx="94183" cy="137160"/>
          </a:xfrm>
          <a:prstGeom prst="rect">
            <a:avLst/>
          </a:prstGeom>
          <a:solidFill>
            <a:srgbClr val="FAD9A0"/>
          </a:solidFill>
          <a:ln>
            <a:noFill/>
          </a:ln>
        </p:spPr>
        <p:txBody>
          <a:bodyPr rtlCol="0" anchor="ctr"/>
          <a:lstStyle/>
          <a:p>
            <a:pPr algn="ctr"/>
          </a:p>
        </p:txBody>
      </p:sp>
      <p:sp>
        <p:nvSpPr>
          <p:cNvPr id="747" name="Rectangle 746"/>
          <p:cNvSpPr/>
          <p:nvPr/>
        </p:nvSpPr>
        <p:spPr>
          <a:xfrm>
            <a:off x="6821424" y="1828800"/>
            <a:ext cx="94183" cy="137160"/>
          </a:xfrm>
          <a:prstGeom prst="rect">
            <a:avLst/>
          </a:prstGeom>
          <a:solidFill>
            <a:srgbClr val="CA6F1E"/>
          </a:solidFill>
          <a:ln>
            <a:noFill/>
          </a:ln>
        </p:spPr>
        <p:txBody>
          <a:bodyPr rtlCol="0" anchor="ctr"/>
          <a:lstStyle/>
          <a:p>
            <a:pPr algn="ctr"/>
          </a:p>
        </p:txBody>
      </p:sp>
      <p:sp>
        <p:nvSpPr>
          <p:cNvPr id="748" name="Rectangle 747"/>
          <p:cNvSpPr/>
          <p:nvPr/>
        </p:nvSpPr>
        <p:spPr>
          <a:xfrm>
            <a:off x="6926580" y="1828800"/>
            <a:ext cx="94183" cy="137160"/>
          </a:xfrm>
          <a:prstGeom prst="rect">
            <a:avLst/>
          </a:prstGeom>
          <a:solidFill>
            <a:srgbClr val="E9EDF3"/>
          </a:solidFill>
          <a:ln>
            <a:noFill/>
          </a:ln>
        </p:spPr>
        <p:txBody>
          <a:bodyPr rtlCol="0" anchor="ctr"/>
          <a:lstStyle/>
          <a:p>
            <a:pPr algn="ctr"/>
          </a:p>
        </p:txBody>
      </p:sp>
      <p:sp>
        <p:nvSpPr>
          <p:cNvPr id="749" name="Rectangle 748"/>
          <p:cNvSpPr/>
          <p:nvPr/>
        </p:nvSpPr>
        <p:spPr>
          <a:xfrm>
            <a:off x="7031736" y="1828800"/>
            <a:ext cx="94183" cy="137160"/>
          </a:xfrm>
          <a:prstGeom prst="rect">
            <a:avLst/>
          </a:prstGeom>
          <a:solidFill>
            <a:srgbClr val="E9EDF3"/>
          </a:solidFill>
          <a:ln>
            <a:noFill/>
          </a:ln>
        </p:spPr>
        <p:txBody>
          <a:bodyPr rtlCol="0" anchor="ctr"/>
          <a:lstStyle/>
          <a:p>
            <a:pPr algn="ctr"/>
          </a:p>
        </p:txBody>
      </p:sp>
      <p:sp>
        <p:nvSpPr>
          <p:cNvPr id="750" name="Rectangle 749"/>
          <p:cNvSpPr/>
          <p:nvPr/>
        </p:nvSpPr>
        <p:spPr>
          <a:xfrm>
            <a:off x="7136892" y="1828800"/>
            <a:ext cx="94183" cy="137160"/>
          </a:xfrm>
          <a:prstGeom prst="rect">
            <a:avLst/>
          </a:prstGeom>
          <a:solidFill>
            <a:srgbClr val="E9EDF3"/>
          </a:solidFill>
          <a:ln>
            <a:noFill/>
          </a:ln>
        </p:spPr>
        <p:txBody>
          <a:bodyPr rtlCol="0" anchor="ctr"/>
          <a:lstStyle/>
          <a:p>
            <a:pPr algn="ctr"/>
          </a:p>
        </p:txBody>
      </p:sp>
      <p:sp>
        <p:nvSpPr>
          <p:cNvPr id="751" name="Rectangle 750"/>
          <p:cNvSpPr/>
          <p:nvPr/>
        </p:nvSpPr>
        <p:spPr>
          <a:xfrm>
            <a:off x="7242048" y="1828800"/>
            <a:ext cx="94183" cy="137160"/>
          </a:xfrm>
          <a:prstGeom prst="rect">
            <a:avLst/>
          </a:prstGeom>
          <a:solidFill>
            <a:srgbClr val="E9EDF3"/>
          </a:solidFill>
          <a:ln>
            <a:noFill/>
          </a:ln>
        </p:spPr>
        <p:txBody>
          <a:bodyPr rtlCol="0" anchor="ctr"/>
          <a:lstStyle/>
          <a:p>
            <a:pPr algn="ctr"/>
          </a:p>
        </p:txBody>
      </p:sp>
      <p:sp>
        <p:nvSpPr>
          <p:cNvPr id="752" name="Rectangle 751"/>
          <p:cNvSpPr/>
          <p:nvPr/>
        </p:nvSpPr>
        <p:spPr>
          <a:xfrm>
            <a:off x="7347204" y="1828800"/>
            <a:ext cx="94183" cy="137160"/>
          </a:xfrm>
          <a:prstGeom prst="rect">
            <a:avLst/>
          </a:prstGeom>
          <a:solidFill>
            <a:srgbClr val="E9EDF3"/>
          </a:solidFill>
          <a:ln>
            <a:noFill/>
          </a:ln>
        </p:spPr>
        <p:txBody>
          <a:bodyPr rtlCol="0" anchor="ctr"/>
          <a:lstStyle/>
          <a:p>
            <a:pPr algn="ctr"/>
          </a:p>
        </p:txBody>
      </p:sp>
      <p:sp>
        <p:nvSpPr>
          <p:cNvPr id="753" name="Rectangle 752"/>
          <p:cNvSpPr/>
          <p:nvPr/>
        </p:nvSpPr>
        <p:spPr>
          <a:xfrm>
            <a:off x="7452360" y="1828800"/>
            <a:ext cx="94183" cy="137160"/>
          </a:xfrm>
          <a:prstGeom prst="rect">
            <a:avLst/>
          </a:prstGeom>
          <a:solidFill>
            <a:srgbClr val="F5A623"/>
          </a:solidFill>
          <a:ln>
            <a:noFill/>
          </a:ln>
        </p:spPr>
        <p:txBody>
          <a:bodyPr rtlCol="0" anchor="ctr"/>
          <a:lstStyle/>
          <a:p>
            <a:pPr algn="ctr"/>
          </a:p>
        </p:txBody>
      </p:sp>
      <p:sp>
        <p:nvSpPr>
          <p:cNvPr id="754" name="Rectangle 753"/>
          <p:cNvSpPr/>
          <p:nvPr/>
        </p:nvSpPr>
        <p:spPr>
          <a:xfrm>
            <a:off x="7557516" y="1828800"/>
            <a:ext cx="94183" cy="137160"/>
          </a:xfrm>
          <a:prstGeom prst="rect">
            <a:avLst/>
          </a:prstGeom>
          <a:solidFill>
            <a:srgbClr val="E9EDF3"/>
          </a:solidFill>
          <a:ln>
            <a:noFill/>
          </a:ln>
        </p:spPr>
        <p:txBody>
          <a:bodyPr rtlCol="0" anchor="ctr"/>
          <a:lstStyle/>
          <a:p>
            <a:pPr algn="ctr"/>
          </a:p>
        </p:txBody>
      </p:sp>
      <p:sp>
        <p:nvSpPr>
          <p:cNvPr id="755" name="Rectangle 754"/>
          <p:cNvSpPr/>
          <p:nvPr/>
        </p:nvSpPr>
        <p:spPr>
          <a:xfrm>
            <a:off x="7662672" y="1828800"/>
            <a:ext cx="94183" cy="137160"/>
          </a:xfrm>
          <a:prstGeom prst="rect">
            <a:avLst/>
          </a:prstGeom>
          <a:solidFill>
            <a:srgbClr val="FAD9A0"/>
          </a:solidFill>
          <a:ln>
            <a:noFill/>
          </a:ln>
        </p:spPr>
        <p:txBody>
          <a:bodyPr rtlCol="0" anchor="ctr"/>
          <a:lstStyle/>
          <a:p>
            <a:pPr algn="ctr"/>
          </a:p>
        </p:txBody>
      </p:sp>
      <p:sp>
        <p:nvSpPr>
          <p:cNvPr id="756" name="Rectangle 755"/>
          <p:cNvSpPr/>
          <p:nvPr/>
        </p:nvSpPr>
        <p:spPr>
          <a:xfrm>
            <a:off x="7767828" y="1828800"/>
            <a:ext cx="94183" cy="137160"/>
          </a:xfrm>
          <a:prstGeom prst="rect">
            <a:avLst/>
          </a:prstGeom>
          <a:solidFill>
            <a:srgbClr val="E9EDF3"/>
          </a:solidFill>
          <a:ln>
            <a:noFill/>
          </a:ln>
        </p:spPr>
        <p:txBody>
          <a:bodyPr rtlCol="0" anchor="ctr"/>
          <a:lstStyle/>
          <a:p>
            <a:pPr algn="ctr"/>
          </a:p>
        </p:txBody>
      </p:sp>
      <p:sp>
        <p:nvSpPr>
          <p:cNvPr id="757" name="Rectangle 756"/>
          <p:cNvSpPr/>
          <p:nvPr/>
        </p:nvSpPr>
        <p:spPr>
          <a:xfrm>
            <a:off x="7872983" y="1828800"/>
            <a:ext cx="94183" cy="137160"/>
          </a:xfrm>
          <a:prstGeom prst="rect">
            <a:avLst/>
          </a:prstGeom>
          <a:solidFill>
            <a:srgbClr val="E9EDF3"/>
          </a:solidFill>
          <a:ln>
            <a:noFill/>
          </a:ln>
        </p:spPr>
        <p:txBody>
          <a:bodyPr rtlCol="0" anchor="ctr"/>
          <a:lstStyle/>
          <a:p>
            <a:pPr algn="ctr"/>
          </a:p>
        </p:txBody>
      </p:sp>
      <p:sp>
        <p:nvSpPr>
          <p:cNvPr id="758" name="Rectangle 757"/>
          <p:cNvSpPr/>
          <p:nvPr/>
        </p:nvSpPr>
        <p:spPr>
          <a:xfrm>
            <a:off x="7978140" y="1828800"/>
            <a:ext cx="94183" cy="137160"/>
          </a:xfrm>
          <a:prstGeom prst="rect">
            <a:avLst/>
          </a:prstGeom>
          <a:solidFill>
            <a:srgbClr val="FAD9A0"/>
          </a:solidFill>
          <a:ln>
            <a:noFill/>
          </a:ln>
        </p:spPr>
        <p:txBody>
          <a:bodyPr rtlCol="0" anchor="ctr"/>
          <a:lstStyle/>
          <a:p>
            <a:pPr algn="ctr"/>
          </a:p>
        </p:txBody>
      </p:sp>
      <p:sp>
        <p:nvSpPr>
          <p:cNvPr id="759" name="Rectangle 758"/>
          <p:cNvSpPr/>
          <p:nvPr/>
        </p:nvSpPr>
        <p:spPr>
          <a:xfrm>
            <a:off x="8083296" y="1828800"/>
            <a:ext cx="94183" cy="137160"/>
          </a:xfrm>
          <a:prstGeom prst="rect">
            <a:avLst/>
          </a:prstGeom>
          <a:solidFill>
            <a:srgbClr val="F5A623"/>
          </a:solidFill>
          <a:ln>
            <a:noFill/>
          </a:ln>
        </p:spPr>
        <p:txBody>
          <a:bodyPr rtlCol="0" anchor="ctr"/>
          <a:lstStyle/>
          <a:p>
            <a:pPr algn="ctr"/>
          </a:p>
        </p:txBody>
      </p:sp>
      <p:sp>
        <p:nvSpPr>
          <p:cNvPr id="760" name="Rectangle 759"/>
          <p:cNvSpPr/>
          <p:nvPr/>
        </p:nvSpPr>
        <p:spPr>
          <a:xfrm>
            <a:off x="8188452" y="1828800"/>
            <a:ext cx="94183" cy="137160"/>
          </a:xfrm>
          <a:prstGeom prst="rect">
            <a:avLst/>
          </a:prstGeom>
          <a:solidFill>
            <a:srgbClr val="E9EDF3"/>
          </a:solidFill>
          <a:ln>
            <a:noFill/>
          </a:ln>
        </p:spPr>
        <p:txBody>
          <a:bodyPr rtlCol="0" anchor="ctr"/>
          <a:lstStyle/>
          <a:p>
            <a:pPr algn="ctr"/>
          </a:p>
        </p:txBody>
      </p:sp>
      <p:sp>
        <p:nvSpPr>
          <p:cNvPr id="761" name="TextBox 760"/>
          <p:cNvSpPr txBox="1"/>
          <p:nvPr/>
        </p:nvSpPr>
        <p:spPr>
          <a:xfrm>
            <a:off x="8330183" y="1824228"/>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41</a:t>
            </a:r>
          </a:p>
        </p:txBody>
      </p:sp>
      <p:sp>
        <p:nvSpPr>
          <p:cNvPr id="762" name="TextBox 761"/>
          <p:cNvSpPr txBox="1"/>
          <p:nvPr/>
        </p:nvSpPr>
        <p:spPr>
          <a:xfrm>
            <a:off x="4636008" y="197510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287</a:t>
            </a:r>
          </a:p>
        </p:txBody>
      </p:sp>
      <p:sp>
        <p:nvSpPr>
          <p:cNvPr id="763" name="Rectangle 762"/>
          <p:cNvSpPr/>
          <p:nvPr/>
        </p:nvSpPr>
        <p:spPr>
          <a:xfrm>
            <a:off x="5138928" y="1979676"/>
            <a:ext cx="94183" cy="137160"/>
          </a:xfrm>
          <a:prstGeom prst="rect">
            <a:avLst/>
          </a:prstGeom>
          <a:solidFill>
            <a:srgbClr val="FAD9A0"/>
          </a:solidFill>
          <a:ln>
            <a:noFill/>
          </a:ln>
        </p:spPr>
        <p:txBody>
          <a:bodyPr rtlCol="0" anchor="ctr"/>
          <a:lstStyle/>
          <a:p>
            <a:pPr algn="ctr"/>
          </a:p>
        </p:txBody>
      </p:sp>
      <p:sp>
        <p:nvSpPr>
          <p:cNvPr id="764" name="Rectangle 763"/>
          <p:cNvSpPr/>
          <p:nvPr/>
        </p:nvSpPr>
        <p:spPr>
          <a:xfrm>
            <a:off x="5244084" y="1979676"/>
            <a:ext cx="94183" cy="137160"/>
          </a:xfrm>
          <a:prstGeom prst="rect">
            <a:avLst/>
          </a:prstGeom>
          <a:solidFill>
            <a:srgbClr val="CA6F1E"/>
          </a:solidFill>
          <a:ln>
            <a:noFill/>
          </a:ln>
        </p:spPr>
        <p:txBody>
          <a:bodyPr rtlCol="0" anchor="ctr"/>
          <a:lstStyle/>
          <a:p>
            <a:pPr algn="ctr"/>
          </a:p>
        </p:txBody>
      </p:sp>
      <p:sp>
        <p:nvSpPr>
          <p:cNvPr id="765" name="Rectangle 764"/>
          <p:cNvSpPr/>
          <p:nvPr/>
        </p:nvSpPr>
        <p:spPr>
          <a:xfrm>
            <a:off x="5349240" y="1979676"/>
            <a:ext cx="94183" cy="137160"/>
          </a:xfrm>
          <a:prstGeom prst="rect">
            <a:avLst/>
          </a:prstGeom>
          <a:solidFill>
            <a:srgbClr val="F5A623"/>
          </a:solidFill>
          <a:ln>
            <a:noFill/>
          </a:ln>
        </p:spPr>
        <p:txBody>
          <a:bodyPr rtlCol="0" anchor="ctr"/>
          <a:lstStyle/>
          <a:p>
            <a:pPr algn="ctr"/>
          </a:p>
        </p:txBody>
      </p:sp>
      <p:sp>
        <p:nvSpPr>
          <p:cNvPr id="766" name="Rectangle 765"/>
          <p:cNvSpPr/>
          <p:nvPr/>
        </p:nvSpPr>
        <p:spPr>
          <a:xfrm>
            <a:off x="5454396" y="1979676"/>
            <a:ext cx="94183" cy="137160"/>
          </a:xfrm>
          <a:prstGeom prst="rect">
            <a:avLst/>
          </a:prstGeom>
          <a:solidFill>
            <a:srgbClr val="FAD9A0"/>
          </a:solidFill>
          <a:ln>
            <a:noFill/>
          </a:ln>
        </p:spPr>
        <p:txBody>
          <a:bodyPr rtlCol="0" anchor="ctr"/>
          <a:lstStyle/>
          <a:p>
            <a:pPr algn="ctr"/>
          </a:p>
        </p:txBody>
      </p:sp>
      <p:sp>
        <p:nvSpPr>
          <p:cNvPr id="767" name="Rectangle 766"/>
          <p:cNvSpPr/>
          <p:nvPr/>
        </p:nvSpPr>
        <p:spPr>
          <a:xfrm>
            <a:off x="5559552" y="1979676"/>
            <a:ext cx="94183" cy="137160"/>
          </a:xfrm>
          <a:prstGeom prst="rect">
            <a:avLst/>
          </a:prstGeom>
          <a:solidFill>
            <a:srgbClr val="FAD9A0"/>
          </a:solidFill>
          <a:ln>
            <a:noFill/>
          </a:ln>
        </p:spPr>
        <p:txBody>
          <a:bodyPr rtlCol="0" anchor="ctr"/>
          <a:lstStyle/>
          <a:p>
            <a:pPr algn="ctr"/>
          </a:p>
        </p:txBody>
      </p:sp>
      <p:sp>
        <p:nvSpPr>
          <p:cNvPr id="768" name="Rectangle 767"/>
          <p:cNvSpPr/>
          <p:nvPr/>
        </p:nvSpPr>
        <p:spPr>
          <a:xfrm>
            <a:off x="5664708" y="1979676"/>
            <a:ext cx="94183" cy="137160"/>
          </a:xfrm>
          <a:prstGeom prst="rect">
            <a:avLst/>
          </a:prstGeom>
          <a:solidFill>
            <a:srgbClr val="FAD9A0"/>
          </a:solidFill>
          <a:ln>
            <a:noFill/>
          </a:ln>
        </p:spPr>
        <p:txBody>
          <a:bodyPr rtlCol="0" anchor="ctr"/>
          <a:lstStyle/>
          <a:p>
            <a:pPr algn="ctr"/>
          </a:p>
        </p:txBody>
      </p:sp>
      <p:sp>
        <p:nvSpPr>
          <p:cNvPr id="769" name="Rectangle 768"/>
          <p:cNvSpPr/>
          <p:nvPr/>
        </p:nvSpPr>
        <p:spPr>
          <a:xfrm>
            <a:off x="5769864" y="1979676"/>
            <a:ext cx="94183" cy="137160"/>
          </a:xfrm>
          <a:prstGeom prst="rect">
            <a:avLst/>
          </a:prstGeom>
          <a:solidFill>
            <a:srgbClr val="E9EDF3"/>
          </a:solidFill>
          <a:ln>
            <a:noFill/>
          </a:ln>
        </p:spPr>
        <p:txBody>
          <a:bodyPr rtlCol="0" anchor="ctr"/>
          <a:lstStyle/>
          <a:p>
            <a:pPr algn="ctr"/>
          </a:p>
        </p:txBody>
      </p:sp>
      <p:sp>
        <p:nvSpPr>
          <p:cNvPr id="770" name="Rectangle 769"/>
          <p:cNvSpPr/>
          <p:nvPr/>
        </p:nvSpPr>
        <p:spPr>
          <a:xfrm>
            <a:off x="5875020" y="1979676"/>
            <a:ext cx="94183" cy="137160"/>
          </a:xfrm>
          <a:prstGeom prst="rect">
            <a:avLst/>
          </a:prstGeom>
          <a:solidFill>
            <a:srgbClr val="FAD9A0"/>
          </a:solidFill>
          <a:ln>
            <a:noFill/>
          </a:ln>
        </p:spPr>
        <p:txBody>
          <a:bodyPr rtlCol="0" anchor="ctr"/>
          <a:lstStyle/>
          <a:p>
            <a:pPr algn="ctr"/>
          </a:p>
        </p:txBody>
      </p:sp>
      <p:sp>
        <p:nvSpPr>
          <p:cNvPr id="771" name="Rectangle 770"/>
          <p:cNvSpPr/>
          <p:nvPr/>
        </p:nvSpPr>
        <p:spPr>
          <a:xfrm>
            <a:off x="5980176" y="1979676"/>
            <a:ext cx="94183" cy="137160"/>
          </a:xfrm>
          <a:prstGeom prst="rect">
            <a:avLst/>
          </a:prstGeom>
          <a:solidFill>
            <a:srgbClr val="F5A623"/>
          </a:solidFill>
          <a:ln>
            <a:noFill/>
          </a:ln>
        </p:spPr>
        <p:txBody>
          <a:bodyPr rtlCol="0" anchor="ctr"/>
          <a:lstStyle/>
          <a:p>
            <a:pPr algn="ctr"/>
          </a:p>
        </p:txBody>
      </p:sp>
      <p:sp>
        <p:nvSpPr>
          <p:cNvPr id="772" name="Rectangle 771"/>
          <p:cNvSpPr/>
          <p:nvPr/>
        </p:nvSpPr>
        <p:spPr>
          <a:xfrm>
            <a:off x="6085332" y="1979676"/>
            <a:ext cx="94183" cy="137160"/>
          </a:xfrm>
          <a:prstGeom prst="rect">
            <a:avLst/>
          </a:prstGeom>
          <a:solidFill>
            <a:srgbClr val="FAD9A0"/>
          </a:solidFill>
          <a:ln>
            <a:noFill/>
          </a:ln>
        </p:spPr>
        <p:txBody>
          <a:bodyPr rtlCol="0" anchor="ctr"/>
          <a:lstStyle/>
          <a:p>
            <a:pPr algn="ctr"/>
          </a:p>
        </p:txBody>
      </p:sp>
      <p:sp>
        <p:nvSpPr>
          <p:cNvPr id="773" name="Rectangle 772"/>
          <p:cNvSpPr/>
          <p:nvPr/>
        </p:nvSpPr>
        <p:spPr>
          <a:xfrm>
            <a:off x="6190488" y="1979676"/>
            <a:ext cx="94183" cy="137160"/>
          </a:xfrm>
          <a:prstGeom prst="rect">
            <a:avLst/>
          </a:prstGeom>
          <a:solidFill>
            <a:srgbClr val="E9EDF3"/>
          </a:solidFill>
          <a:ln>
            <a:noFill/>
          </a:ln>
        </p:spPr>
        <p:txBody>
          <a:bodyPr rtlCol="0" anchor="ctr"/>
          <a:lstStyle/>
          <a:p>
            <a:pPr algn="ctr"/>
          </a:p>
        </p:txBody>
      </p:sp>
      <p:sp>
        <p:nvSpPr>
          <p:cNvPr id="774" name="Rectangle 773"/>
          <p:cNvSpPr/>
          <p:nvPr/>
        </p:nvSpPr>
        <p:spPr>
          <a:xfrm>
            <a:off x="6295644" y="1979676"/>
            <a:ext cx="94183" cy="137160"/>
          </a:xfrm>
          <a:prstGeom prst="rect">
            <a:avLst/>
          </a:prstGeom>
          <a:solidFill>
            <a:srgbClr val="E9EDF3"/>
          </a:solidFill>
          <a:ln>
            <a:noFill/>
          </a:ln>
        </p:spPr>
        <p:txBody>
          <a:bodyPr rtlCol="0" anchor="ctr"/>
          <a:lstStyle/>
          <a:p>
            <a:pPr algn="ctr"/>
          </a:p>
        </p:txBody>
      </p:sp>
      <p:sp>
        <p:nvSpPr>
          <p:cNvPr id="775" name="Rectangle 774"/>
          <p:cNvSpPr/>
          <p:nvPr/>
        </p:nvSpPr>
        <p:spPr>
          <a:xfrm>
            <a:off x="6400800" y="1979676"/>
            <a:ext cx="94183" cy="137160"/>
          </a:xfrm>
          <a:prstGeom prst="rect">
            <a:avLst/>
          </a:prstGeom>
          <a:solidFill>
            <a:srgbClr val="E9EDF3"/>
          </a:solidFill>
          <a:ln>
            <a:noFill/>
          </a:ln>
        </p:spPr>
        <p:txBody>
          <a:bodyPr rtlCol="0" anchor="ctr"/>
          <a:lstStyle/>
          <a:p>
            <a:pPr algn="ctr"/>
          </a:p>
        </p:txBody>
      </p:sp>
      <p:sp>
        <p:nvSpPr>
          <p:cNvPr id="776" name="Rectangle 775"/>
          <p:cNvSpPr/>
          <p:nvPr/>
        </p:nvSpPr>
        <p:spPr>
          <a:xfrm>
            <a:off x="6505956" y="1979676"/>
            <a:ext cx="94183" cy="137160"/>
          </a:xfrm>
          <a:prstGeom prst="rect">
            <a:avLst/>
          </a:prstGeom>
          <a:solidFill>
            <a:srgbClr val="E9EDF3"/>
          </a:solidFill>
          <a:ln>
            <a:noFill/>
          </a:ln>
        </p:spPr>
        <p:txBody>
          <a:bodyPr rtlCol="0" anchor="ctr"/>
          <a:lstStyle/>
          <a:p>
            <a:pPr algn="ctr"/>
          </a:p>
        </p:txBody>
      </p:sp>
      <p:sp>
        <p:nvSpPr>
          <p:cNvPr id="777" name="Rectangle 776"/>
          <p:cNvSpPr/>
          <p:nvPr/>
        </p:nvSpPr>
        <p:spPr>
          <a:xfrm>
            <a:off x="6611112" y="1979676"/>
            <a:ext cx="94183" cy="137160"/>
          </a:xfrm>
          <a:prstGeom prst="rect">
            <a:avLst/>
          </a:prstGeom>
          <a:solidFill>
            <a:srgbClr val="CA6F1E"/>
          </a:solidFill>
          <a:ln>
            <a:noFill/>
          </a:ln>
        </p:spPr>
        <p:txBody>
          <a:bodyPr rtlCol="0" anchor="ctr"/>
          <a:lstStyle/>
          <a:p>
            <a:pPr algn="ctr"/>
          </a:p>
        </p:txBody>
      </p:sp>
      <p:sp>
        <p:nvSpPr>
          <p:cNvPr id="778" name="Rectangle 777"/>
          <p:cNvSpPr/>
          <p:nvPr/>
        </p:nvSpPr>
        <p:spPr>
          <a:xfrm>
            <a:off x="6716268" y="1979676"/>
            <a:ext cx="94183" cy="137160"/>
          </a:xfrm>
          <a:prstGeom prst="rect">
            <a:avLst/>
          </a:prstGeom>
          <a:solidFill>
            <a:srgbClr val="F5A623"/>
          </a:solidFill>
          <a:ln>
            <a:noFill/>
          </a:ln>
        </p:spPr>
        <p:txBody>
          <a:bodyPr rtlCol="0" anchor="ctr"/>
          <a:lstStyle/>
          <a:p>
            <a:pPr algn="ctr"/>
          </a:p>
        </p:txBody>
      </p:sp>
      <p:sp>
        <p:nvSpPr>
          <p:cNvPr id="779" name="Rectangle 778"/>
          <p:cNvSpPr/>
          <p:nvPr/>
        </p:nvSpPr>
        <p:spPr>
          <a:xfrm>
            <a:off x="6821424" y="1979676"/>
            <a:ext cx="94183" cy="137160"/>
          </a:xfrm>
          <a:prstGeom prst="rect">
            <a:avLst/>
          </a:prstGeom>
          <a:solidFill>
            <a:srgbClr val="FAD9A0"/>
          </a:solidFill>
          <a:ln>
            <a:noFill/>
          </a:ln>
        </p:spPr>
        <p:txBody>
          <a:bodyPr rtlCol="0" anchor="ctr"/>
          <a:lstStyle/>
          <a:p>
            <a:pPr algn="ctr"/>
          </a:p>
        </p:txBody>
      </p:sp>
      <p:sp>
        <p:nvSpPr>
          <p:cNvPr id="780" name="Rectangle 779"/>
          <p:cNvSpPr/>
          <p:nvPr/>
        </p:nvSpPr>
        <p:spPr>
          <a:xfrm>
            <a:off x="6926580" y="1979676"/>
            <a:ext cx="94183" cy="137160"/>
          </a:xfrm>
          <a:prstGeom prst="rect">
            <a:avLst/>
          </a:prstGeom>
          <a:solidFill>
            <a:srgbClr val="E9EDF3"/>
          </a:solidFill>
          <a:ln>
            <a:noFill/>
          </a:ln>
        </p:spPr>
        <p:txBody>
          <a:bodyPr rtlCol="0" anchor="ctr"/>
          <a:lstStyle/>
          <a:p>
            <a:pPr algn="ctr"/>
          </a:p>
        </p:txBody>
      </p:sp>
      <p:sp>
        <p:nvSpPr>
          <p:cNvPr id="781" name="Rectangle 780"/>
          <p:cNvSpPr/>
          <p:nvPr/>
        </p:nvSpPr>
        <p:spPr>
          <a:xfrm>
            <a:off x="7031736" y="1979676"/>
            <a:ext cx="94183" cy="137160"/>
          </a:xfrm>
          <a:prstGeom prst="rect">
            <a:avLst/>
          </a:prstGeom>
          <a:solidFill>
            <a:srgbClr val="E9EDF3"/>
          </a:solidFill>
          <a:ln>
            <a:noFill/>
          </a:ln>
        </p:spPr>
        <p:txBody>
          <a:bodyPr rtlCol="0" anchor="ctr"/>
          <a:lstStyle/>
          <a:p>
            <a:pPr algn="ctr"/>
          </a:p>
        </p:txBody>
      </p:sp>
      <p:sp>
        <p:nvSpPr>
          <p:cNvPr id="782" name="Rectangle 781"/>
          <p:cNvSpPr/>
          <p:nvPr/>
        </p:nvSpPr>
        <p:spPr>
          <a:xfrm>
            <a:off x="7136892" y="1979676"/>
            <a:ext cx="94183" cy="137160"/>
          </a:xfrm>
          <a:prstGeom prst="rect">
            <a:avLst/>
          </a:prstGeom>
          <a:solidFill>
            <a:srgbClr val="E9EDF3"/>
          </a:solidFill>
          <a:ln>
            <a:noFill/>
          </a:ln>
        </p:spPr>
        <p:txBody>
          <a:bodyPr rtlCol="0" anchor="ctr"/>
          <a:lstStyle/>
          <a:p>
            <a:pPr algn="ctr"/>
          </a:p>
        </p:txBody>
      </p:sp>
      <p:sp>
        <p:nvSpPr>
          <p:cNvPr id="783" name="Rectangle 782"/>
          <p:cNvSpPr/>
          <p:nvPr/>
        </p:nvSpPr>
        <p:spPr>
          <a:xfrm>
            <a:off x="7242048" y="1979676"/>
            <a:ext cx="94183" cy="137160"/>
          </a:xfrm>
          <a:prstGeom prst="rect">
            <a:avLst/>
          </a:prstGeom>
          <a:solidFill>
            <a:srgbClr val="E9EDF3"/>
          </a:solidFill>
          <a:ln>
            <a:noFill/>
          </a:ln>
        </p:spPr>
        <p:txBody>
          <a:bodyPr rtlCol="0" anchor="ctr"/>
          <a:lstStyle/>
          <a:p>
            <a:pPr algn="ctr"/>
          </a:p>
        </p:txBody>
      </p:sp>
      <p:sp>
        <p:nvSpPr>
          <p:cNvPr id="784" name="Rectangle 783"/>
          <p:cNvSpPr/>
          <p:nvPr/>
        </p:nvSpPr>
        <p:spPr>
          <a:xfrm>
            <a:off x="7347204" y="1979676"/>
            <a:ext cx="94183" cy="137160"/>
          </a:xfrm>
          <a:prstGeom prst="rect">
            <a:avLst/>
          </a:prstGeom>
          <a:solidFill>
            <a:srgbClr val="E9EDF3"/>
          </a:solidFill>
          <a:ln>
            <a:noFill/>
          </a:ln>
        </p:spPr>
        <p:txBody>
          <a:bodyPr rtlCol="0" anchor="ctr"/>
          <a:lstStyle/>
          <a:p>
            <a:pPr algn="ctr"/>
          </a:p>
        </p:txBody>
      </p:sp>
      <p:sp>
        <p:nvSpPr>
          <p:cNvPr id="785" name="Rectangle 784"/>
          <p:cNvSpPr/>
          <p:nvPr/>
        </p:nvSpPr>
        <p:spPr>
          <a:xfrm>
            <a:off x="7452360" y="1979676"/>
            <a:ext cx="94183" cy="137160"/>
          </a:xfrm>
          <a:prstGeom prst="rect">
            <a:avLst/>
          </a:prstGeom>
          <a:solidFill>
            <a:srgbClr val="E9EDF3"/>
          </a:solidFill>
          <a:ln>
            <a:noFill/>
          </a:ln>
        </p:spPr>
        <p:txBody>
          <a:bodyPr rtlCol="0" anchor="ctr"/>
          <a:lstStyle/>
          <a:p>
            <a:pPr algn="ctr"/>
          </a:p>
        </p:txBody>
      </p:sp>
      <p:sp>
        <p:nvSpPr>
          <p:cNvPr id="786" name="Rectangle 785"/>
          <p:cNvSpPr/>
          <p:nvPr/>
        </p:nvSpPr>
        <p:spPr>
          <a:xfrm>
            <a:off x="7557516" y="1979676"/>
            <a:ext cx="94183" cy="137160"/>
          </a:xfrm>
          <a:prstGeom prst="rect">
            <a:avLst/>
          </a:prstGeom>
          <a:solidFill>
            <a:srgbClr val="E9EDF3"/>
          </a:solidFill>
          <a:ln>
            <a:noFill/>
          </a:ln>
        </p:spPr>
        <p:txBody>
          <a:bodyPr rtlCol="0" anchor="ctr"/>
          <a:lstStyle/>
          <a:p>
            <a:pPr algn="ctr"/>
          </a:p>
        </p:txBody>
      </p:sp>
      <p:sp>
        <p:nvSpPr>
          <p:cNvPr id="787" name="Rectangle 786"/>
          <p:cNvSpPr/>
          <p:nvPr/>
        </p:nvSpPr>
        <p:spPr>
          <a:xfrm>
            <a:off x="7662672" y="1979676"/>
            <a:ext cx="94183" cy="137160"/>
          </a:xfrm>
          <a:prstGeom prst="rect">
            <a:avLst/>
          </a:prstGeom>
          <a:solidFill>
            <a:srgbClr val="E9EDF3"/>
          </a:solidFill>
          <a:ln>
            <a:noFill/>
          </a:ln>
        </p:spPr>
        <p:txBody>
          <a:bodyPr rtlCol="0" anchor="ctr"/>
          <a:lstStyle/>
          <a:p>
            <a:pPr algn="ctr"/>
          </a:p>
        </p:txBody>
      </p:sp>
      <p:sp>
        <p:nvSpPr>
          <p:cNvPr id="788" name="Rectangle 787"/>
          <p:cNvSpPr/>
          <p:nvPr/>
        </p:nvSpPr>
        <p:spPr>
          <a:xfrm>
            <a:off x="7767828" y="1979676"/>
            <a:ext cx="94183" cy="137160"/>
          </a:xfrm>
          <a:prstGeom prst="rect">
            <a:avLst/>
          </a:prstGeom>
          <a:solidFill>
            <a:srgbClr val="E9EDF3"/>
          </a:solidFill>
          <a:ln>
            <a:noFill/>
          </a:ln>
        </p:spPr>
        <p:txBody>
          <a:bodyPr rtlCol="0" anchor="ctr"/>
          <a:lstStyle/>
          <a:p>
            <a:pPr algn="ctr"/>
          </a:p>
        </p:txBody>
      </p:sp>
      <p:sp>
        <p:nvSpPr>
          <p:cNvPr id="789" name="Rectangle 788"/>
          <p:cNvSpPr/>
          <p:nvPr/>
        </p:nvSpPr>
        <p:spPr>
          <a:xfrm>
            <a:off x="7872983" y="1979676"/>
            <a:ext cx="94183" cy="137160"/>
          </a:xfrm>
          <a:prstGeom prst="rect">
            <a:avLst/>
          </a:prstGeom>
          <a:solidFill>
            <a:srgbClr val="E9EDF3"/>
          </a:solidFill>
          <a:ln>
            <a:noFill/>
          </a:ln>
        </p:spPr>
        <p:txBody>
          <a:bodyPr rtlCol="0" anchor="ctr"/>
          <a:lstStyle/>
          <a:p>
            <a:pPr algn="ctr"/>
          </a:p>
        </p:txBody>
      </p:sp>
      <p:sp>
        <p:nvSpPr>
          <p:cNvPr id="790" name="Rectangle 789"/>
          <p:cNvSpPr/>
          <p:nvPr/>
        </p:nvSpPr>
        <p:spPr>
          <a:xfrm>
            <a:off x="7978140" y="1979676"/>
            <a:ext cx="94183" cy="137160"/>
          </a:xfrm>
          <a:prstGeom prst="rect">
            <a:avLst/>
          </a:prstGeom>
          <a:solidFill>
            <a:srgbClr val="E9EDF3"/>
          </a:solidFill>
          <a:ln>
            <a:noFill/>
          </a:ln>
        </p:spPr>
        <p:txBody>
          <a:bodyPr rtlCol="0" anchor="ctr"/>
          <a:lstStyle/>
          <a:p>
            <a:pPr algn="ctr"/>
          </a:p>
        </p:txBody>
      </p:sp>
      <p:sp>
        <p:nvSpPr>
          <p:cNvPr id="791" name="Rectangle 790"/>
          <p:cNvSpPr/>
          <p:nvPr/>
        </p:nvSpPr>
        <p:spPr>
          <a:xfrm>
            <a:off x="8083296" y="1979676"/>
            <a:ext cx="94183" cy="137160"/>
          </a:xfrm>
          <a:prstGeom prst="rect">
            <a:avLst/>
          </a:prstGeom>
          <a:solidFill>
            <a:srgbClr val="FAD9A0"/>
          </a:solidFill>
          <a:ln>
            <a:noFill/>
          </a:ln>
        </p:spPr>
        <p:txBody>
          <a:bodyPr rtlCol="0" anchor="ctr"/>
          <a:lstStyle/>
          <a:p>
            <a:pPr algn="ctr"/>
          </a:p>
        </p:txBody>
      </p:sp>
      <p:sp>
        <p:nvSpPr>
          <p:cNvPr id="792" name="Rectangle 791"/>
          <p:cNvSpPr/>
          <p:nvPr/>
        </p:nvSpPr>
        <p:spPr>
          <a:xfrm>
            <a:off x="8188452" y="1979676"/>
            <a:ext cx="94183" cy="137160"/>
          </a:xfrm>
          <a:prstGeom prst="rect">
            <a:avLst/>
          </a:prstGeom>
          <a:solidFill>
            <a:srgbClr val="E9EDF3"/>
          </a:solidFill>
          <a:ln>
            <a:noFill/>
          </a:ln>
        </p:spPr>
        <p:txBody>
          <a:bodyPr rtlCol="0" anchor="ctr"/>
          <a:lstStyle/>
          <a:p>
            <a:pPr algn="ctr"/>
          </a:p>
        </p:txBody>
      </p:sp>
      <p:sp>
        <p:nvSpPr>
          <p:cNvPr id="793" name="TextBox 792"/>
          <p:cNvSpPr txBox="1"/>
          <p:nvPr/>
        </p:nvSpPr>
        <p:spPr>
          <a:xfrm>
            <a:off x="8330183" y="1975104"/>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41</a:t>
            </a:r>
          </a:p>
        </p:txBody>
      </p:sp>
      <p:sp>
        <p:nvSpPr>
          <p:cNvPr id="794" name="TextBox 793"/>
          <p:cNvSpPr txBox="1"/>
          <p:nvPr/>
        </p:nvSpPr>
        <p:spPr>
          <a:xfrm>
            <a:off x="4636008" y="212598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35</a:t>
            </a:r>
          </a:p>
        </p:txBody>
      </p:sp>
      <p:sp>
        <p:nvSpPr>
          <p:cNvPr id="795" name="Rectangle 794"/>
          <p:cNvSpPr/>
          <p:nvPr/>
        </p:nvSpPr>
        <p:spPr>
          <a:xfrm>
            <a:off x="5138928" y="2130552"/>
            <a:ext cx="94183" cy="137160"/>
          </a:xfrm>
          <a:prstGeom prst="rect">
            <a:avLst/>
          </a:prstGeom>
          <a:solidFill>
            <a:srgbClr val="E9EDF3"/>
          </a:solidFill>
          <a:ln>
            <a:noFill/>
          </a:ln>
        </p:spPr>
        <p:txBody>
          <a:bodyPr rtlCol="0" anchor="ctr"/>
          <a:lstStyle/>
          <a:p>
            <a:pPr algn="ctr"/>
          </a:p>
        </p:txBody>
      </p:sp>
      <p:sp>
        <p:nvSpPr>
          <p:cNvPr id="796" name="Rectangle 795"/>
          <p:cNvSpPr/>
          <p:nvPr/>
        </p:nvSpPr>
        <p:spPr>
          <a:xfrm>
            <a:off x="5244084" y="2130552"/>
            <a:ext cx="94183" cy="137160"/>
          </a:xfrm>
          <a:prstGeom prst="rect">
            <a:avLst/>
          </a:prstGeom>
          <a:solidFill>
            <a:srgbClr val="FAD9A0"/>
          </a:solidFill>
          <a:ln>
            <a:noFill/>
          </a:ln>
        </p:spPr>
        <p:txBody>
          <a:bodyPr rtlCol="0" anchor="ctr"/>
          <a:lstStyle/>
          <a:p>
            <a:pPr algn="ctr"/>
          </a:p>
        </p:txBody>
      </p:sp>
      <p:sp>
        <p:nvSpPr>
          <p:cNvPr id="797" name="Rectangle 796"/>
          <p:cNvSpPr/>
          <p:nvPr/>
        </p:nvSpPr>
        <p:spPr>
          <a:xfrm>
            <a:off x="5349240" y="2130552"/>
            <a:ext cx="94183" cy="137160"/>
          </a:xfrm>
          <a:prstGeom prst="rect">
            <a:avLst/>
          </a:prstGeom>
          <a:solidFill>
            <a:srgbClr val="E9EDF3"/>
          </a:solidFill>
          <a:ln>
            <a:noFill/>
          </a:ln>
        </p:spPr>
        <p:txBody>
          <a:bodyPr rtlCol="0" anchor="ctr"/>
          <a:lstStyle/>
          <a:p>
            <a:pPr algn="ctr"/>
          </a:p>
        </p:txBody>
      </p:sp>
      <p:sp>
        <p:nvSpPr>
          <p:cNvPr id="798" name="Rectangle 797"/>
          <p:cNvSpPr/>
          <p:nvPr/>
        </p:nvSpPr>
        <p:spPr>
          <a:xfrm>
            <a:off x="5454396" y="2130552"/>
            <a:ext cx="94183" cy="137160"/>
          </a:xfrm>
          <a:prstGeom prst="rect">
            <a:avLst/>
          </a:prstGeom>
          <a:solidFill>
            <a:srgbClr val="FAD9A0"/>
          </a:solidFill>
          <a:ln>
            <a:noFill/>
          </a:ln>
        </p:spPr>
        <p:txBody>
          <a:bodyPr rtlCol="0" anchor="ctr"/>
          <a:lstStyle/>
          <a:p>
            <a:pPr algn="ctr"/>
          </a:p>
        </p:txBody>
      </p:sp>
      <p:sp>
        <p:nvSpPr>
          <p:cNvPr id="799" name="Rectangle 798"/>
          <p:cNvSpPr/>
          <p:nvPr/>
        </p:nvSpPr>
        <p:spPr>
          <a:xfrm>
            <a:off x="5559552" y="2130552"/>
            <a:ext cx="94183" cy="137160"/>
          </a:xfrm>
          <a:prstGeom prst="rect">
            <a:avLst/>
          </a:prstGeom>
          <a:solidFill>
            <a:srgbClr val="F5A623"/>
          </a:solidFill>
          <a:ln>
            <a:noFill/>
          </a:ln>
        </p:spPr>
        <p:txBody>
          <a:bodyPr rtlCol="0" anchor="ctr"/>
          <a:lstStyle/>
          <a:p>
            <a:pPr algn="ctr"/>
          </a:p>
        </p:txBody>
      </p:sp>
      <p:sp>
        <p:nvSpPr>
          <p:cNvPr id="800" name="Rectangle 799"/>
          <p:cNvSpPr/>
          <p:nvPr/>
        </p:nvSpPr>
        <p:spPr>
          <a:xfrm>
            <a:off x="5664708" y="2130552"/>
            <a:ext cx="94183" cy="137160"/>
          </a:xfrm>
          <a:prstGeom prst="rect">
            <a:avLst/>
          </a:prstGeom>
          <a:solidFill>
            <a:srgbClr val="FAD9A0"/>
          </a:solidFill>
          <a:ln>
            <a:noFill/>
          </a:ln>
        </p:spPr>
        <p:txBody>
          <a:bodyPr rtlCol="0" anchor="ctr"/>
          <a:lstStyle/>
          <a:p>
            <a:pPr algn="ctr"/>
          </a:p>
        </p:txBody>
      </p:sp>
      <p:sp>
        <p:nvSpPr>
          <p:cNvPr id="801" name="Rectangle 800"/>
          <p:cNvSpPr/>
          <p:nvPr/>
        </p:nvSpPr>
        <p:spPr>
          <a:xfrm>
            <a:off x="5769864" y="2130552"/>
            <a:ext cx="94183" cy="137160"/>
          </a:xfrm>
          <a:prstGeom prst="rect">
            <a:avLst/>
          </a:prstGeom>
          <a:solidFill>
            <a:srgbClr val="E9EDF3"/>
          </a:solidFill>
          <a:ln>
            <a:noFill/>
          </a:ln>
        </p:spPr>
        <p:txBody>
          <a:bodyPr rtlCol="0" anchor="ctr"/>
          <a:lstStyle/>
          <a:p>
            <a:pPr algn="ctr"/>
          </a:p>
        </p:txBody>
      </p:sp>
      <p:sp>
        <p:nvSpPr>
          <p:cNvPr id="802" name="Rectangle 801"/>
          <p:cNvSpPr/>
          <p:nvPr/>
        </p:nvSpPr>
        <p:spPr>
          <a:xfrm>
            <a:off x="5875020" y="2130552"/>
            <a:ext cx="94183" cy="137160"/>
          </a:xfrm>
          <a:prstGeom prst="rect">
            <a:avLst/>
          </a:prstGeom>
          <a:solidFill>
            <a:srgbClr val="F5A623"/>
          </a:solidFill>
          <a:ln>
            <a:noFill/>
          </a:ln>
        </p:spPr>
        <p:txBody>
          <a:bodyPr rtlCol="0" anchor="ctr"/>
          <a:lstStyle/>
          <a:p>
            <a:pPr algn="ctr"/>
          </a:p>
        </p:txBody>
      </p:sp>
      <p:sp>
        <p:nvSpPr>
          <p:cNvPr id="803" name="Rectangle 802"/>
          <p:cNvSpPr/>
          <p:nvPr/>
        </p:nvSpPr>
        <p:spPr>
          <a:xfrm>
            <a:off x="5980176" y="2130552"/>
            <a:ext cx="94183" cy="137160"/>
          </a:xfrm>
          <a:prstGeom prst="rect">
            <a:avLst/>
          </a:prstGeom>
          <a:solidFill>
            <a:srgbClr val="F5A623"/>
          </a:solidFill>
          <a:ln>
            <a:noFill/>
          </a:ln>
        </p:spPr>
        <p:txBody>
          <a:bodyPr rtlCol="0" anchor="ctr"/>
          <a:lstStyle/>
          <a:p>
            <a:pPr algn="ctr"/>
          </a:p>
        </p:txBody>
      </p:sp>
      <p:sp>
        <p:nvSpPr>
          <p:cNvPr id="804" name="Rectangle 803"/>
          <p:cNvSpPr/>
          <p:nvPr/>
        </p:nvSpPr>
        <p:spPr>
          <a:xfrm>
            <a:off x="6085332" y="2130552"/>
            <a:ext cx="94183" cy="137160"/>
          </a:xfrm>
          <a:prstGeom prst="rect">
            <a:avLst/>
          </a:prstGeom>
          <a:solidFill>
            <a:srgbClr val="FAD9A0"/>
          </a:solidFill>
          <a:ln>
            <a:noFill/>
          </a:ln>
        </p:spPr>
        <p:txBody>
          <a:bodyPr rtlCol="0" anchor="ctr"/>
          <a:lstStyle/>
          <a:p>
            <a:pPr algn="ctr"/>
          </a:p>
        </p:txBody>
      </p:sp>
      <p:sp>
        <p:nvSpPr>
          <p:cNvPr id="805" name="Rectangle 804"/>
          <p:cNvSpPr/>
          <p:nvPr/>
        </p:nvSpPr>
        <p:spPr>
          <a:xfrm>
            <a:off x="6190488" y="2130552"/>
            <a:ext cx="94183" cy="137160"/>
          </a:xfrm>
          <a:prstGeom prst="rect">
            <a:avLst/>
          </a:prstGeom>
          <a:solidFill>
            <a:srgbClr val="E9EDF3"/>
          </a:solidFill>
          <a:ln>
            <a:noFill/>
          </a:ln>
        </p:spPr>
        <p:txBody>
          <a:bodyPr rtlCol="0" anchor="ctr"/>
          <a:lstStyle/>
          <a:p>
            <a:pPr algn="ctr"/>
          </a:p>
        </p:txBody>
      </p:sp>
      <p:sp>
        <p:nvSpPr>
          <p:cNvPr id="806" name="Rectangle 805"/>
          <p:cNvSpPr/>
          <p:nvPr/>
        </p:nvSpPr>
        <p:spPr>
          <a:xfrm>
            <a:off x="6295644" y="2130552"/>
            <a:ext cx="94183" cy="137160"/>
          </a:xfrm>
          <a:prstGeom prst="rect">
            <a:avLst/>
          </a:prstGeom>
          <a:solidFill>
            <a:srgbClr val="FAD9A0"/>
          </a:solidFill>
          <a:ln>
            <a:noFill/>
          </a:ln>
        </p:spPr>
        <p:txBody>
          <a:bodyPr rtlCol="0" anchor="ctr"/>
          <a:lstStyle/>
          <a:p>
            <a:pPr algn="ctr"/>
          </a:p>
        </p:txBody>
      </p:sp>
      <p:sp>
        <p:nvSpPr>
          <p:cNvPr id="807" name="Rectangle 806"/>
          <p:cNvSpPr/>
          <p:nvPr/>
        </p:nvSpPr>
        <p:spPr>
          <a:xfrm>
            <a:off x="6400800" y="2130552"/>
            <a:ext cx="94183" cy="137160"/>
          </a:xfrm>
          <a:prstGeom prst="rect">
            <a:avLst/>
          </a:prstGeom>
          <a:solidFill>
            <a:srgbClr val="E9EDF3"/>
          </a:solidFill>
          <a:ln>
            <a:noFill/>
          </a:ln>
        </p:spPr>
        <p:txBody>
          <a:bodyPr rtlCol="0" anchor="ctr"/>
          <a:lstStyle/>
          <a:p>
            <a:pPr algn="ctr"/>
          </a:p>
        </p:txBody>
      </p:sp>
      <p:sp>
        <p:nvSpPr>
          <p:cNvPr id="808" name="Rectangle 807"/>
          <p:cNvSpPr/>
          <p:nvPr/>
        </p:nvSpPr>
        <p:spPr>
          <a:xfrm>
            <a:off x="6505956" y="2130552"/>
            <a:ext cx="94183" cy="137160"/>
          </a:xfrm>
          <a:prstGeom prst="rect">
            <a:avLst/>
          </a:prstGeom>
          <a:solidFill>
            <a:srgbClr val="E9EDF3"/>
          </a:solidFill>
          <a:ln>
            <a:noFill/>
          </a:ln>
        </p:spPr>
        <p:txBody>
          <a:bodyPr rtlCol="0" anchor="ctr"/>
          <a:lstStyle/>
          <a:p>
            <a:pPr algn="ctr"/>
          </a:p>
        </p:txBody>
      </p:sp>
      <p:sp>
        <p:nvSpPr>
          <p:cNvPr id="809" name="Rectangle 808"/>
          <p:cNvSpPr/>
          <p:nvPr/>
        </p:nvSpPr>
        <p:spPr>
          <a:xfrm>
            <a:off x="6611112" y="2130552"/>
            <a:ext cx="94183" cy="137160"/>
          </a:xfrm>
          <a:prstGeom prst="rect">
            <a:avLst/>
          </a:prstGeom>
          <a:solidFill>
            <a:srgbClr val="FAD9A0"/>
          </a:solidFill>
          <a:ln>
            <a:noFill/>
          </a:ln>
        </p:spPr>
        <p:txBody>
          <a:bodyPr rtlCol="0" anchor="ctr"/>
          <a:lstStyle/>
          <a:p>
            <a:pPr algn="ctr"/>
          </a:p>
        </p:txBody>
      </p:sp>
      <p:sp>
        <p:nvSpPr>
          <p:cNvPr id="810" name="Rectangle 809"/>
          <p:cNvSpPr/>
          <p:nvPr/>
        </p:nvSpPr>
        <p:spPr>
          <a:xfrm>
            <a:off x="6716268" y="2130552"/>
            <a:ext cx="94183" cy="137160"/>
          </a:xfrm>
          <a:prstGeom prst="rect">
            <a:avLst/>
          </a:prstGeom>
          <a:solidFill>
            <a:srgbClr val="E9EDF3"/>
          </a:solidFill>
          <a:ln>
            <a:noFill/>
          </a:ln>
        </p:spPr>
        <p:txBody>
          <a:bodyPr rtlCol="0" anchor="ctr"/>
          <a:lstStyle/>
          <a:p>
            <a:pPr algn="ctr"/>
          </a:p>
        </p:txBody>
      </p:sp>
      <p:sp>
        <p:nvSpPr>
          <p:cNvPr id="811" name="Rectangle 810"/>
          <p:cNvSpPr/>
          <p:nvPr/>
        </p:nvSpPr>
        <p:spPr>
          <a:xfrm>
            <a:off x="6821424" y="2130552"/>
            <a:ext cx="94183" cy="137160"/>
          </a:xfrm>
          <a:prstGeom prst="rect">
            <a:avLst/>
          </a:prstGeom>
          <a:solidFill>
            <a:srgbClr val="F5A623"/>
          </a:solidFill>
          <a:ln>
            <a:noFill/>
          </a:ln>
        </p:spPr>
        <p:txBody>
          <a:bodyPr rtlCol="0" anchor="ctr"/>
          <a:lstStyle/>
          <a:p>
            <a:pPr algn="ctr"/>
          </a:p>
        </p:txBody>
      </p:sp>
      <p:sp>
        <p:nvSpPr>
          <p:cNvPr id="812" name="Rectangle 811"/>
          <p:cNvSpPr/>
          <p:nvPr/>
        </p:nvSpPr>
        <p:spPr>
          <a:xfrm>
            <a:off x="6926580" y="2130552"/>
            <a:ext cx="94183" cy="137160"/>
          </a:xfrm>
          <a:prstGeom prst="rect">
            <a:avLst/>
          </a:prstGeom>
          <a:solidFill>
            <a:srgbClr val="F5A623"/>
          </a:solidFill>
          <a:ln>
            <a:noFill/>
          </a:ln>
        </p:spPr>
        <p:txBody>
          <a:bodyPr rtlCol="0" anchor="ctr"/>
          <a:lstStyle/>
          <a:p>
            <a:pPr algn="ctr"/>
          </a:p>
        </p:txBody>
      </p:sp>
      <p:sp>
        <p:nvSpPr>
          <p:cNvPr id="813" name="Rectangle 812"/>
          <p:cNvSpPr/>
          <p:nvPr/>
        </p:nvSpPr>
        <p:spPr>
          <a:xfrm>
            <a:off x="7031736" y="2130552"/>
            <a:ext cx="94183" cy="137160"/>
          </a:xfrm>
          <a:prstGeom prst="rect">
            <a:avLst/>
          </a:prstGeom>
          <a:solidFill>
            <a:srgbClr val="FAD9A0"/>
          </a:solidFill>
          <a:ln>
            <a:noFill/>
          </a:ln>
        </p:spPr>
        <p:txBody>
          <a:bodyPr rtlCol="0" anchor="ctr"/>
          <a:lstStyle/>
          <a:p>
            <a:pPr algn="ctr"/>
          </a:p>
        </p:txBody>
      </p:sp>
      <p:sp>
        <p:nvSpPr>
          <p:cNvPr id="814" name="Rectangle 813"/>
          <p:cNvSpPr/>
          <p:nvPr/>
        </p:nvSpPr>
        <p:spPr>
          <a:xfrm>
            <a:off x="7136892" y="2130552"/>
            <a:ext cx="94183" cy="137160"/>
          </a:xfrm>
          <a:prstGeom prst="rect">
            <a:avLst/>
          </a:prstGeom>
          <a:solidFill>
            <a:srgbClr val="E9EDF3"/>
          </a:solidFill>
          <a:ln>
            <a:noFill/>
          </a:ln>
        </p:spPr>
        <p:txBody>
          <a:bodyPr rtlCol="0" anchor="ctr"/>
          <a:lstStyle/>
          <a:p>
            <a:pPr algn="ctr"/>
          </a:p>
        </p:txBody>
      </p:sp>
      <p:sp>
        <p:nvSpPr>
          <p:cNvPr id="815" name="Rectangle 814"/>
          <p:cNvSpPr/>
          <p:nvPr/>
        </p:nvSpPr>
        <p:spPr>
          <a:xfrm>
            <a:off x="7242048" y="2130552"/>
            <a:ext cx="94183" cy="137160"/>
          </a:xfrm>
          <a:prstGeom prst="rect">
            <a:avLst/>
          </a:prstGeom>
          <a:solidFill>
            <a:srgbClr val="FAD9A0"/>
          </a:solidFill>
          <a:ln>
            <a:noFill/>
          </a:ln>
        </p:spPr>
        <p:txBody>
          <a:bodyPr rtlCol="0" anchor="ctr"/>
          <a:lstStyle/>
          <a:p>
            <a:pPr algn="ctr"/>
          </a:p>
        </p:txBody>
      </p:sp>
      <p:sp>
        <p:nvSpPr>
          <p:cNvPr id="816" name="Rectangle 815"/>
          <p:cNvSpPr/>
          <p:nvPr/>
        </p:nvSpPr>
        <p:spPr>
          <a:xfrm>
            <a:off x="7347204" y="2130552"/>
            <a:ext cx="94183" cy="137160"/>
          </a:xfrm>
          <a:prstGeom prst="rect">
            <a:avLst/>
          </a:prstGeom>
          <a:solidFill>
            <a:srgbClr val="E9EDF3"/>
          </a:solidFill>
          <a:ln>
            <a:noFill/>
          </a:ln>
        </p:spPr>
        <p:txBody>
          <a:bodyPr rtlCol="0" anchor="ctr"/>
          <a:lstStyle/>
          <a:p>
            <a:pPr algn="ctr"/>
          </a:p>
        </p:txBody>
      </p:sp>
      <p:sp>
        <p:nvSpPr>
          <p:cNvPr id="817" name="Rectangle 816"/>
          <p:cNvSpPr/>
          <p:nvPr/>
        </p:nvSpPr>
        <p:spPr>
          <a:xfrm>
            <a:off x="7452360" y="2130552"/>
            <a:ext cx="94183" cy="137160"/>
          </a:xfrm>
          <a:prstGeom prst="rect">
            <a:avLst/>
          </a:prstGeom>
          <a:solidFill>
            <a:srgbClr val="FAD9A0"/>
          </a:solidFill>
          <a:ln>
            <a:noFill/>
          </a:ln>
        </p:spPr>
        <p:txBody>
          <a:bodyPr rtlCol="0" anchor="ctr"/>
          <a:lstStyle/>
          <a:p>
            <a:pPr algn="ctr"/>
          </a:p>
        </p:txBody>
      </p:sp>
      <p:sp>
        <p:nvSpPr>
          <p:cNvPr id="818" name="Rectangle 817"/>
          <p:cNvSpPr/>
          <p:nvPr/>
        </p:nvSpPr>
        <p:spPr>
          <a:xfrm>
            <a:off x="7557516" y="2130552"/>
            <a:ext cx="94183" cy="137160"/>
          </a:xfrm>
          <a:prstGeom prst="rect">
            <a:avLst/>
          </a:prstGeom>
          <a:solidFill>
            <a:srgbClr val="E9EDF3"/>
          </a:solidFill>
          <a:ln>
            <a:noFill/>
          </a:ln>
        </p:spPr>
        <p:txBody>
          <a:bodyPr rtlCol="0" anchor="ctr"/>
          <a:lstStyle/>
          <a:p>
            <a:pPr algn="ctr"/>
          </a:p>
        </p:txBody>
      </p:sp>
      <p:sp>
        <p:nvSpPr>
          <p:cNvPr id="819" name="Rectangle 818"/>
          <p:cNvSpPr/>
          <p:nvPr/>
        </p:nvSpPr>
        <p:spPr>
          <a:xfrm>
            <a:off x="7662672" y="2130552"/>
            <a:ext cx="94183" cy="137160"/>
          </a:xfrm>
          <a:prstGeom prst="rect">
            <a:avLst/>
          </a:prstGeom>
          <a:solidFill>
            <a:srgbClr val="E9EDF3"/>
          </a:solidFill>
          <a:ln>
            <a:noFill/>
          </a:ln>
        </p:spPr>
        <p:txBody>
          <a:bodyPr rtlCol="0" anchor="ctr"/>
          <a:lstStyle/>
          <a:p>
            <a:pPr algn="ctr"/>
          </a:p>
        </p:txBody>
      </p:sp>
      <p:sp>
        <p:nvSpPr>
          <p:cNvPr id="820" name="Rectangle 819"/>
          <p:cNvSpPr/>
          <p:nvPr/>
        </p:nvSpPr>
        <p:spPr>
          <a:xfrm>
            <a:off x="7767828" y="2130552"/>
            <a:ext cx="94183" cy="137160"/>
          </a:xfrm>
          <a:prstGeom prst="rect">
            <a:avLst/>
          </a:prstGeom>
          <a:solidFill>
            <a:srgbClr val="E9EDF3"/>
          </a:solidFill>
          <a:ln>
            <a:noFill/>
          </a:ln>
        </p:spPr>
        <p:txBody>
          <a:bodyPr rtlCol="0" anchor="ctr"/>
          <a:lstStyle/>
          <a:p>
            <a:pPr algn="ctr"/>
          </a:p>
        </p:txBody>
      </p:sp>
      <p:sp>
        <p:nvSpPr>
          <p:cNvPr id="821" name="Rectangle 820"/>
          <p:cNvSpPr/>
          <p:nvPr/>
        </p:nvSpPr>
        <p:spPr>
          <a:xfrm>
            <a:off x="7872983" y="2130552"/>
            <a:ext cx="94183" cy="137160"/>
          </a:xfrm>
          <a:prstGeom prst="rect">
            <a:avLst/>
          </a:prstGeom>
          <a:solidFill>
            <a:srgbClr val="E9EDF3"/>
          </a:solidFill>
          <a:ln>
            <a:noFill/>
          </a:ln>
        </p:spPr>
        <p:txBody>
          <a:bodyPr rtlCol="0" anchor="ctr"/>
          <a:lstStyle/>
          <a:p>
            <a:pPr algn="ctr"/>
          </a:p>
        </p:txBody>
      </p:sp>
      <p:sp>
        <p:nvSpPr>
          <p:cNvPr id="822" name="Rectangle 821"/>
          <p:cNvSpPr/>
          <p:nvPr/>
        </p:nvSpPr>
        <p:spPr>
          <a:xfrm>
            <a:off x="7978140" y="2130552"/>
            <a:ext cx="94183" cy="137160"/>
          </a:xfrm>
          <a:prstGeom prst="rect">
            <a:avLst/>
          </a:prstGeom>
          <a:solidFill>
            <a:srgbClr val="E9EDF3"/>
          </a:solidFill>
          <a:ln>
            <a:noFill/>
          </a:ln>
        </p:spPr>
        <p:txBody>
          <a:bodyPr rtlCol="0" anchor="ctr"/>
          <a:lstStyle/>
          <a:p>
            <a:pPr algn="ctr"/>
          </a:p>
        </p:txBody>
      </p:sp>
      <p:sp>
        <p:nvSpPr>
          <p:cNvPr id="823" name="Rectangle 822"/>
          <p:cNvSpPr/>
          <p:nvPr/>
        </p:nvSpPr>
        <p:spPr>
          <a:xfrm>
            <a:off x="8083296" y="2130552"/>
            <a:ext cx="94183" cy="137160"/>
          </a:xfrm>
          <a:prstGeom prst="rect">
            <a:avLst/>
          </a:prstGeom>
          <a:solidFill>
            <a:srgbClr val="FAD9A0"/>
          </a:solidFill>
          <a:ln>
            <a:noFill/>
          </a:ln>
        </p:spPr>
        <p:txBody>
          <a:bodyPr rtlCol="0" anchor="ctr"/>
          <a:lstStyle/>
          <a:p>
            <a:pPr algn="ctr"/>
          </a:p>
        </p:txBody>
      </p:sp>
      <p:sp>
        <p:nvSpPr>
          <p:cNvPr id="824" name="Rectangle 823"/>
          <p:cNvSpPr/>
          <p:nvPr/>
        </p:nvSpPr>
        <p:spPr>
          <a:xfrm>
            <a:off x="8188452" y="2130552"/>
            <a:ext cx="94183" cy="137160"/>
          </a:xfrm>
          <a:prstGeom prst="rect">
            <a:avLst/>
          </a:prstGeom>
          <a:solidFill>
            <a:srgbClr val="E9EDF3"/>
          </a:solidFill>
          <a:ln>
            <a:noFill/>
          </a:ln>
        </p:spPr>
        <p:txBody>
          <a:bodyPr rtlCol="0" anchor="ctr"/>
          <a:lstStyle/>
          <a:p>
            <a:pPr algn="ctr"/>
          </a:p>
        </p:txBody>
      </p:sp>
      <p:sp>
        <p:nvSpPr>
          <p:cNvPr id="825" name="TextBox 824"/>
          <p:cNvSpPr txBox="1"/>
          <p:nvPr/>
        </p:nvSpPr>
        <p:spPr>
          <a:xfrm>
            <a:off x="8330183" y="2125980"/>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37</a:t>
            </a:r>
          </a:p>
        </p:txBody>
      </p:sp>
      <p:sp>
        <p:nvSpPr>
          <p:cNvPr id="826" name="TextBox 825"/>
          <p:cNvSpPr txBox="1"/>
          <p:nvPr/>
        </p:nvSpPr>
        <p:spPr>
          <a:xfrm>
            <a:off x="4636008" y="227685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435p</a:t>
            </a:r>
          </a:p>
        </p:txBody>
      </p:sp>
      <p:sp>
        <p:nvSpPr>
          <p:cNvPr id="827" name="Rectangle 826"/>
          <p:cNvSpPr/>
          <p:nvPr/>
        </p:nvSpPr>
        <p:spPr>
          <a:xfrm>
            <a:off x="5138928" y="2281428"/>
            <a:ext cx="94183" cy="137160"/>
          </a:xfrm>
          <a:prstGeom prst="rect">
            <a:avLst/>
          </a:prstGeom>
          <a:solidFill>
            <a:srgbClr val="E9EDF3"/>
          </a:solidFill>
          <a:ln>
            <a:noFill/>
          </a:ln>
        </p:spPr>
        <p:txBody>
          <a:bodyPr rtlCol="0" anchor="ctr"/>
          <a:lstStyle/>
          <a:p>
            <a:pPr algn="ctr"/>
          </a:p>
        </p:txBody>
      </p:sp>
      <p:sp>
        <p:nvSpPr>
          <p:cNvPr id="828" name="Rectangle 827"/>
          <p:cNvSpPr/>
          <p:nvPr/>
        </p:nvSpPr>
        <p:spPr>
          <a:xfrm>
            <a:off x="5244084" y="2281428"/>
            <a:ext cx="94183" cy="137160"/>
          </a:xfrm>
          <a:prstGeom prst="rect">
            <a:avLst/>
          </a:prstGeom>
          <a:solidFill>
            <a:srgbClr val="E9EDF3"/>
          </a:solidFill>
          <a:ln>
            <a:noFill/>
          </a:ln>
        </p:spPr>
        <p:txBody>
          <a:bodyPr rtlCol="0" anchor="ctr"/>
          <a:lstStyle/>
          <a:p>
            <a:pPr algn="ctr"/>
          </a:p>
        </p:txBody>
      </p:sp>
      <p:sp>
        <p:nvSpPr>
          <p:cNvPr id="829" name="Rectangle 828"/>
          <p:cNvSpPr/>
          <p:nvPr/>
        </p:nvSpPr>
        <p:spPr>
          <a:xfrm>
            <a:off x="5349240" y="2281428"/>
            <a:ext cx="94183" cy="137160"/>
          </a:xfrm>
          <a:prstGeom prst="rect">
            <a:avLst/>
          </a:prstGeom>
          <a:solidFill>
            <a:srgbClr val="FAD9A0"/>
          </a:solidFill>
          <a:ln>
            <a:noFill/>
          </a:ln>
        </p:spPr>
        <p:txBody>
          <a:bodyPr rtlCol="0" anchor="ctr"/>
          <a:lstStyle/>
          <a:p>
            <a:pPr algn="ctr"/>
          </a:p>
        </p:txBody>
      </p:sp>
      <p:sp>
        <p:nvSpPr>
          <p:cNvPr id="830" name="Rectangle 829"/>
          <p:cNvSpPr/>
          <p:nvPr/>
        </p:nvSpPr>
        <p:spPr>
          <a:xfrm>
            <a:off x="5454396" y="2281428"/>
            <a:ext cx="94183" cy="137160"/>
          </a:xfrm>
          <a:prstGeom prst="rect">
            <a:avLst/>
          </a:prstGeom>
          <a:solidFill>
            <a:srgbClr val="FAD9A0"/>
          </a:solidFill>
          <a:ln>
            <a:noFill/>
          </a:ln>
        </p:spPr>
        <p:txBody>
          <a:bodyPr rtlCol="0" anchor="ctr"/>
          <a:lstStyle/>
          <a:p>
            <a:pPr algn="ctr"/>
          </a:p>
        </p:txBody>
      </p:sp>
      <p:sp>
        <p:nvSpPr>
          <p:cNvPr id="831" name="Rectangle 830"/>
          <p:cNvSpPr/>
          <p:nvPr/>
        </p:nvSpPr>
        <p:spPr>
          <a:xfrm>
            <a:off x="5559552" y="2281428"/>
            <a:ext cx="94183" cy="137160"/>
          </a:xfrm>
          <a:prstGeom prst="rect">
            <a:avLst/>
          </a:prstGeom>
          <a:solidFill>
            <a:srgbClr val="FAD9A0"/>
          </a:solidFill>
          <a:ln>
            <a:noFill/>
          </a:ln>
        </p:spPr>
        <p:txBody>
          <a:bodyPr rtlCol="0" anchor="ctr"/>
          <a:lstStyle/>
          <a:p>
            <a:pPr algn="ctr"/>
          </a:p>
        </p:txBody>
      </p:sp>
      <p:sp>
        <p:nvSpPr>
          <p:cNvPr id="832" name="Rectangle 831"/>
          <p:cNvSpPr/>
          <p:nvPr/>
        </p:nvSpPr>
        <p:spPr>
          <a:xfrm>
            <a:off x="5664708" y="2281428"/>
            <a:ext cx="94183" cy="137160"/>
          </a:xfrm>
          <a:prstGeom prst="rect">
            <a:avLst/>
          </a:prstGeom>
          <a:solidFill>
            <a:srgbClr val="FAD9A0"/>
          </a:solidFill>
          <a:ln>
            <a:noFill/>
          </a:ln>
        </p:spPr>
        <p:txBody>
          <a:bodyPr rtlCol="0" anchor="ctr"/>
          <a:lstStyle/>
          <a:p>
            <a:pPr algn="ctr"/>
          </a:p>
        </p:txBody>
      </p:sp>
      <p:sp>
        <p:nvSpPr>
          <p:cNvPr id="833" name="Rectangle 832"/>
          <p:cNvSpPr/>
          <p:nvPr/>
        </p:nvSpPr>
        <p:spPr>
          <a:xfrm>
            <a:off x="5769864" y="2281428"/>
            <a:ext cx="94183" cy="137160"/>
          </a:xfrm>
          <a:prstGeom prst="rect">
            <a:avLst/>
          </a:prstGeom>
          <a:solidFill>
            <a:srgbClr val="F5A623"/>
          </a:solidFill>
          <a:ln>
            <a:noFill/>
          </a:ln>
        </p:spPr>
        <p:txBody>
          <a:bodyPr rtlCol="0" anchor="ctr"/>
          <a:lstStyle/>
          <a:p>
            <a:pPr algn="ctr"/>
          </a:p>
        </p:txBody>
      </p:sp>
      <p:sp>
        <p:nvSpPr>
          <p:cNvPr id="834" name="Rectangle 833"/>
          <p:cNvSpPr/>
          <p:nvPr/>
        </p:nvSpPr>
        <p:spPr>
          <a:xfrm>
            <a:off x="5875020" y="2281428"/>
            <a:ext cx="94183" cy="137160"/>
          </a:xfrm>
          <a:prstGeom prst="rect">
            <a:avLst/>
          </a:prstGeom>
          <a:solidFill>
            <a:srgbClr val="FAD9A0"/>
          </a:solidFill>
          <a:ln>
            <a:noFill/>
          </a:ln>
        </p:spPr>
        <p:txBody>
          <a:bodyPr rtlCol="0" anchor="ctr"/>
          <a:lstStyle/>
          <a:p>
            <a:pPr algn="ctr"/>
          </a:p>
        </p:txBody>
      </p:sp>
      <p:sp>
        <p:nvSpPr>
          <p:cNvPr id="835" name="Rectangle 834"/>
          <p:cNvSpPr/>
          <p:nvPr/>
        </p:nvSpPr>
        <p:spPr>
          <a:xfrm>
            <a:off x="5980176" y="2281428"/>
            <a:ext cx="94183" cy="137160"/>
          </a:xfrm>
          <a:prstGeom prst="rect">
            <a:avLst/>
          </a:prstGeom>
          <a:solidFill>
            <a:srgbClr val="FAD9A0"/>
          </a:solidFill>
          <a:ln>
            <a:noFill/>
          </a:ln>
        </p:spPr>
        <p:txBody>
          <a:bodyPr rtlCol="0" anchor="ctr"/>
          <a:lstStyle/>
          <a:p>
            <a:pPr algn="ctr"/>
          </a:p>
        </p:txBody>
      </p:sp>
      <p:sp>
        <p:nvSpPr>
          <p:cNvPr id="836" name="Rectangle 835"/>
          <p:cNvSpPr/>
          <p:nvPr/>
        </p:nvSpPr>
        <p:spPr>
          <a:xfrm>
            <a:off x="6085332" y="2281428"/>
            <a:ext cx="94183" cy="137160"/>
          </a:xfrm>
          <a:prstGeom prst="rect">
            <a:avLst/>
          </a:prstGeom>
          <a:solidFill>
            <a:srgbClr val="FAD9A0"/>
          </a:solidFill>
          <a:ln>
            <a:noFill/>
          </a:ln>
        </p:spPr>
        <p:txBody>
          <a:bodyPr rtlCol="0" anchor="ctr"/>
          <a:lstStyle/>
          <a:p>
            <a:pPr algn="ctr"/>
          </a:p>
        </p:txBody>
      </p:sp>
      <p:sp>
        <p:nvSpPr>
          <p:cNvPr id="837" name="Rectangle 836"/>
          <p:cNvSpPr/>
          <p:nvPr/>
        </p:nvSpPr>
        <p:spPr>
          <a:xfrm>
            <a:off x="6190488" y="2281428"/>
            <a:ext cx="94183" cy="137160"/>
          </a:xfrm>
          <a:prstGeom prst="rect">
            <a:avLst/>
          </a:prstGeom>
          <a:solidFill>
            <a:srgbClr val="E9EDF3"/>
          </a:solidFill>
          <a:ln>
            <a:noFill/>
          </a:ln>
        </p:spPr>
        <p:txBody>
          <a:bodyPr rtlCol="0" anchor="ctr"/>
          <a:lstStyle/>
          <a:p>
            <a:pPr algn="ctr"/>
          </a:p>
        </p:txBody>
      </p:sp>
      <p:sp>
        <p:nvSpPr>
          <p:cNvPr id="838" name="Rectangle 837"/>
          <p:cNvSpPr/>
          <p:nvPr/>
        </p:nvSpPr>
        <p:spPr>
          <a:xfrm>
            <a:off x="6295644" y="2281428"/>
            <a:ext cx="94183" cy="137160"/>
          </a:xfrm>
          <a:prstGeom prst="rect">
            <a:avLst/>
          </a:prstGeom>
          <a:solidFill>
            <a:srgbClr val="E9EDF3"/>
          </a:solidFill>
          <a:ln>
            <a:noFill/>
          </a:ln>
        </p:spPr>
        <p:txBody>
          <a:bodyPr rtlCol="0" anchor="ctr"/>
          <a:lstStyle/>
          <a:p>
            <a:pPr algn="ctr"/>
          </a:p>
        </p:txBody>
      </p:sp>
      <p:sp>
        <p:nvSpPr>
          <p:cNvPr id="839" name="Rectangle 838"/>
          <p:cNvSpPr/>
          <p:nvPr/>
        </p:nvSpPr>
        <p:spPr>
          <a:xfrm>
            <a:off x="6400800" y="2281428"/>
            <a:ext cx="94183" cy="137160"/>
          </a:xfrm>
          <a:prstGeom prst="rect">
            <a:avLst/>
          </a:prstGeom>
          <a:solidFill>
            <a:srgbClr val="E9EDF3"/>
          </a:solidFill>
          <a:ln>
            <a:noFill/>
          </a:ln>
        </p:spPr>
        <p:txBody>
          <a:bodyPr rtlCol="0" anchor="ctr"/>
          <a:lstStyle/>
          <a:p>
            <a:pPr algn="ctr"/>
          </a:p>
        </p:txBody>
      </p:sp>
      <p:sp>
        <p:nvSpPr>
          <p:cNvPr id="840" name="Rectangle 839"/>
          <p:cNvSpPr/>
          <p:nvPr/>
        </p:nvSpPr>
        <p:spPr>
          <a:xfrm>
            <a:off x="6505956" y="2281428"/>
            <a:ext cx="94183" cy="137160"/>
          </a:xfrm>
          <a:prstGeom prst="rect">
            <a:avLst/>
          </a:prstGeom>
          <a:solidFill>
            <a:srgbClr val="FAD9A0"/>
          </a:solidFill>
          <a:ln>
            <a:noFill/>
          </a:ln>
        </p:spPr>
        <p:txBody>
          <a:bodyPr rtlCol="0" anchor="ctr"/>
          <a:lstStyle/>
          <a:p>
            <a:pPr algn="ctr"/>
          </a:p>
        </p:txBody>
      </p:sp>
      <p:sp>
        <p:nvSpPr>
          <p:cNvPr id="841" name="Rectangle 840"/>
          <p:cNvSpPr/>
          <p:nvPr/>
        </p:nvSpPr>
        <p:spPr>
          <a:xfrm>
            <a:off x="6611112" y="2281428"/>
            <a:ext cx="94183" cy="137160"/>
          </a:xfrm>
          <a:prstGeom prst="rect">
            <a:avLst/>
          </a:prstGeom>
          <a:solidFill>
            <a:srgbClr val="E9EDF3"/>
          </a:solidFill>
          <a:ln>
            <a:noFill/>
          </a:ln>
        </p:spPr>
        <p:txBody>
          <a:bodyPr rtlCol="0" anchor="ctr"/>
          <a:lstStyle/>
          <a:p>
            <a:pPr algn="ctr"/>
          </a:p>
        </p:txBody>
      </p:sp>
      <p:sp>
        <p:nvSpPr>
          <p:cNvPr id="842" name="Rectangle 841"/>
          <p:cNvSpPr/>
          <p:nvPr/>
        </p:nvSpPr>
        <p:spPr>
          <a:xfrm>
            <a:off x="6716268" y="2281428"/>
            <a:ext cx="94183" cy="137160"/>
          </a:xfrm>
          <a:prstGeom prst="rect">
            <a:avLst/>
          </a:prstGeom>
          <a:solidFill>
            <a:srgbClr val="E9EDF3"/>
          </a:solidFill>
          <a:ln>
            <a:noFill/>
          </a:ln>
        </p:spPr>
        <p:txBody>
          <a:bodyPr rtlCol="0" anchor="ctr"/>
          <a:lstStyle/>
          <a:p>
            <a:pPr algn="ctr"/>
          </a:p>
        </p:txBody>
      </p:sp>
      <p:sp>
        <p:nvSpPr>
          <p:cNvPr id="843" name="Rectangle 842"/>
          <p:cNvSpPr/>
          <p:nvPr/>
        </p:nvSpPr>
        <p:spPr>
          <a:xfrm>
            <a:off x="6821424" y="2281428"/>
            <a:ext cx="94183" cy="137160"/>
          </a:xfrm>
          <a:prstGeom prst="rect">
            <a:avLst/>
          </a:prstGeom>
          <a:solidFill>
            <a:srgbClr val="F5A623"/>
          </a:solidFill>
          <a:ln>
            <a:noFill/>
          </a:ln>
        </p:spPr>
        <p:txBody>
          <a:bodyPr rtlCol="0" anchor="ctr"/>
          <a:lstStyle/>
          <a:p>
            <a:pPr algn="ctr"/>
          </a:p>
        </p:txBody>
      </p:sp>
      <p:sp>
        <p:nvSpPr>
          <p:cNvPr id="844" name="Rectangle 843"/>
          <p:cNvSpPr/>
          <p:nvPr/>
        </p:nvSpPr>
        <p:spPr>
          <a:xfrm>
            <a:off x="6926580" y="2281428"/>
            <a:ext cx="94183" cy="137160"/>
          </a:xfrm>
          <a:prstGeom prst="rect">
            <a:avLst/>
          </a:prstGeom>
          <a:solidFill>
            <a:srgbClr val="FAD9A0"/>
          </a:solidFill>
          <a:ln>
            <a:noFill/>
          </a:ln>
        </p:spPr>
        <p:txBody>
          <a:bodyPr rtlCol="0" anchor="ctr"/>
          <a:lstStyle/>
          <a:p>
            <a:pPr algn="ctr"/>
          </a:p>
        </p:txBody>
      </p:sp>
      <p:sp>
        <p:nvSpPr>
          <p:cNvPr id="845" name="Rectangle 844"/>
          <p:cNvSpPr/>
          <p:nvPr/>
        </p:nvSpPr>
        <p:spPr>
          <a:xfrm>
            <a:off x="7031736" y="2281428"/>
            <a:ext cx="94183" cy="137160"/>
          </a:xfrm>
          <a:prstGeom prst="rect">
            <a:avLst/>
          </a:prstGeom>
          <a:solidFill>
            <a:srgbClr val="E9EDF3"/>
          </a:solidFill>
          <a:ln>
            <a:noFill/>
          </a:ln>
        </p:spPr>
        <p:txBody>
          <a:bodyPr rtlCol="0" anchor="ctr"/>
          <a:lstStyle/>
          <a:p>
            <a:pPr algn="ctr"/>
          </a:p>
        </p:txBody>
      </p:sp>
      <p:sp>
        <p:nvSpPr>
          <p:cNvPr id="846" name="Rectangle 845"/>
          <p:cNvSpPr/>
          <p:nvPr/>
        </p:nvSpPr>
        <p:spPr>
          <a:xfrm>
            <a:off x="7136892" y="2281428"/>
            <a:ext cx="94183" cy="137160"/>
          </a:xfrm>
          <a:prstGeom prst="rect">
            <a:avLst/>
          </a:prstGeom>
          <a:solidFill>
            <a:srgbClr val="FAD9A0"/>
          </a:solidFill>
          <a:ln>
            <a:noFill/>
          </a:ln>
        </p:spPr>
        <p:txBody>
          <a:bodyPr rtlCol="0" anchor="ctr"/>
          <a:lstStyle/>
          <a:p>
            <a:pPr algn="ctr"/>
          </a:p>
        </p:txBody>
      </p:sp>
      <p:sp>
        <p:nvSpPr>
          <p:cNvPr id="847" name="Rectangle 846"/>
          <p:cNvSpPr/>
          <p:nvPr/>
        </p:nvSpPr>
        <p:spPr>
          <a:xfrm>
            <a:off x="7242048" y="2281428"/>
            <a:ext cx="94183" cy="137160"/>
          </a:xfrm>
          <a:prstGeom prst="rect">
            <a:avLst/>
          </a:prstGeom>
          <a:solidFill>
            <a:srgbClr val="E9EDF3"/>
          </a:solidFill>
          <a:ln>
            <a:noFill/>
          </a:ln>
        </p:spPr>
        <p:txBody>
          <a:bodyPr rtlCol="0" anchor="ctr"/>
          <a:lstStyle/>
          <a:p>
            <a:pPr algn="ctr"/>
          </a:p>
        </p:txBody>
      </p:sp>
      <p:sp>
        <p:nvSpPr>
          <p:cNvPr id="848" name="Rectangle 847"/>
          <p:cNvSpPr/>
          <p:nvPr/>
        </p:nvSpPr>
        <p:spPr>
          <a:xfrm>
            <a:off x="7347204" y="2281428"/>
            <a:ext cx="94183" cy="137160"/>
          </a:xfrm>
          <a:prstGeom prst="rect">
            <a:avLst/>
          </a:prstGeom>
          <a:solidFill>
            <a:srgbClr val="E9EDF3"/>
          </a:solidFill>
          <a:ln>
            <a:noFill/>
          </a:ln>
        </p:spPr>
        <p:txBody>
          <a:bodyPr rtlCol="0" anchor="ctr"/>
          <a:lstStyle/>
          <a:p>
            <a:pPr algn="ctr"/>
          </a:p>
        </p:txBody>
      </p:sp>
      <p:sp>
        <p:nvSpPr>
          <p:cNvPr id="849" name="Rectangle 848"/>
          <p:cNvSpPr/>
          <p:nvPr/>
        </p:nvSpPr>
        <p:spPr>
          <a:xfrm>
            <a:off x="7452360" y="2281428"/>
            <a:ext cx="94183" cy="137160"/>
          </a:xfrm>
          <a:prstGeom prst="rect">
            <a:avLst/>
          </a:prstGeom>
          <a:solidFill>
            <a:srgbClr val="FAD9A0"/>
          </a:solidFill>
          <a:ln>
            <a:noFill/>
          </a:ln>
        </p:spPr>
        <p:txBody>
          <a:bodyPr rtlCol="0" anchor="ctr"/>
          <a:lstStyle/>
          <a:p>
            <a:pPr algn="ctr"/>
          </a:p>
        </p:txBody>
      </p:sp>
      <p:sp>
        <p:nvSpPr>
          <p:cNvPr id="850" name="Rectangle 849"/>
          <p:cNvSpPr/>
          <p:nvPr/>
        </p:nvSpPr>
        <p:spPr>
          <a:xfrm>
            <a:off x="7557516" y="2281428"/>
            <a:ext cx="94183" cy="137160"/>
          </a:xfrm>
          <a:prstGeom prst="rect">
            <a:avLst/>
          </a:prstGeom>
          <a:solidFill>
            <a:srgbClr val="FAD9A0"/>
          </a:solidFill>
          <a:ln>
            <a:noFill/>
          </a:ln>
        </p:spPr>
        <p:txBody>
          <a:bodyPr rtlCol="0" anchor="ctr"/>
          <a:lstStyle/>
          <a:p>
            <a:pPr algn="ctr"/>
          </a:p>
        </p:txBody>
      </p:sp>
      <p:sp>
        <p:nvSpPr>
          <p:cNvPr id="851" name="Rectangle 850"/>
          <p:cNvSpPr/>
          <p:nvPr/>
        </p:nvSpPr>
        <p:spPr>
          <a:xfrm>
            <a:off x="7662672" y="2281428"/>
            <a:ext cx="94183" cy="137160"/>
          </a:xfrm>
          <a:prstGeom prst="rect">
            <a:avLst/>
          </a:prstGeom>
          <a:solidFill>
            <a:srgbClr val="FAD9A0"/>
          </a:solidFill>
          <a:ln>
            <a:noFill/>
          </a:ln>
        </p:spPr>
        <p:txBody>
          <a:bodyPr rtlCol="0" anchor="ctr"/>
          <a:lstStyle/>
          <a:p>
            <a:pPr algn="ctr"/>
          </a:p>
        </p:txBody>
      </p:sp>
      <p:sp>
        <p:nvSpPr>
          <p:cNvPr id="852" name="Rectangle 851"/>
          <p:cNvSpPr/>
          <p:nvPr/>
        </p:nvSpPr>
        <p:spPr>
          <a:xfrm>
            <a:off x="7767828" y="2281428"/>
            <a:ext cx="94183" cy="137160"/>
          </a:xfrm>
          <a:prstGeom prst="rect">
            <a:avLst/>
          </a:prstGeom>
          <a:solidFill>
            <a:srgbClr val="E9EDF3"/>
          </a:solidFill>
          <a:ln>
            <a:noFill/>
          </a:ln>
        </p:spPr>
        <p:txBody>
          <a:bodyPr rtlCol="0" anchor="ctr"/>
          <a:lstStyle/>
          <a:p>
            <a:pPr algn="ctr"/>
          </a:p>
        </p:txBody>
      </p:sp>
      <p:sp>
        <p:nvSpPr>
          <p:cNvPr id="853" name="Rectangle 852"/>
          <p:cNvSpPr/>
          <p:nvPr/>
        </p:nvSpPr>
        <p:spPr>
          <a:xfrm>
            <a:off x="7872983" y="2281428"/>
            <a:ext cx="94183" cy="137160"/>
          </a:xfrm>
          <a:prstGeom prst="rect">
            <a:avLst/>
          </a:prstGeom>
          <a:solidFill>
            <a:srgbClr val="FAD9A0"/>
          </a:solidFill>
          <a:ln>
            <a:noFill/>
          </a:ln>
        </p:spPr>
        <p:txBody>
          <a:bodyPr rtlCol="0" anchor="ctr"/>
          <a:lstStyle/>
          <a:p>
            <a:pPr algn="ctr"/>
          </a:p>
        </p:txBody>
      </p:sp>
      <p:sp>
        <p:nvSpPr>
          <p:cNvPr id="854" name="Rectangle 853"/>
          <p:cNvSpPr/>
          <p:nvPr/>
        </p:nvSpPr>
        <p:spPr>
          <a:xfrm>
            <a:off x="7978140" y="2281428"/>
            <a:ext cx="94183" cy="137160"/>
          </a:xfrm>
          <a:prstGeom prst="rect">
            <a:avLst/>
          </a:prstGeom>
          <a:solidFill>
            <a:srgbClr val="E9EDF3"/>
          </a:solidFill>
          <a:ln>
            <a:noFill/>
          </a:ln>
        </p:spPr>
        <p:txBody>
          <a:bodyPr rtlCol="0" anchor="ctr"/>
          <a:lstStyle/>
          <a:p>
            <a:pPr algn="ctr"/>
          </a:p>
        </p:txBody>
      </p:sp>
      <p:sp>
        <p:nvSpPr>
          <p:cNvPr id="855" name="Rectangle 854"/>
          <p:cNvSpPr/>
          <p:nvPr/>
        </p:nvSpPr>
        <p:spPr>
          <a:xfrm>
            <a:off x="8083296" y="2281428"/>
            <a:ext cx="94183" cy="137160"/>
          </a:xfrm>
          <a:prstGeom prst="rect">
            <a:avLst/>
          </a:prstGeom>
          <a:solidFill>
            <a:srgbClr val="F5A623"/>
          </a:solidFill>
          <a:ln>
            <a:noFill/>
          </a:ln>
        </p:spPr>
        <p:txBody>
          <a:bodyPr rtlCol="0" anchor="ctr"/>
          <a:lstStyle/>
          <a:p>
            <a:pPr algn="ctr"/>
          </a:p>
        </p:txBody>
      </p:sp>
      <p:sp>
        <p:nvSpPr>
          <p:cNvPr id="856" name="Rectangle 855"/>
          <p:cNvSpPr/>
          <p:nvPr/>
        </p:nvSpPr>
        <p:spPr>
          <a:xfrm>
            <a:off x="8188452" y="2281428"/>
            <a:ext cx="94183" cy="137160"/>
          </a:xfrm>
          <a:prstGeom prst="rect">
            <a:avLst/>
          </a:prstGeom>
          <a:solidFill>
            <a:srgbClr val="FAD9A0"/>
          </a:solidFill>
          <a:ln>
            <a:noFill/>
          </a:ln>
        </p:spPr>
        <p:txBody>
          <a:bodyPr rtlCol="0" anchor="ctr"/>
          <a:lstStyle/>
          <a:p>
            <a:pPr algn="ctr"/>
          </a:p>
        </p:txBody>
      </p:sp>
      <p:sp>
        <p:nvSpPr>
          <p:cNvPr id="857" name="TextBox 856"/>
          <p:cNvSpPr txBox="1"/>
          <p:nvPr/>
        </p:nvSpPr>
        <p:spPr>
          <a:xfrm>
            <a:off x="8330183" y="227685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37</a:t>
            </a:r>
          </a:p>
        </p:txBody>
      </p:sp>
      <p:sp>
        <p:nvSpPr>
          <p:cNvPr id="858" name="TextBox 857"/>
          <p:cNvSpPr txBox="1"/>
          <p:nvPr/>
        </p:nvSpPr>
        <p:spPr>
          <a:xfrm>
            <a:off x="4636008" y="242773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93p</a:t>
            </a:r>
          </a:p>
        </p:txBody>
      </p:sp>
      <p:sp>
        <p:nvSpPr>
          <p:cNvPr id="859" name="Rectangle 858"/>
          <p:cNvSpPr/>
          <p:nvPr/>
        </p:nvSpPr>
        <p:spPr>
          <a:xfrm>
            <a:off x="5138928" y="2432304"/>
            <a:ext cx="94183" cy="137160"/>
          </a:xfrm>
          <a:prstGeom prst="rect">
            <a:avLst/>
          </a:prstGeom>
          <a:solidFill>
            <a:srgbClr val="E9EDF3"/>
          </a:solidFill>
          <a:ln>
            <a:noFill/>
          </a:ln>
        </p:spPr>
        <p:txBody>
          <a:bodyPr rtlCol="0" anchor="ctr"/>
          <a:lstStyle/>
          <a:p>
            <a:pPr algn="ctr"/>
          </a:p>
        </p:txBody>
      </p:sp>
      <p:sp>
        <p:nvSpPr>
          <p:cNvPr id="860" name="Rectangle 859"/>
          <p:cNvSpPr/>
          <p:nvPr/>
        </p:nvSpPr>
        <p:spPr>
          <a:xfrm>
            <a:off x="5244084" y="2432304"/>
            <a:ext cx="94183" cy="137160"/>
          </a:xfrm>
          <a:prstGeom prst="rect">
            <a:avLst/>
          </a:prstGeom>
          <a:solidFill>
            <a:srgbClr val="FAD9A0"/>
          </a:solidFill>
          <a:ln>
            <a:noFill/>
          </a:ln>
        </p:spPr>
        <p:txBody>
          <a:bodyPr rtlCol="0" anchor="ctr"/>
          <a:lstStyle/>
          <a:p>
            <a:pPr algn="ctr"/>
          </a:p>
        </p:txBody>
      </p:sp>
      <p:sp>
        <p:nvSpPr>
          <p:cNvPr id="861" name="Rectangle 860"/>
          <p:cNvSpPr/>
          <p:nvPr/>
        </p:nvSpPr>
        <p:spPr>
          <a:xfrm>
            <a:off x="5349240" y="2432304"/>
            <a:ext cx="94183" cy="137160"/>
          </a:xfrm>
          <a:prstGeom prst="rect">
            <a:avLst/>
          </a:prstGeom>
          <a:solidFill>
            <a:srgbClr val="F5A623"/>
          </a:solidFill>
          <a:ln>
            <a:noFill/>
          </a:ln>
        </p:spPr>
        <p:txBody>
          <a:bodyPr rtlCol="0" anchor="ctr"/>
          <a:lstStyle/>
          <a:p>
            <a:pPr algn="ctr"/>
          </a:p>
        </p:txBody>
      </p:sp>
      <p:sp>
        <p:nvSpPr>
          <p:cNvPr id="862" name="Rectangle 861"/>
          <p:cNvSpPr/>
          <p:nvPr/>
        </p:nvSpPr>
        <p:spPr>
          <a:xfrm>
            <a:off x="5454396" y="2432304"/>
            <a:ext cx="94183" cy="137160"/>
          </a:xfrm>
          <a:prstGeom prst="rect">
            <a:avLst/>
          </a:prstGeom>
          <a:solidFill>
            <a:srgbClr val="E9EDF3"/>
          </a:solidFill>
          <a:ln>
            <a:noFill/>
          </a:ln>
        </p:spPr>
        <p:txBody>
          <a:bodyPr rtlCol="0" anchor="ctr"/>
          <a:lstStyle/>
          <a:p>
            <a:pPr algn="ctr"/>
          </a:p>
        </p:txBody>
      </p:sp>
      <p:sp>
        <p:nvSpPr>
          <p:cNvPr id="863" name="Rectangle 862"/>
          <p:cNvSpPr/>
          <p:nvPr/>
        </p:nvSpPr>
        <p:spPr>
          <a:xfrm>
            <a:off x="5559552" y="2432304"/>
            <a:ext cx="94183" cy="137160"/>
          </a:xfrm>
          <a:prstGeom prst="rect">
            <a:avLst/>
          </a:prstGeom>
          <a:solidFill>
            <a:srgbClr val="E9EDF3"/>
          </a:solidFill>
          <a:ln>
            <a:noFill/>
          </a:ln>
        </p:spPr>
        <p:txBody>
          <a:bodyPr rtlCol="0" anchor="ctr"/>
          <a:lstStyle/>
          <a:p>
            <a:pPr algn="ctr"/>
          </a:p>
        </p:txBody>
      </p:sp>
      <p:sp>
        <p:nvSpPr>
          <p:cNvPr id="864" name="Rectangle 863"/>
          <p:cNvSpPr/>
          <p:nvPr/>
        </p:nvSpPr>
        <p:spPr>
          <a:xfrm>
            <a:off x="5664708" y="2432304"/>
            <a:ext cx="94183" cy="137160"/>
          </a:xfrm>
          <a:prstGeom prst="rect">
            <a:avLst/>
          </a:prstGeom>
          <a:solidFill>
            <a:srgbClr val="F5A623"/>
          </a:solidFill>
          <a:ln>
            <a:noFill/>
          </a:ln>
        </p:spPr>
        <p:txBody>
          <a:bodyPr rtlCol="0" anchor="ctr"/>
          <a:lstStyle/>
          <a:p>
            <a:pPr algn="ctr"/>
          </a:p>
        </p:txBody>
      </p:sp>
      <p:sp>
        <p:nvSpPr>
          <p:cNvPr id="865" name="Rectangle 864"/>
          <p:cNvSpPr/>
          <p:nvPr/>
        </p:nvSpPr>
        <p:spPr>
          <a:xfrm>
            <a:off x="5769864" y="2432304"/>
            <a:ext cx="94183" cy="137160"/>
          </a:xfrm>
          <a:prstGeom prst="rect">
            <a:avLst/>
          </a:prstGeom>
          <a:solidFill>
            <a:srgbClr val="F5A623"/>
          </a:solidFill>
          <a:ln>
            <a:noFill/>
          </a:ln>
        </p:spPr>
        <p:txBody>
          <a:bodyPr rtlCol="0" anchor="ctr"/>
          <a:lstStyle/>
          <a:p>
            <a:pPr algn="ctr"/>
          </a:p>
        </p:txBody>
      </p:sp>
      <p:sp>
        <p:nvSpPr>
          <p:cNvPr id="866" name="Rectangle 865"/>
          <p:cNvSpPr/>
          <p:nvPr/>
        </p:nvSpPr>
        <p:spPr>
          <a:xfrm>
            <a:off x="5875020" y="2432304"/>
            <a:ext cx="94183" cy="137160"/>
          </a:xfrm>
          <a:prstGeom prst="rect">
            <a:avLst/>
          </a:prstGeom>
          <a:solidFill>
            <a:srgbClr val="FAD9A0"/>
          </a:solidFill>
          <a:ln>
            <a:noFill/>
          </a:ln>
        </p:spPr>
        <p:txBody>
          <a:bodyPr rtlCol="0" anchor="ctr"/>
          <a:lstStyle/>
          <a:p>
            <a:pPr algn="ctr"/>
          </a:p>
        </p:txBody>
      </p:sp>
      <p:sp>
        <p:nvSpPr>
          <p:cNvPr id="867" name="Rectangle 866"/>
          <p:cNvSpPr/>
          <p:nvPr/>
        </p:nvSpPr>
        <p:spPr>
          <a:xfrm>
            <a:off x="5980176" y="2432304"/>
            <a:ext cx="94183" cy="137160"/>
          </a:xfrm>
          <a:prstGeom prst="rect">
            <a:avLst/>
          </a:prstGeom>
          <a:solidFill>
            <a:srgbClr val="F5A623"/>
          </a:solidFill>
          <a:ln>
            <a:noFill/>
          </a:ln>
        </p:spPr>
        <p:txBody>
          <a:bodyPr rtlCol="0" anchor="ctr"/>
          <a:lstStyle/>
          <a:p>
            <a:pPr algn="ctr"/>
          </a:p>
        </p:txBody>
      </p:sp>
      <p:sp>
        <p:nvSpPr>
          <p:cNvPr id="868" name="Rectangle 867"/>
          <p:cNvSpPr/>
          <p:nvPr/>
        </p:nvSpPr>
        <p:spPr>
          <a:xfrm>
            <a:off x="6085332" y="2432304"/>
            <a:ext cx="94183" cy="137160"/>
          </a:xfrm>
          <a:prstGeom prst="rect">
            <a:avLst/>
          </a:prstGeom>
          <a:solidFill>
            <a:srgbClr val="FAD9A0"/>
          </a:solidFill>
          <a:ln>
            <a:noFill/>
          </a:ln>
        </p:spPr>
        <p:txBody>
          <a:bodyPr rtlCol="0" anchor="ctr"/>
          <a:lstStyle/>
          <a:p>
            <a:pPr algn="ctr"/>
          </a:p>
        </p:txBody>
      </p:sp>
      <p:sp>
        <p:nvSpPr>
          <p:cNvPr id="869" name="Rectangle 868"/>
          <p:cNvSpPr/>
          <p:nvPr/>
        </p:nvSpPr>
        <p:spPr>
          <a:xfrm>
            <a:off x="6190488" y="2432304"/>
            <a:ext cx="94183" cy="137160"/>
          </a:xfrm>
          <a:prstGeom prst="rect">
            <a:avLst/>
          </a:prstGeom>
          <a:solidFill>
            <a:srgbClr val="E9EDF3"/>
          </a:solidFill>
          <a:ln>
            <a:noFill/>
          </a:ln>
        </p:spPr>
        <p:txBody>
          <a:bodyPr rtlCol="0" anchor="ctr"/>
          <a:lstStyle/>
          <a:p>
            <a:pPr algn="ctr"/>
          </a:p>
        </p:txBody>
      </p:sp>
      <p:sp>
        <p:nvSpPr>
          <p:cNvPr id="870" name="Rectangle 869"/>
          <p:cNvSpPr/>
          <p:nvPr/>
        </p:nvSpPr>
        <p:spPr>
          <a:xfrm>
            <a:off x="6295644" y="2432304"/>
            <a:ext cx="94183" cy="137160"/>
          </a:xfrm>
          <a:prstGeom prst="rect">
            <a:avLst/>
          </a:prstGeom>
          <a:solidFill>
            <a:srgbClr val="E9EDF3"/>
          </a:solidFill>
          <a:ln>
            <a:noFill/>
          </a:ln>
        </p:spPr>
        <p:txBody>
          <a:bodyPr rtlCol="0" anchor="ctr"/>
          <a:lstStyle/>
          <a:p>
            <a:pPr algn="ctr"/>
          </a:p>
        </p:txBody>
      </p:sp>
      <p:sp>
        <p:nvSpPr>
          <p:cNvPr id="871" name="Rectangle 870"/>
          <p:cNvSpPr/>
          <p:nvPr/>
        </p:nvSpPr>
        <p:spPr>
          <a:xfrm>
            <a:off x="6400800" y="2432304"/>
            <a:ext cx="94183" cy="137160"/>
          </a:xfrm>
          <a:prstGeom prst="rect">
            <a:avLst/>
          </a:prstGeom>
          <a:solidFill>
            <a:srgbClr val="FAD9A0"/>
          </a:solidFill>
          <a:ln>
            <a:noFill/>
          </a:ln>
        </p:spPr>
        <p:txBody>
          <a:bodyPr rtlCol="0" anchor="ctr"/>
          <a:lstStyle/>
          <a:p>
            <a:pPr algn="ctr"/>
          </a:p>
        </p:txBody>
      </p:sp>
      <p:sp>
        <p:nvSpPr>
          <p:cNvPr id="872" name="Rectangle 871"/>
          <p:cNvSpPr/>
          <p:nvPr/>
        </p:nvSpPr>
        <p:spPr>
          <a:xfrm>
            <a:off x="6505956" y="2432304"/>
            <a:ext cx="94183" cy="137160"/>
          </a:xfrm>
          <a:prstGeom prst="rect">
            <a:avLst/>
          </a:prstGeom>
          <a:solidFill>
            <a:srgbClr val="E9EDF3"/>
          </a:solidFill>
          <a:ln>
            <a:noFill/>
          </a:ln>
        </p:spPr>
        <p:txBody>
          <a:bodyPr rtlCol="0" anchor="ctr"/>
          <a:lstStyle/>
          <a:p>
            <a:pPr algn="ctr"/>
          </a:p>
        </p:txBody>
      </p:sp>
      <p:sp>
        <p:nvSpPr>
          <p:cNvPr id="873" name="Rectangle 872"/>
          <p:cNvSpPr/>
          <p:nvPr/>
        </p:nvSpPr>
        <p:spPr>
          <a:xfrm>
            <a:off x="6611112" y="2432304"/>
            <a:ext cx="94183" cy="137160"/>
          </a:xfrm>
          <a:prstGeom prst="rect">
            <a:avLst/>
          </a:prstGeom>
          <a:solidFill>
            <a:srgbClr val="E9EDF3"/>
          </a:solidFill>
          <a:ln>
            <a:noFill/>
          </a:ln>
        </p:spPr>
        <p:txBody>
          <a:bodyPr rtlCol="0" anchor="ctr"/>
          <a:lstStyle/>
          <a:p>
            <a:pPr algn="ctr"/>
          </a:p>
        </p:txBody>
      </p:sp>
      <p:sp>
        <p:nvSpPr>
          <p:cNvPr id="874" name="Rectangle 873"/>
          <p:cNvSpPr/>
          <p:nvPr/>
        </p:nvSpPr>
        <p:spPr>
          <a:xfrm>
            <a:off x="6716268" y="2432304"/>
            <a:ext cx="94183" cy="137160"/>
          </a:xfrm>
          <a:prstGeom prst="rect">
            <a:avLst/>
          </a:prstGeom>
          <a:solidFill>
            <a:srgbClr val="FAD9A0"/>
          </a:solidFill>
          <a:ln>
            <a:noFill/>
          </a:ln>
        </p:spPr>
        <p:txBody>
          <a:bodyPr rtlCol="0" anchor="ctr"/>
          <a:lstStyle/>
          <a:p>
            <a:pPr algn="ctr"/>
          </a:p>
        </p:txBody>
      </p:sp>
      <p:sp>
        <p:nvSpPr>
          <p:cNvPr id="875" name="Rectangle 874"/>
          <p:cNvSpPr/>
          <p:nvPr/>
        </p:nvSpPr>
        <p:spPr>
          <a:xfrm>
            <a:off x="6821424" y="2432304"/>
            <a:ext cx="94183" cy="137160"/>
          </a:xfrm>
          <a:prstGeom prst="rect">
            <a:avLst/>
          </a:prstGeom>
          <a:solidFill>
            <a:srgbClr val="F5A623"/>
          </a:solidFill>
          <a:ln>
            <a:noFill/>
          </a:ln>
        </p:spPr>
        <p:txBody>
          <a:bodyPr rtlCol="0" anchor="ctr"/>
          <a:lstStyle/>
          <a:p>
            <a:pPr algn="ctr"/>
          </a:p>
        </p:txBody>
      </p:sp>
      <p:sp>
        <p:nvSpPr>
          <p:cNvPr id="876" name="Rectangle 875"/>
          <p:cNvSpPr/>
          <p:nvPr/>
        </p:nvSpPr>
        <p:spPr>
          <a:xfrm>
            <a:off x="6926580" y="2432304"/>
            <a:ext cx="94183" cy="137160"/>
          </a:xfrm>
          <a:prstGeom prst="rect">
            <a:avLst/>
          </a:prstGeom>
          <a:solidFill>
            <a:srgbClr val="F5A623"/>
          </a:solidFill>
          <a:ln>
            <a:noFill/>
          </a:ln>
        </p:spPr>
        <p:txBody>
          <a:bodyPr rtlCol="0" anchor="ctr"/>
          <a:lstStyle/>
          <a:p>
            <a:pPr algn="ctr"/>
          </a:p>
        </p:txBody>
      </p:sp>
      <p:sp>
        <p:nvSpPr>
          <p:cNvPr id="877" name="Rectangle 876"/>
          <p:cNvSpPr/>
          <p:nvPr/>
        </p:nvSpPr>
        <p:spPr>
          <a:xfrm>
            <a:off x="7031736" y="2432304"/>
            <a:ext cx="94183" cy="137160"/>
          </a:xfrm>
          <a:prstGeom prst="rect">
            <a:avLst/>
          </a:prstGeom>
          <a:solidFill>
            <a:srgbClr val="E9EDF3"/>
          </a:solidFill>
          <a:ln>
            <a:noFill/>
          </a:ln>
        </p:spPr>
        <p:txBody>
          <a:bodyPr rtlCol="0" anchor="ctr"/>
          <a:lstStyle/>
          <a:p>
            <a:pPr algn="ctr"/>
          </a:p>
        </p:txBody>
      </p:sp>
      <p:sp>
        <p:nvSpPr>
          <p:cNvPr id="878" name="Rectangle 877"/>
          <p:cNvSpPr/>
          <p:nvPr/>
        </p:nvSpPr>
        <p:spPr>
          <a:xfrm>
            <a:off x="7136892" y="2432304"/>
            <a:ext cx="94183" cy="137160"/>
          </a:xfrm>
          <a:prstGeom prst="rect">
            <a:avLst/>
          </a:prstGeom>
          <a:solidFill>
            <a:srgbClr val="E9EDF3"/>
          </a:solidFill>
          <a:ln>
            <a:noFill/>
          </a:ln>
        </p:spPr>
        <p:txBody>
          <a:bodyPr rtlCol="0" anchor="ctr"/>
          <a:lstStyle/>
          <a:p>
            <a:pPr algn="ctr"/>
          </a:p>
        </p:txBody>
      </p:sp>
      <p:sp>
        <p:nvSpPr>
          <p:cNvPr id="879" name="Rectangle 878"/>
          <p:cNvSpPr/>
          <p:nvPr/>
        </p:nvSpPr>
        <p:spPr>
          <a:xfrm>
            <a:off x="7242048" y="2432304"/>
            <a:ext cx="94183" cy="137160"/>
          </a:xfrm>
          <a:prstGeom prst="rect">
            <a:avLst/>
          </a:prstGeom>
          <a:solidFill>
            <a:srgbClr val="E9EDF3"/>
          </a:solidFill>
          <a:ln>
            <a:noFill/>
          </a:ln>
        </p:spPr>
        <p:txBody>
          <a:bodyPr rtlCol="0" anchor="ctr"/>
          <a:lstStyle/>
          <a:p>
            <a:pPr algn="ctr"/>
          </a:p>
        </p:txBody>
      </p:sp>
      <p:sp>
        <p:nvSpPr>
          <p:cNvPr id="880" name="Rectangle 879"/>
          <p:cNvSpPr/>
          <p:nvPr/>
        </p:nvSpPr>
        <p:spPr>
          <a:xfrm>
            <a:off x="7347204" y="2432304"/>
            <a:ext cx="94183" cy="137160"/>
          </a:xfrm>
          <a:prstGeom prst="rect">
            <a:avLst/>
          </a:prstGeom>
          <a:solidFill>
            <a:srgbClr val="E9EDF3"/>
          </a:solidFill>
          <a:ln>
            <a:noFill/>
          </a:ln>
        </p:spPr>
        <p:txBody>
          <a:bodyPr rtlCol="0" anchor="ctr"/>
          <a:lstStyle/>
          <a:p>
            <a:pPr algn="ctr"/>
          </a:p>
        </p:txBody>
      </p:sp>
      <p:sp>
        <p:nvSpPr>
          <p:cNvPr id="881" name="Rectangle 880"/>
          <p:cNvSpPr/>
          <p:nvPr/>
        </p:nvSpPr>
        <p:spPr>
          <a:xfrm>
            <a:off x="7452360" y="2432304"/>
            <a:ext cx="94183" cy="137160"/>
          </a:xfrm>
          <a:prstGeom prst="rect">
            <a:avLst/>
          </a:prstGeom>
          <a:solidFill>
            <a:srgbClr val="FAD9A0"/>
          </a:solidFill>
          <a:ln>
            <a:noFill/>
          </a:ln>
        </p:spPr>
        <p:txBody>
          <a:bodyPr rtlCol="0" anchor="ctr"/>
          <a:lstStyle/>
          <a:p>
            <a:pPr algn="ctr"/>
          </a:p>
        </p:txBody>
      </p:sp>
      <p:sp>
        <p:nvSpPr>
          <p:cNvPr id="882" name="Rectangle 881"/>
          <p:cNvSpPr/>
          <p:nvPr/>
        </p:nvSpPr>
        <p:spPr>
          <a:xfrm>
            <a:off x="7557516" y="2432304"/>
            <a:ext cx="94183" cy="137160"/>
          </a:xfrm>
          <a:prstGeom prst="rect">
            <a:avLst/>
          </a:prstGeom>
          <a:solidFill>
            <a:srgbClr val="E9EDF3"/>
          </a:solidFill>
          <a:ln>
            <a:noFill/>
          </a:ln>
        </p:spPr>
        <p:txBody>
          <a:bodyPr rtlCol="0" anchor="ctr"/>
          <a:lstStyle/>
          <a:p>
            <a:pPr algn="ctr"/>
          </a:p>
        </p:txBody>
      </p:sp>
      <p:sp>
        <p:nvSpPr>
          <p:cNvPr id="883" name="Rectangle 882"/>
          <p:cNvSpPr/>
          <p:nvPr/>
        </p:nvSpPr>
        <p:spPr>
          <a:xfrm>
            <a:off x="7662672" y="2432304"/>
            <a:ext cx="94183" cy="137160"/>
          </a:xfrm>
          <a:prstGeom prst="rect">
            <a:avLst/>
          </a:prstGeom>
          <a:solidFill>
            <a:srgbClr val="E9EDF3"/>
          </a:solidFill>
          <a:ln>
            <a:noFill/>
          </a:ln>
        </p:spPr>
        <p:txBody>
          <a:bodyPr rtlCol="0" anchor="ctr"/>
          <a:lstStyle/>
          <a:p>
            <a:pPr algn="ctr"/>
          </a:p>
        </p:txBody>
      </p:sp>
      <p:sp>
        <p:nvSpPr>
          <p:cNvPr id="884" name="Rectangle 883"/>
          <p:cNvSpPr/>
          <p:nvPr/>
        </p:nvSpPr>
        <p:spPr>
          <a:xfrm>
            <a:off x="7767828" y="2432304"/>
            <a:ext cx="94183" cy="137160"/>
          </a:xfrm>
          <a:prstGeom prst="rect">
            <a:avLst/>
          </a:prstGeom>
          <a:solidFill>
            <a:srgbClr val="E9EDF3"/>
          </a:solidFill>
          <a:ln>
            <a:noFill/>
          </a:ln>
        </p:spPr>
        <p:txBody>
          <a:bodyPr rtlCol="0" anchor="ctr"/>
          <a:lstStyle/>
          <a:p>
            <a:pPr algn="ctr"/>
          </a:p>
        </p:txBody>
      </p:sp>
      <p:sp>
        <p:nvSpPr>
          <p:cNvPr id="885" name="Rectangle 884"/>
          <p:cNvSpPr/>
          <p:nvPr/>
        </p:nvSpPr>
        <p:spPr>
          <a:xfrm>
            <a:off x="7872983" y="2432304"/>
            <a:ext cx="94183" cy="137160"/>
          </a:xfrm>
          <a:prstGeom prst="rect">
            <a:avLst/>
          </a:prstGeom>
          <a:solidFill>
            <a:srgbClr val="FAD9A0"/>
          </a:solidFill>
          <a:ln>
            <a:noFill/>
          </a:ln>
        </p:spPr>
        <p:txBody>
          <a:bodyPr rtlCol="0" anchor="ctr"/>
          <a:lstStyle/>
          <a:p>
            <a:pPr algn="ctr"/>
          </a:p>
        </p:txBody>
      </p:sp>
      <p:sp>
        <p:nvSpPr>
          <p:cNvPr id="886" name="Rectangle 885"/>
          <p:cNvSpPr/>
          <p:nvPr/>
        </p:nvSpPr>
        <p:spPr>
          <a:xfrm>
            <a:off x="7978140" y="2432304"/>
            <a:ext cx="94183" cy="137160"/>
          </a:xfrm>
          <a:prstGeom prst="rect">
            <a:avLst/>
          </a:prstGeom>
          <a:solidFill>
            <a:srgbClr val="E9EDF3"/>
          </a:solidFill>
          <a:ln>
            <a:noFill/>
          </a:ln>
        </p:spPr>
        <p:txBody>
          <a:bodyPr rtlCol="0" anchor="ctr"/>
          <a:lstStyle/>
          <a:p>
            <a:pPr algn="ctr"/>
          </a:p>
        </p:txBody>
      </p:sp>
      <p:sp>
        <p:nvSpPr>
          <p:cNvPr id="887" name="Rectangle 886"/>
          <p:cNvSpPr/>
          <p:nvPr/>
        </p:nvSpPr>
        <p:spPr>
          <a:xfrm>
            <a:off x="8083296" y="2432304"/>
            <a:ext cx="94183" cy="137160"/>
          </a:xfrm>
          <a:prstGeom prst="rect">
            <a:avLst/>
          </a:prstGeom>
          <a:solidFill>
            <a:srgbClr val="FAD9A0"/>
          </a:solidFill>
          <a:ln>
            <a:noFill/>
          </a:ln>
        </p:spPr>
        <p:txBody>
          <a:bodyPr rtlCol="0" anchor="ctr"/>
          <a:lstStyle/>
          <a:p>
            <a:pPr algn="ctr"/>
          </a:p>
        </p:txBody>
      </p:sp>
      <p:sp>
        <p:nvSpPr>
          <p:cNvPr id="888" name="Rectangle 887"/>
          <p:cNvSpPr/>
          <p:nvPr/>
        </p:nvSpPr>
        <p:spPr>
          <a:xfrm>
            <a:off x="8188452" y="2432304"/>
            <a:ext cx="94183" cy="137160"/>
          </a:xfrm>
          <a:prstGeom prst="rect">
            <a:avLst/>
          </a:prstGeom>
          <a:solidFill>
            <a:srgbClr val="FAD9A0"/>
          </a:solidFill>
          <a:ln>
            <a:noFill/>
          </a:ln>
        </p:spPr>
        <p:txBody>
          <a:bodyPr rtlCol="0" anchor="ctr"/>
          <a:lstStyle/>
          <a:p>
            <a:pPr algn="ctr"/>
          </a:p>
        </p:txBody>
      </p:sp>
      <p:sp>
        <p:nvSpPr>
          <p:cNvPr id="889" name="TextBox 888"/>
          <p:cNvSpPr txBox="1"/>
          <p:nvPr/>
        </p:nvSpPr>
        <p:spPr>
          <a:xfrm>
            <a:off x="8330183" y="2427732"/>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36</a:t>
            </a:r>
          </a:p>
        </p:txBody>
      </p:sp>
      <p:sp>
        <p:nvSpPr>
          <p:cNvPr id="890" name="TextBox 889"/>
          <p:cNvSpPr txBox="1"/>
          <p:nvPr/>
        </p:nvSpPr>
        <p:spPr>
          <a:xfrm>
            <a:off x="4636008" y="257860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57</a:t>
            </a:r>
          </a:p>
        </p:txBody>
      </p:sp>
      <p:sp>
        <p:nvSpPr>
          <p:cNvPr id="891" name="Rectangle 890"/>
          <p:cNvSpPr/>
          <p:nvPr/>
        </p:nvSpPr>
        <p:spPr>
          <a:xfrm>
            <a:off x="5138928" y="2583180"/>
            <a:ext cx="94183" cy="137160"/>
          </a:xfrm>
          <a:prstGeom prst="rect">
            <a:avLst/>
          </a:prstGeom>
          <a:solidFill>
            <a:srgbClr val="FAD9A0"/>
          </a:solidFill>
          <a:ln>
            <a:noFill/>
          </a:ln>
        </p:spPr>
        <p:txBody>
          <a:bodyPr rtlCol="0" anchor="ctr"/>
          <a:lstStyle/>
          <a:p>
            <a:pPr algn="ctr"/>
          </a:p>
        </p:txBody>
      </p:sp>
      <p:sp>
        <p:nvSpPr>
          <p:cNvPr id="892" name="Rectangle 891"/>
          <p:cNvSpPr/>
          <p:nvPr/>
        </p:nvSpPr>
        <p:spPr>
          <a:xfrm>
            <a:off x="5244084" y="2583180"/>
            <a:ext cx="94183" cy="137160"/>
          </a:xfrm>
          <a:prstGeom prst="rect">
            <a:avLst/>
          </a:prstGeom>
          <a:solidFill>
            <a:srgbClr val="FAD9A0"/>
          </a:solidFill>
          <a:ln>
            <a:noFill/>
          </a:ln>
        </p:spPr>
        <p:txBody>
          <a:bodyPr rtlCol="0" anchor="ctr"/>
          <a:lstStyle/>
          <a:p>
            <a:pPr algn="ctr"/>
          </a:p>
        </p:txBody>
      </p:sp>
      <p:sp>
        <p:nvSpPr>
          <p:cNvPr id="893" name="Rectangle 892"/>
          <p:cNvSpPr/>
          <p:nvPr/>
        </p:nvSpPr>
        <p:spPr>
          <a:xfrm>
            <a:off x="5349240" y="2583180"/>
            <a:ext cx="94183" cy="137160"/>
          </a:xfrm>
          <a:prstGeom prst="rect">
            <a:avLst/>
          </a:prstGeom>
          <a:solidFill>
            <a:srgbClr val="E9EDF3"/>
          </a:solidFill>
          <a:ln>
            <a:noFill/>
          </a:ln>
        </p:spPr>
        <p:txBody>
          <a:bodyPr rtlCol="0" anchor="ctr"/>
          <a:lstStyle/>
          <a:p>
            <a:pPr algn="ctr"/>
          </a:p>
        </p:txBody>
      </p:sp>
      <p:sp>
        <p:nvSpPr>
          <p:cNvPr id="894" name="Rectangle 893"/>
          <p:cNvSpPr/>
          <p:nvPr/>
        </p:nvSpPr>
        <p:spPr>
          <a:xfrm>
            <a:off x="5454396" y="2583180"/>
            <a:ext cx="94183" cy="137160"/>
          </a:xfrm>
          <a:prstGeom prst="rect">
            <a:avLst/>
          </a:prstGeom>
          <a:solidFill>
            <a:srgbClr val="FAD9A0"/>
          </a:solidFill>
          <a:ln>
            <a:noFill/>
          </a:ln>
        </p:spPr>
        <p:txBody>
          <a:bodyPr rtlCol="0" anchor="ctr"/>
          <a:lstStyle/>
          <a:p>
            <a:pPr algn="ctr"/>
          </a:p>
        </p:txBody>
      </p:sp>
      <p:sp>
        <p:nvSpPr>
          <p:cNvPr id="895" name="Rectangle 894"/>
          <p:cNvSpPr/>
          <p:nvPr/>
        </p:nvSpPr>
        <p:spPr>
          <a:xfrm>
            <a:off x="5559552" y="2583180"/>
            <a:ext cx="94183" cy="137160"/>
          </a:xfrm>
          <a:prstGeom prst="rect">
            <a:avLst/>
          </a:prstGeom>
          <a:solidFill>
            <a:srgbClr val="F5A623"/>
          </a:solidFill>
          <a:ln>
            <a:noFill/>
          </a:ln>
        </p:spPr>
        <p:txBody>
          <a:bodyPr rtlCol="0" anchor="ctr"/>
          <a:lstStyle/>
          <a:p>
            <a:pPr algn="ctr"/>
          </a:p>
        </p:txBody>
      </p:sp>
      <p:sp>
        <p:nvSpPr>
          <p:cNvPr id="896" name="Rectangle 895"/>
          <p:cNvSpPr/>
          <p:nvPr/>
        </p:nvSpPr>
        <p:spPr>
          <a:xfrm>
            <a:off x="5664708" y="2583180"/>
            <a:ext cx="94183" cy="137160"/>
          </a:xfrm>
          <a:prstGeom prst="rect">
            <a:avLst/>
          </a:prstGeom>
          <a:solidFill>
            <a:srgbClr val="FAD9A0"/>
          </a:solidFill>
          <a:ln>
            <a:noFill/>
          </a:ln>
        </p:spPr>
        <p:txBody>
          <a:bodyPr rtlCol="0" anchor="ctr"/>
          <a:lstStyle/>
          <a:p>
            <a:pPr algn="ctr"/>
          </a:p>
        </p:txBody>
      </p:sp>
      <p:sp>
        <p:nvSpPr>
          <p:cNvPr id="897" name="Rectangle 896"/>
          <p:cNvSpPr/>
          <p:nvPr/>
        </p:nvSpPr>
        <p:spPr>
          <a:xfrm>
            <a:off x="5769864" y="2583180"/>
            <a:ext cx="94183" cy="137160"/>
          </a:xfrm>
          <a:prstGeom prst="rect">
            <a:avLst/>
          </a:prstGeom>
          <a:solidFill>
            <a:srgbClr val="E9EDF3"/>
          </a:solidFill>
          <a:ln>
            <a:noFill/>
          </a:ln>
        </p:spPr>
        <p:txBody>
          <a:bodyPr rtlCol="0" anchor="ctr"/>
          <a:lstStyle/>
          <a:p>
            <a:pPr algn="ctr"/>
          </a:p>
        </p:txBody>
      </p:sp>
      <p:sp>
        <p:nvSpPr>
          <p:cNvPr id="898" name="Rectangle 897"/>
          <p:cNvSpPr/>
          <p:nvPr/>
        </p:nvSpPr>
        <p:spPr>
          <a:xfrm>
            <a:off x="5875020" y="2583180"/>
            <a:ext cx="94183" cy="137160"/>
          </a:xfrm>
          <a:prstGeom prst="rect">
            <a:avLst/>
          </a:prstGeom>
          <a:solidFill>
            <a:srgbClr val="E9EDF3"/>
          </a:solidFill>
          <a:ln>
            <a:noFill/>
          </a:ln>
        </p:spPr>
        <p:txBody>
          <a:bodyPr rtlCol="0" anchor="ctr"/>
          <a:lstStyle/>
          <a:p>
            <a:pPr algn="ctr"/>
          </a:p>
        </p:txBody>
      </p:sp>
      <p:sp>
        <p:nvSpPr>
          <p:cNvPr id="899" name="Rectangle 898"/>
          <p:cNvSpPr/>
          <p:nvPr/>
        </p:nvSpPr>
        <p:spPr>
          <a:xfrm>
            <a:off x="5980176" y="2583180"/>
            <a:ext cx="94183" cy="137160"/>
          </a:xfrm>
          <a:prstGeom prst="rect">
            <a:avLst/>
          </a:prstGeom>
          <a:solidFill>
            <a:srgbClr val="F5A623"/>
          </a:solidFill>
          <a:ln>
            <a:noFill/>
          </a:ln>
        </p:spPr>
        <p:txBody>
          <a:bodyPr rtlCol="0" anchor="ctr"/>
          <a:lstStyle/>
          <a:p>
            <a:pPr algn="ctr"/>
          </a:p>
        </p:txBody>
      </p:sp>
      <p:sp>
        <p:nvSpPr>
          <p:cNvPr id="900" name="Rectangle 899"/>
          <p:cNvSpPr/>
          <p:nvPr/>
        </p:nvSpPr>
        <p:spPr>
          <a:xfrm>
            <a:off x="6085332" y="2583180"/>
            <a:ext cx="94183" cy="137160"/>
          </a:xfrm>
          <a:prstGeom prst="rect">
            <a:avLst/>
          </a:prstGeom>
          <a:solidFill>
            <a:srgbClr val="FAD9A0"/>
          </a:solidFill>
          <a:ln>
            <a:noFill/>
          </a:ln>
        </p:spPr>
        <p:txBody>
          <a:bodyPr rtlCol="0" anchor="ctr"/>
          <a:lstStyle/>
          <a:p>
            <a:pPr algn="ctr"/>
          </a:p>
        </p:txBody>
      </p:sp>
      <p:sp>
        <p:nvSpPr>
          <p:cNvPr id="901" name="Rectangle 900"/>
          <p:cNvSpPr/>
          <p:nvPr/>
        </p:nvSpPr>
        <p:spPr>
          <a:xfrm>
            <a:off x="6190488" y="2583180"/>
            <a:ext cx="94183" cy="137160"/>
          </a:xfrm>
          <a:prstGeom prst="rect">
            <a:avLst/>
          </a:prstGeom>
          <a:solidFill>
            <a:srgbClr val="E9EDF3"/>
          </a:solidFill>
          <a:ln>
            <a:noFill/>
          </a:ln>
        </p:spPr>
        <p:txBody>
          <a:bodyPr rtlCol="0" anchor="ctr"/>
          <a:lstStyle/>
          <a:p>
            <a:pPr algn="ctr"/>
          </a:p>
        </p:txBody>
      </p:sp>
      <p:sp>
        <p:nvSpPr>
          <p:cNvPr id="902" name="Rectangle 901"/>
          <p:cNvSpPr/>
          <p:nvPr/>
        </p:nvSpPr>
        <p:spPr>
          <a:xfrm>
            <a:off x="6295644" y="2583180"/>
            <a:ext cx="94183" cy="137160"/>
          </a:xfrm>
          <a:prstGeom prst="rect">
            <a:avLst/>
          </a:prstGeom>
          <a:solidFill>
            <a:srgbClr val="E9EDF3"/>
          </a:solidFill>
          <a:ln>
            <a:noFill/>
          </a:ln>
        </p:spPr>
        <p:txBody>
          <a:bodyPr rtlCol="0" anchor="ctr"/>
          <a:lstStyle/>
          <a:p>
            <a:pPr algn="ctr"/>
          </a:p>
        </p:txBody>
      </p:sp>
      <p:sp>
        <p:nvSpPr>
          <p:cNvPr id="903" name="Rectangle 902"/>
          <p:cNvSpPr/>
          <p:nvPr/>
        </p:nvSpPr>
        <p:spPr>
          <a:xfrm>
            <a:off x="6400800" y="2583180"/>
            <a:ext cx="94183" cy="137160"/>
          </a:xfrm>
          <a:prstGeom prst="rect">
            <a:avLst/>
          </a:prstGeom>
          <a:solidFill>
            <a:srgbClr val="E9EDF3"/>
          </a:solidFill>
          <a:ln>
            <a:noFill/>
          </a:ln>
        </p:spPr>
        <p:txBody>
          <a:bodyPr rtlCol="0" anchor="ctr"/>
          <a:lstStyle/>
          <a:p>
            <a:pPr algn="ctr"/>
          </a:p>
        </p:txBody>
      </p:sp>
      <p:sp>
        <p:nvSpPr>
          <p:cNvPr id="904" name="Rectangle 903"/>
          <p:cNvSpPr/>
          <p:nvPr/>
        </p:nvSpPr>
        <p:spPr>
          <a:xfrm>
            <a:off x="6505956" y="2583180"/>
            <a:ext cx="94183" cy="137160"/>
          </a:xfrm>
          <a:prstGeom prst="rect">
            <a:avLst/>
          </a:prstGeom>
          <a:solidFill>
            <a:srgbClr val="FAD9A0"/>
          </a:solidFill>
          <a:ln>
            <a:noFill/>
          </a:ln>
        </p:spPr>
        <p:txBody>
          <a:bodyPr rtlCol="0" anchor="ctr"/>
          <a:lstStyle/>
          <a:p>
            <a:pPr algn="ctr"/>
          </a:p>
        </p:txBody>
      </p:sp>
      <p:sp>
        <p:nvSpPr>
          <p:cNvPr id="905" name="Rectangle 904"/>
          <p:cNvSpPr/>
          <p:nvPr/>
        </p:nvSpPr>
        <p:spPr>
          <a:xfrm>
            <a:off x="6611112" y="2583180"/>
            <a:ext cx="94183" cy="137160"/>
          </a:xfrm>
          <a:prstGeom prst="rect">
            <a:avLst/>
          </a:prstGeom>
          <a:solidFill>
            <a:srgbClr val="FAD9A0"/>
          </a:solidFill>
          <a:ln>
            <a:noFill/>
          </a:ln>
        </p:spPr>
        <p:txBody>
          <a:bodyPr rtlCol="0" anchor="ctr"/>
          <a:lstStyle/>
          <a:p>
            <a:pPr algn="ctr"/>
          </a:p>
        </p:txBody>
      </p:sp>
      <p:sp>
        <p:nvSpPr>
          <p:cNvPr id="906" name="Rectangle 905"/>
          <p:cNvSpPr/>
          <p:nvPr/>
        </p:nvSpPr>
        <p:spPr>
          <a:xfrm>
            <a:off x="6716268" y="2583180"/>
            <a:ext cx="94183" cy="137160"/>
          </a:xfrm>
          <a:prstGeom prst="rect">
            <a:avLst/>
          </a:prstGeom>
          <a:solidFill>
            <a:srgbClr val="FAD9A0"/>
          </a:solidFill>
          <a:ln>
            <a:noFill/>
          </a:ln>
        </p:spPr>
        <p:txBody>
          <a:bodyPr rtlCol="0" anchor="ctr"/>
          <a:lstStyle/>
          <a:p>
            <a:pPr algn="ctr"/>
          </a:p>
        </p:txBody>
      </p:sp>
      <p:sp>
        <p:nvSpPr>
          <p:cNvPr id="907" name="Rectangle 906"/>
          <p:cNvSpPr/>
          <p:nvPr/>
        </p:nvSpPr>
        <p:spPr>
          <a:xfrm>
            <a:off x="6821424" y="2583180"/>
            <a:ext cx="94183" cy="137160"/>
          </a:xfrm>
          <a:prstGeom prst="rect">
            <a:avLst/>
          </a:prstGeom>
          <a:solidFill>
            <a:srgbClr val="F5A623"/>
          </a:solidFill>
          <a:ln>
            <a:noFill/>
          </a:ln>
        </p:spPr>
        <p:txBody>
          <a:bodyPr rtlCol="0" anchor="ctr"/>
          <a:lstStyle/>
          <a:p>
            <a:pPr algn="ctr"/>
          </a:p>
        </p:txBody>
      </p:sp>
      <p:sp>
        <p:nvSpPr>
          <p:cNvPr id="908" name="Rectangle 907"/>
          <p:cNvSpPr/>
          <p:nvPr/>
        </p:nvSpPr>
        <p:spPr>
          <a:xfrm>
            <a:off x="6926580" y="2583180"/>
            <a:ext cx="94183" cy="137160"/>
          </a:xfrm>
          <a:prstGeom prst="rect">
            <a:avLst/>
          </a:prstGeom>
          <a:solidFill>
            <a:srgbClr val="E9EDF3"/>
          </a:solidFill>
          <a:ln>
            <a:noFill/>
          </a:ln>
        </p:spPr>
        <p:txBody>
          <a:bodyPr rtlCol="0" anchor="ctr"/>
          <a:lstStyle/>
          <a:p>
            <a:pPr algn="ctr"/>
          </a:p>
        </p:txBody>
      </p:sp>
      <p:sp>
        <p:nvSpPr>
          <p:cNvPr id="909" name="Rectangle 908"/>
          <p:cNvSpPr/>
          <p:nvPr/>
        </p:nvSpPr>
        <p:spPr>
          <a:xfrm>
            <a:off x="7031736" y="2583180"/>
            <a:ext cx="94183" cy="137160"/>
          </a:xfrm>
          <a:prstGeom prst="rect">
            <a:avLst/>
          </a:prstGeom>
          <a:solidFill>
            <a:srgbClr val="E9EDF3"/>
          </a:solidFill>
          <a:ln>
            <a:noFill/>
          </a:ln>
        </p:spPr>
        <p:txBody>
          <a:bodyPr rtlCol="0" anchor="ctr"/>
          <a:lstStyle/>
          <a:p>
            <a:pPr algn="ctr"/>
          </a:p>
        </p:txBody>
      </p:sp>
      <p:sp>
        <p:nvSpPr>
          <p:cNvPr id="910" name="Rectangle 909"/>
          <p:cNvSpPr/>
          <p:nvPr/>
        </p:nvSpPr>
        <p:spPr>
          <a:xfrm>
            <a:off x="7136892" y="2583180"/>
            <a:ext cx="94183" cy="137160"/>
          </a:xfrm>
          <a:prstGeom prst="rect">
            <a:avLst/>
          </a:prstGeom>
          <a:solidFill>
            <a:srgbClr val="E9EDF3"/>
          </a:solidFill>
          <a:ln>
            <a:noFill/>
          </a:ln>
        </p:spPr>
        <p:txBody>
          <a:bodyPr rtlCol="0" anchor="ctr"/>
          <a:lstStyle/>
          <a:p>
            <a:pPr algn="ctr"/>
          </a:p>
        </p:txBody>
      </p:sp>
      <p:sp>
        <p:nvSpPr>
          <p:cNvPr id="911" name="Rectangle 910"/>
          <p:cNvSpPr/>
          <p:nvPr/>
        </p:nvSpPr>
        <p:spPr>
          <a:xfrm>
            <a:off x="7242048" y="2583180"/>
            <a:ext cx="94183" cy="137160"/>
          </a:xfrm>
          <a:prstGeom prst="rect">
            <a:avLst/>
          </a:prstGeom>
          <a:solidFill>
            <a:srgbClr val="FAD9A0"/>
          </a:solidFill>
          <a:ln>
            <a:noFill/>
          </a:ln>
        </p:spPr>
        <p:txBody>
          <a:bodyPr rtlCol="0" anchor="ctr"/>
          <a:lstStyle/>
          <a:p>
            <a:pPr algn="ctr"/>
          </a:p>
        </p:txBody>
      </p:sp>
      <p:sp>
        <p:nvSpPr>
          <p:cNvPr id="912" name="Rectangle 911"/>
          <p:cNvSpPr/>
          <p:nvPr/>
        </p:nvSpPr>
        <p:spPr>
          <a:xfrm>
            <a:off x="7347204" y="2583180"/>
            <a:ext cx="94183" cy="137160"/>
          </a:xfrm>
          <a:prstGeom prst="rect">
            <a:avLst/>
          </a:prstGeom>
          <a:solidFill>
            <a:srgbClr val="E9EDF3"/>
          </a:solidFill>
          <a:ln>
            <a:noFill/>
          </a:ln>
        </p:spPr>
        <p:txBody>
          <a:bodyPr rtlCol="0" anchor="ctr"/>
          <a:lstStyle/>
          <a:p>
            <a:pPr algn="ctr"/>
          </a:p>
        </p:txBody>
      </p:sp>
      <p:sp>
        <p:nvSpPr>
          <p:cNvPr id="913" name="Rectangle 912"/>
          <p:cNvSpPr/>
          <p:nvPr/>
        </p:nvSpPr>
        <p:spPr>
          <a:xfrm>
            <a:off x="7452360" y="2583180"/>
            <a:ext cx="94183" cy="137160"/>
          </a:xfrm>
          <a:prstGeom prst="rect">
            <a:avLst/>
          </a:prstGeom>
          <a:solidFill>
            <a:srgbClr val="E9EDF3"/>
          </a:solidFill>
          <a:ln>
            <a:noFill/>
          </a:ln>
        </p:spPr>
        <p:txBody>
          <a:bodyPr rtlCol="0" anchor="ctr"/>
          <a:lstStyle/>
          <a:p>
            <a:pPr algn="ctr"/>
          </a:p>
        </p:txBody>
      </p:sp>
      <p:sp>
        <p:nvSpPr>
          <p:cNvPr id="914" name="Rectangle 913"/>
          <p:cNvSpPr/>
          <p:nvPr/>
        </p:nvSpPr>
        <p:spPr>
          <a:xfrm>
            <a:off x="7557516" y="2583180"/>
            <a:ext cx="94183" cy="137160"/>
          </a:xfrm>
          <a:prstGeom prst="rect">
            <a:avLst/>
          </a:prstGeom>
          <a:solidFill>
            <a:srgbClr val="E9EDF3"/>
          </a:solidFill>
          <a:ln>
            <a:noFill/>
          </a:ln>
        </p:spPr>
        <p:txBody>
          <a:bodyPr rtlCol="0" anchor="ctr"/>
          <a:lstStyle/>
          <a:p>
            <a:pPr algn="ctr"/>
          </a:p>
        </p:txBody>
      </p:sp>
      <p:sp>
        <p:nvSpPr>
          <p:cNvPr id="915" name="Rectangle 914"/>
          <p:cNvSpPr/>
          <p:nvPr/>
        </p:nvSpPr>
        <p:spPr>
          <a:xfrm>
            <a:off x="7662672" y="2583180"/>
            <a:ext cx="94183" cy="137160"/>
          </a:xfrm>
          <a:prstGeom prst="rect">
            <a:avLst/>
          </a:prstGeom>
          <a:solidFill>
            <a:srgbClr val="FAD9A0"/>
          </a:solidFill>
          <a:ln>
            <a:noFill/>
          </a:ln>
        </p:spPr>
        <p:txBody>
          <a:bodyPr rtlCol="0" anchor="ctr"/>
          <a:lstStyle/>
          <a:p>
            <a:pPr algn="ctr"/>
          </a:p>
        </p:txBody>
      </p:sp>
      <p:sp>
        <p:nvSpPr>
          <p:cNvPr id="916" name="Rectangle 915"/>
          <p:cNvSpPr/>
          <p:nvPr/>
        </p:nvSpPr>
        <p:spPr>
          <a:xfrm>
            <a:off x="7767828" y="2583180"/>
            <a:ext cx="94183" cy="137160"/>
          </a:xfrm>
          <a:prstGeom prst="rect">
            <a:avLst/>
          </a:prstGeom>
          <a:solidFill>
            <a:srgbClr val="E9EDF3"/>
          </a:solidFill>
          <a:ln>
            <a:noFill/>
          </a:ln>
        </p:spPr>
        <p:txBody>
          <a:bodyPr rtlCol="0" anchor="ctr"/>
          <a:lstStyle/>
          <a:p>
            <a:pPr algn="ctr"/>
          </a:p>
        </p:txBody>
      </p:sp>
      <p:sp>
        <p:nvSpPr>
          <p:cNvPr id="917" name="Rectangle 916"/>
          <p:cNvSpPr/>
          <p:nvPr/>
        </p:nvSpPr>
        <p:spPr>
          <a:xfrm>
            <a:off x="7872983" y="2583180"/>
            <a:ext cx="94183" cy="137160"/>
          </a:xfrm>
          <a:prstGeom prst="rect">
            <a:avLst/>
          </a:prstGeom>
          <a:solidFill>
            <a:srgbClr val="E9EDF3"/>
          </a:solidFill>
          <a:ln>
            <a:noFill/>
          </a:ln>
        </p:spPr>
        <p:txBody>
          <a:bodyPr rtlCol="0" anchor="ctr"/>
          <a:lstStyle/>
          <a:p>
            <a:pPr algn="ctr"/>
          </a:p>
        </p:txBody>
      </p:sp>
      <p:sp>
        <p:nvSpPr>
          <p:cNvPr id="918" name="Rectangle 917"/>
          <p:cNvSpPr/>
          <p:nvPr/>
        </p:nvSpPr>
        <p:spPr>
          <a:xfrm>
            <a:off x="7978140" y="2583180"/>
            <a:ext cx="94183" cy="137160"/>
          </a:xfrm>
          <a:prstGeom prst="rect">
            <a:avLst/>
          </a:prstGeom>
          <a:solidFill>
            <a:srgbClr val="FAD9A0"/>
          </a:solidFill>
          <a:ln>
            <a:noFill/>
          </a:ln>
        </p:spPr>
        <p:txBody>
          <a:bodyPr rtlCol="0" anchor="ctr"/>
          <a:lstStyle/>
          <a:p>
            <a:pPr algn="ctr"/>
          </a:p>
        </p:txBody>
      </p:sp>
      <p:sp>
        <p:nvSpPr>
          <p:cNvPr id="919" name="Rectangle 918"/>
          <p:cNvSpPr/>
          <p:nvPr/>
        </p:nvSpPr>
        <p:spPr>
          <a:xfrm>
            <a:off x="8083296" y="2583180"/>
            <a:ext cx="94183" cy="137160"/>
          </a:xfrm>
          <a:prstGeom prst="rect">
            <a:avLst/>
          </a:prstGeom>
          <a:solidFill>
            <a:srgbClr val="CA6F1E"/>
          </a:solidFill>
          <a:ln>
            <a:noFill/>
          </a:ln>
        </p:spPr>
        <p:txBody>
          <a:bodyPr rtlCol="0" anchor="ctr"/>
          <a:lstStyle/>
          <a:p>
            <a:pPr algn="ctr"/>
          </a:p>
        </p:txBody>
      </p:sp>
      <p:sp>
        <p:nvSpPr>
          <p:cNvPr id="920" name="Rectangle 919"/>
          <p:cNvSpPr/>
          <p:nvPr/>
        </p:nvSpPr>
        <p:spPr>
          <a:xfrm>
            <a:off x="8188452" y="2583180"/>
            <a:ext cx="94183" cy="137160"/>
          </a:xfrm>
          <a:prstGeom prst="rect">
            <a:avLst/>
          </a:prstGeom>
          <a:solidFill>
            <a:srgbClr val="E9EDF3"/>
          </a:solidFill>
          <a:ln>
            <a:noFill/>
          </a:ln>
        </p:spPr>
        <p:txBody>
          <a:bodyPr rtlCol="0" anchor="ctr"/>
          <a:lstStyle/>
          <a:p>
            <a:pPr algn="ctr"/>
          </a:p>
        </p:txBody>
      </p:sp>
      <p:sp>
        <p:nvSpPr>
          <p:cNvPr id="921" name="TextBox 920"/>
          <p:cNvSpPr txBox="1"/>
          <p:nvPr/>
        </p:nvSpPr>
        <p:spPr>
          <a:xfrm>
            <a:off x="8330183" y="2578608"/>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35</a:t>
            </a:r>
          </a:p>
        </p:txBody>
      </p:sp>
      <p:sp>
        <p:nvSpPr>
          <p:cNvPr id="922" name="TextBox 921"/>
          <p:cNvSpPr txBox="1"/>
          <p:nvPr/>
        </p:nvSpPr>
        <p:spPr>
          <a:xfrm>
            <a:off x="4636008" y="272948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48</a:t>
            </a:r>
          </a:p>
        </p:txBody>
      </p:sp>
      <p:sp>
        <p:nvSpPr>
          <p:cNvPr id="923" name="Rectangle 922"/>
          <p:cNvSpPr/>
          <p:nvPr/>
        </p:nvSpPr>
        <p:spPr>
          <a:xfrm>
            <a:off x="5138928" y="2734056"/>
            <a:ext cx="94183" cy="137160"/>
          </a:xfrm>
          <a:prstGeom prst="rect">
            <a:avLst/>
          </a:prstGeom>
          <a:solidFill>
            <a:srgbClr val="FAD9A0"/>
          </a:solidFill>
          <a:ln>
            <a:noFill/>
          </a:ln>
        </p:spPr>
        <p:txBody>
          <a:bodyPr rtlCol="0" anchor="ctr"/>
          <a:lstStyle/>
          <a:p>
            <a:pPr algn="ctr"/>
          </a:p>
        </p:txBody>
      </p:sp>
      <p:sp>
        <p:nvSpPr>
          <p:cNvPr id="924" name="Rectangle 923"/>
          <p:cNvSpPr/>
          <p:nvPr/>
        </p:nvSpPr>
        <p:spPr>
          <a:xfrm>
            <a:off x="5244084" y="2734056"/>
            <a:ext cx="94183" cy="137160"/>
          </a:xfrm>
          <a:prstGeom prst="rect">
            <a:avLst/>
          </a:prstGeom>
          <a:solidFill>
            <a:srgbClr val="FAD9A0"/>
          </a:solidFill>
          <a:ln>
            <a:noFill/>
          </a:ln>
        </p:spPr>
        <p:txBody>
          <a:bodyPr rtlCol="0" anchor="ctr"/>
          <a:lstStyle/>
          <a:p>
            <a:pPr algn="ctr"/>
          </a:p>
        </p:txBody>
      </p:sp>
      <p:sp>
        <p:nvSpPr>
          <p:cNvPr id="925" name="Rectangle 924"/>
          <p:cNvSpPr/>
          <p:nvPr/>
        </p:nvSpPr>
        <p:spPr>
          <a:xfrm>
            <a:off x="5349240" y="2734056"/>
            <a:ext cx="94183" cy="137160"/>
          </a:xfrm>
          <a:prstGeom prst="rect">
            <a:avLst/>
          </a:prstGeom>
          <a:solidFill>
            <a:srgbClr val="E9EDF3"/>
          </a:solidFill>
          <a:ln>
            <a:noFill/>
          </a:ln>
        </p:spPr>
        <p:txBody>
          <a:bodyPr rtlCol="0" anchor="ctr"/>
          <a:lstStyle/>
          <a:p>
            <a:pPr algn="ctr"/>
          </a:p>
        </p:txBody>
      </p:sp>
      <p:sp>
        <p:nvSpPr>
          <p:cNvPr id="926" name="Rectangle 925"/>
          <p:cNvSpPr/>
          <p:nvPr/>
        </p:nvSpPr>
        <p:spPr>
          <a:xfrm>
            <a:off x="5454396" y="2734056"/>
            <a:ext cx="94183" cy="137160"/>
          </a:xfrm>
          <a:prstGeom prst="rect">
            <a:avLst/>
          </a:prstGeom>
          <a:solidFill>
            <a:srgbClr val="FAD9A0"/>
          </a:solidFill>
          <a:ln>
            <a:noFill/>
          </a:ln>
        </p:spPr>
        <p:txBody>
          <a:bodyPr rtlCol="0" anchor="ctr"/>
          <a:lstStyle/>
          <a:p>
            <a:pPr algn="ctr"/>
          </a:p>
        </p:txBody>
      </p:sp>
      <p:sp>
        <p:nvSpPr>
          <p:cNvPr id="927" name="Rectangle 926"/>
          <p:cNvSpPr/>
          <p:nvPr/>
        </p:nvSpPr>
        <p:spPr>
          <a:xfrm>
            <a:off x="5559552" y="2734056"/>
            <a:ext cx="94183" cy="137160"/>
          </a:xfrm>
          <a:prstGeom prst="rect">
            <a:avLst/>
          </a:prstGeom>
          <a:solidFill>
            <a:srgbClr val="F5A623"/>
          </a:solidFill>
          <a:ln>
            <a:noFill/>
          </a:ln>
        </p:spPr>
        <p:txBody>
          <a:bodyPr rtlCol="0" anchor="ctr"/>
          <a:lstStyle/>
          <a:p>
            <a:pPr algn="ctr"/>
          </a:p>
        </p:txBody>
      </p:sp>
      <p:sp>
        <p:nvSpPr>
          <p:cNvPr id="928" name="Rectangle 927"/>
          <p:cNvSpPr/>
          <p:nvPr/>
        </p:nvSpPr>
        <p:spPr>
          <a:xfrm>
            <a:off x="5664708" y="2734056"/>
            <a:ext cx="94183" cy="137160"/>
          </a:xfrm>
          <a:prstGeom prst="rect">
            <a:avLst/>
          </a:prstGeom>
          <a:solidFill>
            <a:srgbClr val="F5A623"/>
          </a:solidFill>
          <a:ln>
            <a:noFill/>
          </a:ln>
        </p:spPr>
        <p:txBody>
          <a:bodyPr rtlCol="0" anchor="ctr"/>
          <a:lstStyle/>
          <a:p>
            <a:pPr algn="ctr"/>
          </a:p>
        </p:txBody>
      </p:sp>
      <p:sp>
        <p:nvSpPr>
          <p:cNvPr id="929" name="Rectangle 928"/>
          <p:cNvSpPr/>
          <p:nvPr/>
        </p:nvSpPr>
        <p:spPr>
          <a:xfrm>
            <a:off x="5769864" y="2734056"/>
            <a:ext cx="94183" cy="137160"/>
          </a:xfrm>
          <a:prstGeom prst="rect">
            <a:avLst/>
          </a:prstGeom>
          <a:solidFill>
            <a:srgbClr val="FAD9A0"/>
          </a:solidFill>
          <a:ln>
            <a:noFill/>
          </a:ln>
        </p:spPr>
        <p:txBody>
          <a:bodyPr rtlCol="0" anchor="ctr"/>
          <a:lstStyle/>
          <a:p>
            <a:pPr algn="ctr"/>
          </a:p>
        </p:txBody>
      </p:sp>
      <p:sp>
        <p:nvSpPr>
          <p:cNvPr id="930" name="Rectangle 929"/>
          <p:cNvSpPr/>
          <p:nvPr/>
        </p:nvSpPr>
        <p:spPr>
          <a:xfrm>
            <a:off x="5875020" y="2734056"/>
            <a:ext cx="94183" cy="137160"/>
          </a:xfrm>
          <a:prstGeom prst="rect">
            <a:avLst/>
          </a:prstGeom>
          <a:solidFill>
            <a:srgbClr val="FAD9A0"/>
          </a:solidFill>
          <a:ln>
            <a:noFill/>
          </a:ln>
        </p:spPr>
        <p:txBody>
          <a:bodyPr rtlCol="0" anchor="ctr"/>
          <a:lstStyle/>
          <a:p>
            <a:pPr algn="ctr"/>
          </a:p>
        </p:txBody>
      </p:sp>
      <p:sp>
        <p:nvSpPr>
          <p:cNvPr id="931" name="Rectangle 930"/>
          <p:cNvSpPr/>
          <p:nvPr/>
        </p:nvSpPr>
        <p:spPr>
          <a:xfrm>
            <a:off x="5980176" y="2734056"/>
            <a:ext cx="94183" cy="137160"/>
          </a:xfrm>
          <a:prstGeom prst="rect">
            <a:avLst/>
          </a:prstGeom>
          <a:solidFill>
            <a:srgbClr val="FAD9A0"/>
          </a:solidFill>
          <a:ln>
            <a:noFill/>
          </a:ln>
        </p:spPr>
        <p:txBody>
          <a:bodyPr rtlCol="0" anchor="ctr"/>
          <a:lstStyle/>
          <a:p>
            <a:pPr algn="ctr"/>
          </a:p>
        </p:txBody>
      </p:sp>
      <p:sp>
        <p:nvSpPr>
          <p:cNvPr id="932" name="Rectangle 931"/>
          <p:cNvSpPr/>
          <p:nvPr/>
        </p:nvSpPr>
        <p:spPr>
          <a:xfrm>
            <a:off x="6085332" y="2734056"/>
            <a:ext cx="94183" cy="137160"/>
          </a:xfrm>
          <a:prstGeom prst="rect">
            <a:avLst/>
          </a:prstGeom>
          <a:solidFill>
            <a:srgbClr val="FAD9A0"/>
          </a:solidFill>
          <a:ln>
            <a:noFill/>
          </a:ln>
        </p:spPr>
        <p:txBody>
          <a:bodyPr rtlCol="0" anchor="ctr"/>
          <a:lstStyle/>
          <a:p>
            <a:pPr algn="ctr"/>
          </a:p>
        </p:txBody>
      </p:sp>
      <p:sp>
        <p:nvSpPr>
          <p:cNvPr id="933" name="Rectangle 932"/>
          <p:cNvSpPr/>
          <p:nvPr/>
        </p:nvSpPr>
        <p:spPr>
          <a:xfrm>
            <a:off x="6190488" y="2734056"/>
            <a:ext cx="94183" cy="137160"/>
          </a:xfrm>
          <a:prstGeom prst="rect">
            <a:avLst/>
          </a:prstGeom>
          <a:solidFill>
            <a:srgbClr val="E9EDF3"/>
          </a:solidFill>
          <a:ln>
            <a:noFill/>
          </a:ln>
        </p:spPr>
        <p:txBody>
          <a:bodyPr rtlCol="0" anchor="ctr"/>
          <a:lstStyle/>
          <a:p>
            <a:pPr algn="ctr"/>
          </a:p>
        </p:txBody>
      </p:sp>
      <p:sp>
        <p:nvSpPr>
          <p:cNvPr id="934" name="Rectangle 933"/>
          <p:cNvSpPr/>
          <p:nvPr/>
        </p:nvSpPr>
        <p:spPr>
          <a:xfrm>
            <a:off x="6295644" y="2734056"/>
            <a:ext cx="94183" cy="137160"/>
          </a:xfrm>
          <a:prstGeom prst="rect">
            <a:avLst/>
          </a:prstGeom>
          <a:solidFill>
            <a:srgbClr val="FAD9A0"/>
          </a:solidFill>
          <a:ln>
            <a:noFill/>
          </a:ln>
        </p:spPr>
        <p:txBody>
          <a:bodyPr rtlCol="0" anchor="ctr"/>
          <a:lstStyle/>
          <a:p>
            <a:pPr algn="ctr"/>
          </a:p>
        </p:txBody>
      </p:sp>
      <p:sp>
        <p:nvSpPr>
          <p:cNvPr id="935" name="Rectangle 934"/>
          <p:cNvSpPr/>
          <p:nvPr/>
        </p:nvSpPr>
        <p:spPr>
          <a:xfrm>
            <a:off x="6400800" y="2734056"/>
            <a:ext cx="94183" cy="137160"/>
          </a:xfrm>
          <a:prstGeom prst="rect">
            <a:avLst/>
          </a:prstGeom>
          <a:solidFill>
            <a:srgbClr val="E9EDF3"/>
          </a:solidFill>
          <a:ln>
            <a:noFill/>
          </a:ln>
        </p:spPr>
        <p:txBody>
          <a:bodyPr rtlCol="0" anchor="ctr"/>
          <a:lstStyle/>
          <a:p>
            <a:pPr algn="ctr"/>
          </a:p>
        </p:txBody>
      </p:sp>
      <p:sp>
        <p:nvSpPr>
          <p:cNvPr id="936" name="Rectangle 935"/>
          <p:cNvSpPr/>
          <p:nvPr/>
        </p:nvSpPr>
        <p:spPr>
          <a:xfrm>
            <a:off x="6505956" y="2734056"/>
            <a:ext cx="94183" cy="137160"/>
          </a:xfrm>
          <a:prstGeom prst="rect">
            <a:avLst/>
          </a:prstGeom>
          <a:solidFill>
            <a:srgbClr val="E9EDF3"/>
          </a:solidFill>
          <a:ln>
            <a:noFill/>
          </a:ln>
        </p:spPr>
        <p:txBody>
          <a:bodyPr rtlCol="0" anchor="ctr"/>
          <a:lstStyle/>
          <a:p>
            <a:pPr algn="ctr"/>
          </a:p>
        </p:txBody>
      </p:sp>
      <p:sp>
        <p:nvSpPr>
          <p:cNvPr id="937" name="Rectangle 936"/>
          <p:cNvSpPr/>
          <p:nvPr/>
        </p:nvSpPr>
        <p:spPr>
          <a:xfrm>
            <a:off x="6611112" y="2734056"/>
            <a:ext cx="94183" cy="137160"/>
          </a:xfrm>
          <a:prstGeom prst="rect">
            <a:avLst/>
          </a:prstGeom>
          <a:solidFill>
            <a:srgbClr val="FAD9A0"/>
          </a:solidFill>
          <a:ln>
            <a:noFill/>
          </a:ln>
        </p:spPr>
        <p:txBody>
          <a:bodyPr rtlCol="0" anchor="ctr"/>
          <a:lstStyle/>
          <a:p>
            <a:pPr algn="ctr"/>
          </a:p>
        </p:txBody>
      </p:sp>
      <p:sp>
        <p:nvSpPr>
          <p:cNvPr id="938" name="Rectangle 937"/>
          <p:cNvSpPr/>
          <p:nvPr/>
        </p:nvSpPr>
        <p:spPr>
          <a:xfrm>
            <a:off x="6716268" y="2734056"/>
            <a:ext cx="94183" cy="137160"/>
          </a:xfrm>
          <a:prstGeom prst="rect">
            <a:avLst/>
          </a:prstGeom>
          <a:solidFill>
            <a:srgbClr val="E9EDF3"/>
          </a:solidFill>
          <a:ln>
            <a:noFill/>
          </a:ln>
        </p:spPr>
        <p:txBody>
          <a:bodyPr rtlCol="0" anchor="ctr"/>
          <a:lstStyle/>
          <a:p>
            <a:pPr algn="ctr"/>
          </a:p>
        </p:txBody>
      </p:sp>
      <p:sp>
        <p:nvSpPr>
          <p:cNvPr id="939" name="Rectangle 938"/>
          <p:cNvSpPr/>
          <p:nvPr/>
        </p:nvSpPr>
        <p:spPr>
          <a:xfrm>
            <a:off x="6821424" y="2734056"/>
            <a:ext cx="94183" cy="137160"/>
          </a:xfrm>
          <a:prstGeom prst="rect">
            <a:avLst/>
          </a:prstGeom>
          <a:solidFill>
            <a:srgbClr val="FAD9A0"/>
          </a:solidFill>
          <a:ln>
            <a:noFill/>
          </a:ln>
        </p:spPr>
        <p:txBody>
          <a:bodyPr rtlCol="0" anchor="ctr"/>
          <a:lstStyle/>
          <a:p>
            <a:pPr algn="ctr"/>
          </a:p>
        </p:txBody>
      </p:sp>
      <p:sp>
        <p:nvSpPr>
          <p:cNvPr id="940" name="Rectangle 939"/>
          <p:cNvSpPr/>
          <p:nvPr/>
        </p:nvSpPr>
        <p:spPr>
          <a:xfrm>
            <a:off x="6926580" y="2734056"/>
            <a:ext cx="94183" cy="137160"/>
          </a:xfrm>
          <a:prstGeom prst="rect">
            <a:avLst/>
          </a:prstGeom>
          <a:solidFill>
            <a:srgbClr val="E9EDF3"/>
          </a:solidFill>
          <a:ln>
            <a:noFill/>
          </a:ln>
        </p:spPr>
        <p:txBody>
          <a:bodyPr rtlCol="0" anchor="ctr"/>
          <a:lstStyle/>
          <a:p>
            <a:pPr algn="ctr"/>
          </a:p>
        </p:txBody>
      </p:sp>
      <p:sp>
        <p:nvSpPr>
          <p:cNvPr id="941" name="Rectangle 940"/>
          <p:cNvSpPr/>
          <p:nvPr/>
        </p:nvSpPr>
        <p:spPr>
          <a:xfrm>
            <a:off x="7031736" y="2734056"/>
            <a:ext cx="94183" cy="137160"/>
          </a:xfrm>
          <a:prstGeom prst="rect">
            <a:avLst/>
          </a:prstGeom>
          <a:solidFill>
            <a:srgbClr val="E9EDF3"/>
          </a:solidFill>
          <a:ln>
            <a:noFill/>
          </a:ln>
        </p:spPr>
        <p:txBody>
          <a:bodyPr rtlCol="0" anchor="ctr"/>
          <a:lstStyle/>
          <a:p>
            <a:pPr algn="ctr"/>
          </a:p>
        </p:txBody>
      </p:sp>
      <p:sp>
        <p:nvSpPr>
          <p:cNvPr id="942" name="Rectangle 941"/>
          <p:cNvSpPr/>
          <p:nvPr/>
        </p:nvSpPr>
        <p:spPr>
          <a:xfrm>
            <a:off x="7136892" y="2734056"/>
            <a:ext cx="94183" cy="137160"/>
          </a:xfrm>
          <a:prstGeom prst="rect">
            <a:avLst/>
          </a:prstGeom>
          <a:solidFill>
            <a:srgbClr val="E9EDF3"/>
          </a:solidFill>
          <a:ln>
            <a:noFill/>
          </a:ln>
        </p:spPr>
        <p:txBody>
          <a:bodyPr rtlCol="0" anchor="ctr"/>
          <a:lstStyle/>
          <a:p>
            <a:pPr algn="ctr"/>
          </a:p>
        </p:txBody>
      </p:sp>
      <p:sp>
        <p:nvSpPr>
          <p:cNvPr id="943" name="Rectangle 942"/>
          <p:cNvSpPr/>
          <p:nvPr/>
        </p:nvSpPr>
        <p:spPr>
          <a:xfrm>
            <a:off x="7242048" y="2734056"/>
            <a:ext cx="94183" cy="137160"/>
          </a:xfrm>
          <a:prstGeom prst="rect">
            <a:avLst/>
          </a:prstGeom>
          <a:solidFill>
            <a:srgbClr val="FAD9A0"/>
          </a:solidFill>
          <a:ln>
            <a:noFill/>
          </a:ln>
        </p:spPr>
        <p:txBody>
          <a:bodyPr rtlCol="0" anchor="ctr"/>
          <a:lstStyle/>
          <a:p>
            <a:pPr algn="ctr"/>
          </a:p>
        </p:txBody>
      </p:sp>
      <p:sp>
        <p:nvSpPr>
          <p:cNvPr id="944" name="Rectangle 943"/>
          <p:cNvSpPr/>
          <p:nvPr/>
        </p:nvSpPr>
        <p:spPr>
          <a:xfrm>
            <a:off x="7347204" y="2734056"/>
            <a:ext cx="94183" cy="137160"/>
          </a:xfrm>
          <a:prstGeom prst="rect">
            <a:avLst/>
          </a:prstGeom>
          <a:solidFill>
            <a:srgbClr val="FAD9A0"/>
          </a:solidFill>
          <a:ln>
            <a:noFill/>
          </a:ln>
        </p:spPr>
        <p:txBody>
          <a:bodyPr rtlCol="0" anchor="ctr"/>
          <a:lstStyle/>
          <a:p>
            <a:pPr algn="ctr"/>
          </a:p>
        </p:txBody>
      </p:sp>
      <p:sp>
        <p:nvSpPr>
          <p:cNvPr id="945" name="Rectangle 944"/>
          <p:cNvSpPr/>
          <p:nvPr/>
        </p:nvSpPr>
        <p:spPr>
          <a:xfrm>
            <a:off x="7452360" y="2734056"/>
            <a:ext cx="94183" cy="137160"/>
          </a:xfrm>
          <a:prstGeom prst="rect">
            <a:avLst/>
          </a:prstGeom>
          <a:solidFill>
            <a:srgbClr val="FAD9A0"/>
          </a:solidFill>
          <a:ln>
            <a:noFill/>
          </a:ln>
        </p:spPr>
        <p:txBody>
          <a:bodyPr rtlCol="0" anchor="ctr"/>
          <a:lstStyle/>
          <a:p>
            <a:pPr algn="ctr"/>
          </a:p>
        </p:txBody>
      </p:sp>
      <p:sp>
        <p:nvSpPr>
          <p:cNvPr id="946" name="Rectangle 945"/>
          <p:cNvSpPr/>
          <p:nvPr/>
        </p:nvSpPr>
        <p:spPr>
          <a:xfrm>
            <a:off x="7557516" y="2734056"/>
            <a:ext cx="94183" cy="137160"/>
          </a:xfrm>
          <a:prstGeom prst="rect">
            <a:avLst/>
          </a:prstGeom>
          <a:solidFill>
            <a:srgbClr val="E9EDF3"/>
          </a:solidFill>
          <a:ln>
            <a:noFill/>
          </a:ln>
        </p:spPr>
        <p:txBody>
          <a:bodyPr rtlCol="0" anchor="ctr"/>
          <a:lstStyle/>
          <a:p>
            <a:pPr algn="ctr"/>
          </a:p>
        </p:txBody>
      </p:sp>
      <p:sp>
        <p:nvSpPr>
          <p:cNvPr id="947" name="Rectangle 946"/>
          <p:cNvSpPr/>
          <p:nvPr/>
        </p:nvSpPr>
        <p:spPr>
          <a:xfrm>
            <a:off x="7662672" y="2734056"/>
            <a:ext cx="94183" cy="137160"/>
          </a:xfrm>
          <a:prstGeom prst="rect">
            <a:avLst/>
          </a:prstGeom>
          <a:solidFill>
            <a:srgbClr val="E9EDF3"/>
          </a:solidFill>
          <a:ln>
            <a:noFill/>
          </a:ln>
        </p:spPr>
        <p:txBody>
          <a:bodyPr rtlCol="0" anchor="ctr"/>
          <a:lstStyle/>
          <a:p>
            <a:pPr algn="ctr"/>
          </a:p>
        </p:txBody>
      </p:sp>
      <p:sp>
        <p:nvSpPr>
          <p:cNvPr id="948" name="Rectangle 947"/>
          <p:cNvSpPr/>
          <p:nvPr/>
        </p:nvSpPr>
        <p:spPr>
          <a:xfrm>
            <a:off x="7767828" y="2734056"/>
            <a:ext cx="94183" cy="137160"/>
          </a:xfrm>
          <a:prstGeom prst="rect">
            <a:avLst/>
          </a:prstGeom>
          <a:solidFill>
            <a:srgbClr val="E9EDF3"/>
          </a:solidFill>
          <a:ln>
            <a:noFill/>
          </a:ln>
        </p:spPr>
        <p:txBody>
          <a:bodyPr rtlCol="0" anchor="ctr"/>
          <a:lstStyle/>
          <a:p>
            <a:pPr algn="ctr"/>
          </a:p>
        </p:txBody>
      </p:sp>
      <p:sp>
        <p:nvSpPr>
          <p:cNvPr id="949" name="Rectangle 948"/>
          <p:cNvSpPr/>
          <p:nvPr/>
        </p:nvSpPr>
        <p:spPr>
          <a:xfrm>
            <a:off x="7872983" y="2734056"/>
            <a:ext cx="94183" cy="137160"/>
          </a:xfrm>
          <a:prstGeom prst="rect">
            <a:avLst/>
          </a:prstGeom>
          <a:solidFill>
            <a:srgbClr val="E9EDF3"/>
          </a:solidFill>
          <a:ln>
            <a:noFill/>
          </a:ln>
        </p:spPr>
        <p:txBody>
          <a:bodyPr rtlCol="0" anchor="ctr"/>
          <a:lstStyle/>
          <a:p>
            <a:pPr algn="ctr"/>
          </a:p>
        </p:txBody>
      </p:sp>
      <p:sp>
        <p:nvSpPr>
          <p:cNvPr id="950" name="Rectangle 949"/>
          <p:cNvSpPr/>
          <p:nvPr/>
        </p:nvSpPr>
        <p:spPr>
          <a:xfrm>
            <a:off x="7978140" y="2734056"/>
            <a:ext cx="94183" cy="137160"/>
          </a:xfrm>
          <a:prstGeom prst="rect">
            <a:avLst/>
          </a:prstGeom>
          <a:solidFill>
            <a:srgbClr val="E9EDF3"/>
          </a:solidFill>
          <a:ln>
            <a:noFill/>
          </a:ln>
        </p:spPr>
        <p:txBody>
          <a:bodyPr rtlCol="0" anchor="ctr"/>
          <a:lstStyle/>
          <a:p>
            <a:pPr algn="ctr"/>
          </a:p>
        </p:txBody>
      </p:sp>
      <p:sp>
        <p:nvSpPr>
          <p:cNvPr id="951" name="Rectangle 950"/>
          <p:cNvSpPr/>
          <p:nvPr/>
        </p:nvSpPr>
        <p:spPr>
          <a:xfrm>
            <a:off x="8083296" y="2734056"/>
            <a:ext cx="94183" cy="137160"/>
          </a:xfrm>
          <a:prstGeom prst="rect">
            <a:avLst/>
          </a:prstGeom>
          <a:solidFill>
            <a:srgbClr val="F5A623"/>
          </a:solidFill>
          <a:ln>
            <a:noFill/>
          </a:ln>
        </p:spPr>
        <p:txBody>
          <a:bodyPr rtlCol="0" anchor="ctr"/>
          <a:lstStyle/>
          <a:p>
            <a:pPr algn="ctr"/>
          </a:p>
        </p:txBody>
      </p:sp>
      <p:sp>
        <p:nvSpPr>
          <p:cNvPr id="952" name="Rectangle 951"/>
          <p:cNvSpPr/>
          <p:nvPr/>
        </p:nvSpPr>
        <p:spPr>
          <a:xfrm>
            <a:off x="8188452" y="2734056"/>
            <a:ext cx="94183" cy="137160"/>
          </a:xfrm>
          <a:prstGeom prst="rect">
            <a:avLst/>
          </a:prstGeom>
          <a:solidFill>
            <a:srgbClr val="E9EDF3"/>
          </a:solidFill>
          <a:ln>
            <a:noFill/>
          </a:ln>
        </p:spPr>
        <p:txBody>
          <a:bodyPr rtlCol="0" anchor="ctr"/>
          <a:lstStyle/>
          <a:p>
            <a:pPr algn="ctr"/>
          </a:p>
        </p:txBody>
      </p:sp>
      <p:sp>
        <p:nvSpPr>
          <p:cNvPr id="953" name="TextBox 952"/>
          <p:cNvSpPr txBox="1"/>
          <p:nvPr/>
        </p:nvSpPr>
        <p:spPr>
          <a:xfrm>
            <a:off x="8330183" y="2729484"/>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33</a:t>
            </a:r>
          </a:p>
        </p:txBody>
      </p:sp>
      <p:sp>
        <p:nvSpPr>
          <p:cNvPr id="954" name="TextBox 953"/>
          <p:cNvSpPr txBox="1"/>
          <p:nvPr/>
        </p:nvSpPr>
        <p:spPr>
          <a:xfrm>
            <a:off x="4636008" y="288036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30</a:t>
            </a:r>
          </a:p>
        </p:txBody>
      </p:sp>
      <p:sp>
        <p:nvSpPr>
          <p:cNvPr id="955" name="Rectangle 954"/>
          <p:cNvSpPr/>
          <p:nvPr/>
        </p:nvSpPr>
        <p:spPr>
          <a:xfrm>
            <a:off x="5138928" y="2884932"/>
            <a:ext cx="94183" cy="137160"/>
          </a:xfrm>
          <a:prstGeom prst="rect">
            <a:avLst/>
          </a:prstGeom>
          <a:solidFill>
            <a:srgbClr val="E9EDF3"/>
          </a:solidFill>
          <a:ln>
            <a:noFill/>
          </a:ln>
        </p:spPr>
        <p:txBody>
          <a:bodyPr rtlCol="0" anchor="ctr"/>
          <a:lstStyle/>
          <a:p>
            <a:pPr algn="ctr"/>
          </a:p>
        </p:txBody>
      </p:sp>
      <p:sp>
        <p:nvSpPr>
          <p:cNvPr id="956" name="Rectangle 955"/>
          <p:cNvSpPr/>
          <p:nvPr/>
        </p:nvSpPr>
        <p:spPr>
          <a:xfrm>
            <a:off x="5244084" y="2884932"/>
            <a:ext cx="94183" cy="137160"/>
          </a:xfrm>
          <a:prstGeom prst="rect">
            <a:avLst/>
          </a:prstGeom>
          <a:solidFill>
            <a:srgbClr val="F5A623"/>
          </a:solidFill>
          <a:ln>
            <a:noFill/>
          </a:ln>
        </p:spPr>
        <p:txBody>
          <a:bodyPr rtlCol="0" anchor="ctr"/>
          <a:lstStyle/>
          <a:p>
            <a:pPr algn="ctr"/>
          </a:p>
        </p:txBody>
      </p:sp>
      <p:sp>
        <p:nvSpPr>
          <p:cNvPr id="957" name="Rectangle 956"/>
          <p:cNvSpPr/>
          <p:nvPr/>
        </p:nvSpPr>
        <p:spPr>
          <a:xfrm>
            <a:off x="5349240" y="2884932"/>
            <a:ext cx="94183" cy="137160"/>
          </a:xfrm>
          <a:prstGeom prst="rect">
            <a:avLst/>
          </a:prstGeom>
          <a:solidFill>
            <a:srgbClr val="FAD9A0"/>
          </a:solidFill>
          <a:ln>
            <a:noFill/>
          </a:ln>
        </p:spPr>
        <p:txBody>
          <a:bodyPr rtlCol="0" anchor="ctr"/>
          <a:lstStyle/>
          <a:p>
            <a:pPr algn="ctr"/>
          </a:p>
        </p:txBody>
      </p:sp>
      <p:sp>
        <p:nvSpPr>
          <p:cNvPr id="958" name="Rectangle 957"/>
          <p:cNvSpPr/>
          <p:nvPr/>
        </p:nvSpPr>
        <p:spPr>
          <a:xfrm>
            <a:off x="5454396" y="2884932"/>
            <a:ext cx="94183" cy="137160"/>
          </a:xfrm>
          <a:prstGeom prst="rect">
            <a:avLst/>
          </a:prstGeom>
          <a:solidFill>
            <a:srgbClr val="F5A623"/>
          </a:solidFill>
          <a:ln>
            <a:noFill/>
          </a:ln>
        </p:spPr>
        <p:txBody>
          <a:bodyPr rtlCol="0" anchor="ctr"/>
          <a:lstStyle/>
          <a:p>
            <a:pPr algn="ctr"/>
          </a:p>
        </p:txBody>
      </p:sp>
      <p:sp>
        <p:nvSpPr>
          <p:cNvPr id="959" name="Rectangle 958"/>
          <p:cNvSpPr/>
          <p:nvPr/>
        </p:nvSpPr>
        <p:spPr>
          <a:xfrm>
            <a:off x="5559552" y="2884932"/>
            <a:ext cx="94183" cy="137160"/>
          </a:xfrm>
          <a:prstGeom prst="rect">
            <a:avLst/>
          </a:prstGeom>
          <a:solidFill>
            <a:srgbClr val="E9EDF3"/>
          </a:solidFill>
          <a:ln>
            <a:noFill/>
          </a:ln>
        </p:spPr>
        <p:txBody>
          <a:bodyPr rtlCol="0" anchor="ctr"/>
          <a:lstStyle/>
          <a:p>
            <a:pPr algn="ctr"/>
          </a:p>
        </p:txBody>
      </p:sp>
      <p:sp>
        <p:nvSpPr>
          <p:cNvPr id="960" name="Rectangle 959"/>
          <p:cNvSpPr/>
          <p:nvPr/>
        </p:nvSpPr>
        <p:spPr>
          <a:xfrm>
            <a:off x="5664708" y="2884932"/>
            <a:ext cx="94183" cy="137160"/>
          </a:xfrm>
          <a:prstGeom prst="rect">
            <a:avLst/>
          </a:prstGeom>
          <a:solidFill>
            <a:srgbClr val="E9EDF3"/>
          </a:solidFill>
          <a:ln>
            <a:noFill/>
          </a:ln>
        </p:spPr>
        <p:txBody>
          <a:bodyPr rtlCol="0" anchor="ctr"/>
          <a:lstStyle/>
          <a:p>
            <a:pPr algn="ctr"/>
          </a:p>
        </p:txBody>
      </p:sp>
      <p:sp>
        <p:nvSpPr>
          <p:cNvPr id="961" name="Rectangle 960"/>
          <p:cNvSpPr/>
          <p:nvPr/>
        </p:nvSpPr>
        <p:spPr>
          <a:xfrm>
            <a:off x="5769864" y="2884932"/>
            <a:ext cx="94183" cy="137160"/>
          </a:xfrm>
          <a:prstGeom prst="rect">
            <a:avLst/>
          </a:prstGeom>
          <a:solidFill>
            <a:srgbClr val="E9EDF3"/>
          </a:solidFill>
          <a:ln>
            <a:noFill/>
          </a:ln>
        </p:spPr>
        <p:txBody>
          <a:bodyPr rtlCol="0" anchor="ctr"/>
          <a:lstStyle/>
          <a:p>
            <a:pPr algn="ctr"/>
          </a:p>
        </p:txBody>
      </p:sp>
      <p:sp>
        <p:nvSpPr>
          <p:cNvPr id="962" name="Rectangle 961"/>
          <p:cNvSpPr/>
          <p:nvPr/>
        </p:nvSpPr>
        <p:spPr>
          <a:xfrm>
            <a:off x="5875020" y="2884932"/>
            <a:ext cx="94183" cy="137160"/>
          </a:xfrm>
          <a:prstGeom prst="rect">
            <a:avLst/>
          </a:prstGeom>
          <a:solidFill>
            <a:srgbClr val="E9EDF3"/>
          </a:solidFill>
          <a:ln>
            <a:noFill/>
          </a:ln>
        </p:spPr>
        <p:txBody>
          <a:bodyPr rtlCol="0" anchor="ctr"/>
          <a:lstStyle/>
          <a:p>
            <a:pPr algn="ctr"/>
          </a:p>
        </p:txBody>
      </p:sp>
      <p:sp>
        <p:nvSpPr>
          <p:cNvPr id="963" name="Rectangle 962"/>
          <p:cNvSpPr/>
          <p:nvPr/>
        </p:nvSpPr>
        <p:spPr>
          <a:xfrm>
            <a:off x="5980176" y="2884932"/>
            <a:ext cx="94183" cy="137160"/>
          </a:xfrm>
          <a:prstGeom prst="rect">
            <a:avLst/>
          </a:prstGeom>
          <a:solidFill>
            <a:srgbClr val="CA6F1E"/>
          </a:solidFill>
          <a:ln>
            <a:noFill/>
          </a:ln>
        </p:spPr>
        <p:txBody>
          <a:bodyPr rtlCol="0" anchor="ctr"/>
          <a:lstStyle/>
          <a:p>
            <a:pPr algn="ctr"/>
          </a:p>
        </p:txBody>
      </p:sp>
      <p:sp>
        <p:nvSpPr>
          <p:cNvPr id="964" name="Rectangle 963"/>
          <p:cNvSpPr/>
          <p:nvPr/>
        </p:nvSpPr>
        <p:spPr>
          <a:xfrm>
            <a:off x="6085332" y="2884932"/>
            <a:ext cx="94183" cy="137160"/>
          </a:xfrm>
          <a:prstGeom prst="rect">
            <a:avLst/>
          </a:prstGeom>
          <a:solidFill>
            <a:srgbClr val="E9EDF3"/>
          </a:solidFill>
          <a:ln>
            <a:noFill/>
          </a:ln>
        </p:spPr>
        <p:txBody>
          <a:bodyPr rtlCol="0" anchor="ctr"/>
          <a:lstStyle/>
          <a:p>
            <a:pPr algn="ctr"/>
          </a:p>
        </p:txBody>
      </p:sp>
      <p:sp>
        <p:nvSpPr>
          <p:cNvPr id="965" name="Rectangle 964"/>
          <p:cNvSpPr/>
          <p:nvPr/>
        </p:nvSpPr>
        <p:spPr>
          <a:xfrm>
            <a:off x="6190488" y="2884932"/>
            <a:ext cx="94183" cy="137160"/>
          </a:xfrm>
          <a:prstGeom prst="rect">
            <a:avLst/>
          </a:prstGeom>
          <a:solidFill>
            <a:srgbClr val="E9EDF3"/>
          </a:solidFill>
          <a:ln>
            <a:noFill/>
          </a:ln>
        </p:spPr>
        <p:txBody>
          <a:bodyPr rtlCol="0" anchor="ctr"/>
          <a:lstStyle/>
          <a:p>
            <a:pPr algn="ctr"/>
          </a:p>
        </p:txBody>
      </p:sp>
      <p:sp>
        <p:nvSpPr>
          <p:cNvPr id="966" name="Rectangle 965"/>
          <p:cNvSpPr/>
          <p:nvPr/>
        </p:nvSpPr>
        <p:spPr>
          <a:xfrm>
            <a:off x="6295644" y="2884932"/>
            <a:ext cx="94183" cy="137160"/>
          </a:xfrm>
          <a:prstGeom prst="rect">
            <a:avLst/>
          </a:prstGeom>
          <a:solidFill>
            <a:srgbClr val="FAD9A0"/>
          </a:solidFill>
          <a:ln>
            <a:noFill/>
          </a:ln>
        </p:spPr>
        <p:txBody>
          <a:bodyPr rtlCol="0" anchor="ctr"/>
          <a:lstStyle/>
          <a:p>
            <a:pPr algn="ctr"/>
          </a:p>
        </p:txBody>
      </p:sp>
      <p:sp>
        <p:nvSpPr>
          <p:cNvPr id="967" name="Rectangle 966"/>
          <p:cNvSpPr/>
          <p:nvPr/>
        </p:nvSpPr>
        <p:spPr>
          <a:xfrm>
            <a:off x="6400800" y="2884932"/>
            <a:ext cx="94183" cy="137160"/>
          </a:xfrm>
          <a:prstGeom prst="rect">
            <a:avLst/>
          </a:prstGeom>
          <a:solidFill>
            <a:srgbClr val="E9EDF3"/>
          </a:solidFill>
          <a:ln>
            <a:noFill/>
          </a:ln>
        </p:spPr>
        <p:txBody>
          <a:bodyPr rtlCol="0" anchor="ctr"/>
          <a:lstStyle/>
          <a:p>
            <a:pPr algn="ctr"/>
          </a:p>
        </p:txBody>
      </p:sp>
      <p:sp>
        <p:nvSpPr>
          <p:cNvPr id="968" name="Rectangle 967"/>
          <p:cNvSpPr/>
          <p:nvPr/>
        </p:nvSpPr>
        <p:spPr>
          <a:xfrm>
            <a:off x="6505956" y="2884932"/>
            <a:ext cx="94183" cy="137160"/>
          </a:xfrm>
          <a:prstGeom prst="rect">
            <a:avLst/>
          </a:prstGeom>
          <a:solidFill>
            <a:srgbClr val="FAD9A0"/>
          </a:solidFill>
          <a:ln>
            <a:noFill/>
          </a:ln>
        </p:spPr>
        <p:txBody>
          <a:bodyPr rtlCol="0" anchor="ctr"/>
          <a:lstStyle/>
          <a:p>
            <a:pPr algn="ctr"/>
          </a:p>
        </p:txBody>
      </p:sp>
      <p:sp>
        <p:nvSpPr>
          <p:cNvPr id="969" name="Rectangle 968"/>
          <p:cNvSpPr/>
          <p:nvPr/>
        </p:nvSpPr>
        <p:spPr>
          <a:xfrm>
            <a:off x="6611112" y="2884932"/>
            <a:ext cx="94183" cy="137160"/>
          </a:xfrm>
          <a:prstGeom prst="rect">
            <a:avLst/>
          </a:prstGeom>
          <a:solidFill>
            <a:srgbClr val="E9EDF3"/>
          </a:solidFill>
          <a:ln>
            <a:noFill/>
          </a:ln>
        </p:spPr>
        <p:txBody>
          <a:bodyPr rtlCol="0" anchor="ctr"/>
          <a:lstStyle/>
          <a:p>
            <a:pPr algn="ctr"/>
          </a:p>
        </p:txBody>
      </p:sp>
      <p:sp>
        <p:nvSpPr>
          <p:cNvPr id="970" name="Rectangle 969"/>
          <p:cNvSpPr/>
          <p:nvPr/>
        </p:nvSpPr>
        <p:spPr>
          <a:xfrm>
            <a:off x="6716268" y="2884932"/>
            <a:ext cx="94183" cy="137160"/>
          </a:xfrm>
          <a:prstGeom prst="rect">
            <a:avLst/>
          </a:prstGeom>
          <a:solidFill>
            <a:srgbClr val="FAD9A0"/>
          </a:solidFill>
          <a:ln>
            <a:noFill/>
          </a:ln>
        </p:spPr>
        <p:txBody>
          <a:bodyPr rtlCol="0" anchor="ctr"/>
          <a:lstStyle/>
          <a:p>
            <a:pPr algn="ctr"/>
          </a:p>
        </p:txBody>
      </p:sp>
      <p:sp>
        <p:nvSpPr>
          <p:cNvPr id="971" name="Rectangle 970"/>
          <p:cNvSpPr/>
          <p:nvPr/>
        </p:nvSpPr>
        <p:spPr>
          <a:xfrm>
            <a:off x="6821424" y="2884932"/>
            <a:ext cx="94183" cy="137160"/>
          </a:xfrm>
          <a:prstGeom prst="rect">
            <a:avLst/>
          </a:prstGeom>
          <a:solidFill>
            <a:srgbClr val="FAD9A0"/>
          </a:solidFill>
          <a:ln>
            <a:noFill/>
          </a:ln>
        </p:spPr>
        <p:txBody>
          <a:bodyPr rtlCol="0" anchor="ctr"/>
          <a:lstStyle/>
          <a:p>
            <a:pPr algn="ctr"/>
          </a:p>
        </p:txBody>
      </p:sp>
      <p:sp>
        <p:nvSpPr>
          <p:cNvPr id="972" name="Rectangle 971"/>
          <p:cNvSpPr/>
          <p:nvPr/>
        </p:nvSpPr>
        <p:spPr>
          <a:xfrm>
            <a:off x="6926580" y="2884932"/>
            <a:ext cx="94183" cy="137160"/>
          </a:xfrm>
          <a:prstGeom prst="rect">
            <a:avLst/>
          </a:prstGeom>
          <a:solidFill>
            <a:srgbClr val="E9EDF3"/>
          </a:solidFill>
          <a:ln>
            <a:noFill/>
          </a:ln>
        </p:spPr>
        <p:txBody>
          <a:bodyPr rtlCol="0" anchor="ctr"/>
          <a:lstStyle/>
          <a:p>
            <a:pPr algn="ctr"/>
          </a:p>
        </p:txBody>
      </p:sp>
      <p:sp>
        <p:nvSpPr>
          <p:cNvPr id="973" name="Rectangle 972"/>
          <p:cNvSpPr/>
          <p:nvPr/>
        </p:nvSpPr>
        <p:spPr>
          <a:xfrm>
            <a:off x="7031736" y="2884932"/>
            <a:ext cx="94183" cy="137160"/>
          </a:xfrm>
          <a:prstGeom prst="rect">
            <a:avLst/>
          </a:prstGeom>
          <a:solidFill>
            <a:srgbClr val="E9EDF3"/>
          </a:solidFill>
          <a:ln>
            <a:noFill/>
          </a:ln>
        </p:spPr>
        <p:txBody>
          <a:bodyPr rtlCol="0" anchor="ctr"/>
          <a:lstStyle/>
          <a:p>
            <a:pPr algn="ctr"/>
          </a:p>
        </p:txBody>
      </p:sp>
      <p:sp>
        <p:nvSpPr>
          <p:cNvPr id="974" name="Rectangle 973"/>
          <p:cNvSpPr/>
          <p:nvPr/>
        </p:nvSpPr>
        <p:spPr>
          <a:xfrm>
            <a:off x="7136892" y="2884932"/>
            <a:ext cx="94183" cy="137160"/>
          </a:xfrm>
          <a:prstGeom prst="rect">
            <a:avLst/>
          </a:prstGeom>
          <a:solidFill>
            <a:srgbClr val="E9EDF3"/>
          </a:solidFill>
          <a:ln>
            <a:noFill/>
          </a:ln>
        </p:spPr>
        <p:txBody>
          <a:bodyPr rtlCol="0" anchor="ctr"/>
          <a:lstStyle/>
          <a:p>
            <a:pPr algn="ctr"/>
          </a:p>
        </p:txBody>
      </p:sp>
      <p:sp>
        <p:nvSpPr>
          <p:cNvPr id="975" name="Rectangle 974"/>
          <p:cNvSpPr/>
          <p:nvPr/>
        </p:nvSpPr>
        <p:spPr>
          <a:xfrm>
            <a:off x="7242048" y="2884932"/>
            <a:ext cx="94183" cy="137160"/>
          </a:xfrm>
          <a:prstGeom prst="rect">
            <a:avLst/>
          </a:prstGeom>
          <a:solidFill>
            <a:srgbClr val="FAD9A0"/>
          </a:solidFill>
          <a:ln>
            <a:noFill/>
          </a:ln>
        </p:spPr>
        <p:txBody>
          <a:bodyPr rtlCol="0" anchor="ctr"/>
          <a:lstStyle/>
          <a:p>
            <a:pPr algn="ctr"/>
          </a:p>
        </p:txBody>
      </p:sp>
      <p:sp>
        <p:nvSpPr>
          <p:cNvPr id="976" name="Rectangle 975"/>
          <p:cNvSpPr/>
          <p:nvPr/>
        </p:nvSpPr>
        <p:spPr>
          <a:xfrm>
            <a:off x="7347204" y="2884932"/>
            <a:ext cx="94183" cy="137160"/>
          </a:xfrm>
          <a:prstGeom prst="rect">
            <a:avLst/>
          </a:prstGeom>
          <a:solidFill>
            <a:srgbClr val="FAD9A0"/>
          </a:solidFill>
          <a:ln>
            <a:noFill/>
          </a:ln>
        </p:spPr>
        <p:txBody>
          <a:bodyPr rtlCol="0" anchor="ctr"/>
          <a:lstStyle/>
          <a:p>
            <a:pPr algn="ctr"/>
          </a:p>
        </p:txBody>
      </p:sp>
      <p:sp>
        <p:nvSpPr>
          <p:cNvPr id="977" name="Rectangle 976"/>
          <p:cNvSpPr/>
          <p:nvPr/>
        </p:nvSpPr>
        <p:spPr>
          <a:xfrm>
            <a:off x="7452360" y="2884932"/>
            <a:ext cx="94183" cy="137160"/>
          </a:xfrm>
          <a:prstGeom prst="rect">
            <a:avLst/>
          </a:prstGeom>
          <a:solidFill>
            <a:srgbClr val="FAD9A0"/>
          </a:solidFill>
          <a:ln>
            <a:noFill/>
          </a:ln>
        </p:spPr>
        <p:txBody>
          <a:bodyPr rtlCol="0" anchor="ctr"/>
          <a:lstStyle/>
          <a:p>
            <a:pPr algn="ctr"/>
          </a:p>
        </p:txBody>
      </p:sp>
      <p:sp>
        <p:nvSpPr>
          <p:cNvPr id="978" name="Rectangle 977"/>
          <p:cNvSpPr/>
          <p:nvPr/>
        </p:nvSpPr>
        <p:spPr>
          <a:xfrm>
            <a:off x="7557516" y="2884932"/>
            <a:ext cx="94183" cy="137160"/>
          </a:xfrm>
          <a:prstGeom prst="rect">
            <a:avLst/>
          </a:prstGeom>
          <a:solidFill>
            <a:srgbClr val="FAD9A0"/>
          </a:solidFill>
          <a:ln>
            <a:noFill/>
          </a:ln>
        </p:spPr>
        <p:txBody>
          <a:bodyPr rtlCol="0" anchor="ctr"/>
          <a:lstStyle/>
          <a:p>
            <a:pPr algn="ctr"/>
          </a:p>
        </p:txBody>
      </p:sp>
      <p:sp>
        <p:nvSpPr>
          <p:cNvPr id="979" name="Rectangle 978"/>
          <p:cNvSpPr/>
          <p:nvPr/>
        </p:nvSpPr>
        <p:spPr>
          <a:xfrm>
            <a:off x="7662672" y="2884932"/>
            <a:ext cx="94183" cy="137160"/>
          </a:xfrm>
          <a:prstGeom prst="rect">
            <a:avLst/>
          </a:prstGeom>
          <a:solidFill>
            <a:srgbClr val="E9EDF3"/>
          </a:solidFill>
          <a:ln>
            <a:noFill/>
          </a:ln>
        </p:spPr>
        <p:txBody>
          <a:bodyPr rtlCol="0" anchor="ctr"/>
          <a:lstStyle/>
          <a:p>
            <a:pPr algn="ctr"/>
          </a:p>
        </p:txBody>
      </p:sp>
      <p:sp>
        <p:nvSpPr>
          <p:cNvPr id="980" name="Rectangle 979"/>
          <p:cNvSpPr/>
          <p:nvPr/>
        </p:nvSpPr>
        <p:spPr>
          <a:xfrm>
            <a:off x="7767828" y="2884932"/>
            <a:ext cx="94183" cy="137160"/>
          </a:xfrm>
          <a:prstGeom prst="rect">
            <a:avLst/>
          </a:prstGeom>
          <a:solidFill>
            <a:srgbClr val="E9EDF3"/>
          </a:solidFill>
          <a:ln>
            <a:noFill/>
          </a:ln>
        </p:spPr>
        <p:txBody>
          <a:bodyPr rtlCol="0" anchor="ctr"/>
          <a:lstStyle/>
          <a:p>
            <a:pPr algn="ctr"/>
          </a:p>
        </p:txBody>
      </p:sp>
      <p:sp>
        <p:nvSpPr>
          <p:cNvPr id="981" name="Rectangle 980"/>
          <p:cNvSpPr/>
          <p:nvPr/>
        </p:nvSpPr>
        <p:spPr>
          <a:xfrm>
            <a:off x="7872983" y="2884932"/>
            <a:ext cx="94183" cy="137160"/>
          </a:xfrm>
          <a:prstGeom prst="rect">
            <a:avLst/>
          </a:prstGeom>
          <a:solidFill>
            <a:srgbClr val="E9EDF3"/>
          </a:solidFill>
          <a:ln>
            <a:noFill/>
          </a:ln>
        </p:spPr>
        <p:txBody>
          <a:bodyPr rtlCol="0" anchor="ctr"/>
          <a:lstStyle/>
          <a:p>
            <a:pPr algn="ctr"/>
          </a:p>
        </p:txBody>
      </p:sp>
      <p:sp>
        <p:nvSpPr>
          <p:cNvPr id="982" name="Rectangle 981"/>
          <p:cNvSpPr/>
          <p:nvPr/>
        </p:nvSpPr>
        <p:spPr>
          <a:xfrm>
            <a:off x="7978140" y="2884932"/>
            <a:ext cx="94183" cy="137160"/>
          </a:xfrm>
          <a:prstGeom prst="rect">
            <a:avLst/>
          </a:prstGeom>
          <a:solidFill>
            <a:srgbClr val="E9EDF3"/>
          </a:solidFill>
          <a:ln>
            <a:noFill/>
          </a:ln>
        </p:spPr>
        <p:txBody>
          <a:bodyPr rtlCol="0" anchor="ctr"/>
          <a:lstStyle/>
          <a:p>
            <a:pPr algn="ctr"/>
          </a:p>
        </p:txBody>
      </p:sp>
      <p:sp>
        <p:nvSpPr>
          <p:cNvPr id="983" name="Rectangle 982"/>
          <p:cNvSpPr/>
          <p:nvPr/>
        </p:nvSpPr>
        <p:spPr>
          <a:xfrm>
            <a:off x="8083296" y="2884932"/>
            <a:ext cx="94183" cy="137160"/>
          </a:xfrm>
          <a:prstGeom prst="rect">
            <a:avLst/>
          </a:prstGeom>
          <a:solidFill>
            <a:srgbClr val="E9EDF3"/>
          </a:solidFill>
          <a:ln>
            <a:noFill/>
          </a:ln>
        </p:spPr>
        <p:txBody>
          <a:bodyPr rtlCol="0" anchor="ctr"/>
          <a:lstStyle/>
          <a:p>
            <a:pPr algn="ctr"/>
          </a:p>
        </p:txBody>
      </p:sp>
      <p:sp>
        <p:nvSpPr>
          <p:cNvPr id="984" name="Rectangle 983"/>
          <p:cNvSpPr/>
          <p:nvPr/>
        </p:nvSpPr>
        <p:spPr>
          <a:xfrm>
            <a:off x="8188452" y="2884932"/>
            <a:ext cx="94183" cy="137160"/>
          </a:xfrm>
          <a:prstGeom prst="rect">
            <a:avLst/>
          </a:prstGeom>
          <a:solidFill>
            <a:srgbClr val="E9EDF3"/>
          </a:solidFill>
          <a:ln>
            <a:noFill/>
          </a:ln>
        </p:spPr>
        <p:txBody>
          <a:bodyPr rtlCol="0" anchor="ctr"/>
          <a:lstStyle/>
          <a:p>
            <a:pPr algn="ctr"/>
          </a:p>
        </p:txBody>
      </p:sp>
      <p:sp>
        <p:nvSpPr>
          <p:cNvPr id="985" name="TextBox 984"/>
          <p:cNvSpPr txBox="1"/>
          <p:nvPr/>
        </p:nvSpPr>
        <p:spPr>
          <a:xfrm>
            <a:off x="8330183" y="2880360"/>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29</a:t>
            </a:r>
          </a:p>
        </p:txBody>
      </p:sp>
      <p:sp>
        <p:nvSpPr>
          <p:cNvPr id="986" name="TextBox 985"/>
          <p:cNvSpPr txBox="1"/>
          <p:nvPr/>
        </p:nvSpPr>
        <p:spPr>
          <a:xfrm>
            <a:off x="4636008" y="303123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42</a:t>
            </a:r>
          </a:p>
        </p:txBody>
      </p:sp>
      <p:sp>
        <p:nvSpPr>
          <p:cNvPr id="987" name="Rectangle 986"/>
          <p:cNvSpPr/>
          <p:nvPr/>
        </p:nvSpPr>
        <p:spPr>
          <a:xfrm>
            <a:off x="5138928" y="3035808"/>
            <a:ext cx="94183" cy="137160"/>
          </a:xfrm>
          <a:prstGeom prst="rect">
            <a:avLst/>
          </a:prstGeom>
          <a:solidFill>
            <a:srgbClr val="FAD9A0"/>
          </a:solidFill>
          <a:ln>
            <a:noFill/>
          </a:ln>
        </p:spPr>
        <p:txBody>
          <a:bodyPr rtlCol="0" anchor="ctr"/>
          <a:lstStyle/>
          <a:p>
            <a:pPr algn="ctr"/>
          </a:p>
        </p:txBody>
      </p:sp>
      <p:sp>
        <p:nvSpPr>
          <p:cNvPr id="988" name="Rectangle 987"/>
          <p:cNvSpPr/>
          <p:nvPr/>
        </p:nvSpPr>
        <p:spPr>
          <a:xfrm>
            <a:off x="5244084" y="3035808"/>
            <a:ext cx="94183" cy="137160"/>
          </a:xfrm>
          <a:prstGeom prst="rect">
            <a:avLst/>
          </a:prstGeom>
          <a:solidFill>
            <a:srgbClr val="FAD9A0"/>
          </a:solidFill>
          <a:ln>
            <a:noFill/>
          </a:ln>
        </p:spPr>
        <p:txBody>
          <a:bodyPr rtlCol="0" anchor="ctr"/>
          <a:lstStyle/>
          <a:p>
            <a:pPr algn="ctr"/>
          </a:p>
        </p:txBody>
      </p:sp>
      <p:sp>
        <p:nvSpPr>
          <p:cNvPr id="989" name="Rectangle 988"/>
          <p:cNvSpPr/>
          <p:nvPr/>
        </p:nvSpPr>
        <p:spPr>
          <a:xfrm>
            <a:off x="5349240" y="3035808"/>
            <a:ext cx="94183" cy="137160"/>
          </a:xfrm>
          <a:prstGeom prst="rect">
            <a:avLst/>
          </a:prstGeom>
          <a:solidFill>
            <a:srgbClr val="FAD9A0"/>
          </a:solidFill>
          <a:ln>
            <a:noFill/>
          </a:ln>
        </p:spPr>
        <p:txBody>
          <a:bodyPr rtlCol="0" anchor="ctr"/>
          <a:lstStyle/>
          <a:p>
            <a:pPr algn="ctr"/>
          </a:p>
        </p:txBody>
      </p:sp>
      <p:sp>
        <p:nvSpPr>
          <p:cNvPr id="990" name="Rectangle 989"/>
          <p:cNvSpPr/>
          <p:nvPr/>
        </p:nvSpPr>
        <p:spPr>
          <a:xfrm>
            <a:off x="5454396" y="3035808"/>
            <a:ext cx="94183" cy="137160"/>
          </a:xfrm>
          <a:prstGeom prst="rect">
            <a:avLst/>
          </a:prstGeom>
          <a:solidFill>
            <a:srgbClr val="F5A623"/>
          </a:solidFill>
          <a:ln>
            <a:noFill/>
          </a:ln>
        </p:spPr>
        <p:txBody>
          <a:bodyPr rtlCol="0" anchor="ctr"/>
          <a:lstStyle/>
          <a:p>
            <a:pPr algn="ctr"/>
          </a:p>
        </p:txBody>
      </p:sp>
      <p:sp>
        <p:nvSpPr>
          <p:cNvPr id="991" name="Rectangle 990"/>
          <p:cNvSpPr/>
          <p:nvPr/>
        </p:nvSpPr>
        <p:spPr>
          <a:xfrm>
            <a:off x="5559552" y="3035808"/>
            <a:ext cx="94183" cy="137160"/>
          </a:xfrm>
          <a:prstGeom prst="rect">
            <a:avLst/>
          </a:prstGeom>
          <a:solidFill>
            <a:srgbClr val="F5A623"/>
          </a:solidFill>
          <a:ln>
            <a:noFill/>
          </a:ln>
        </p:spPr>
        <p:txBody>
          <a:bodyPr rtlCol="0" anchor="ctr"/>
          <a:lstStyle/>
          <a:p>
            <a:pPr algn="ctr"/>
          </a:p>
        </p:txBody>
      </p:sp>
      <p:sp>
        <p:nvSpPr>
          <p:cNvPr id="992" name="Rectangle 991"/>
          <p:cNvSpPr/>
          <p:nvPr/>
        </p:nvSpPr>
        <p:spPr>
          <a:xfrm>
            <a:off x="5664708" y="3035808"/>
            <a:ext cx="94183" cy="137160"/>
          </a:xfrm>
          <a:prstGeom prst="rect">
            <a:avLst/>
          </a:prstGeom>
          <a:solidFill>
            <a:srgbClr val="F5A623"/>
          </a:solidFill>
          <a:ln>
            <a:noFill/>
          </a:ln>
        </p:spPr>
        <p:txBody>
          <a:bodyPr rtlCol="0" anchor="ctr"/>
          <a:lstStyle/>
          <a:p>
            <a:pPr algn="ctr"/>
          </a:p>
        </p:txBody>
      </p:sp>
      <p:sp>
        <p:nvSpPr>
          <p:cNvPr id="993" name="Rectangle 992"/>
          <p:cNvSpPr/>
          <p:nvPr/>
        </p:nvSpPr>
        <p:spPr>
          <a:xfrm>
            <a:off x="5769864" y="3035808"/>
            <a:ext cx="94183" cy="137160"/>
          </a:xfrm>
          <a:prstGeom prst="rect">
            <a:avLst/>
          </a:prstGeom>
          <a:solidFill>
            <a:srgbClr val="FAD9A0"/>
          </a:solidFill>
          <a:ln>
            <a:noFill/>
          </a:ln>
        </p:spPr>
        <p:txBody>
          <a:bodyPr rtlCol="0" anchor="ctr"/>
          <a:lstStyle/>
          <a:p>
            <a:pPr algn="ctr"/>
          </a:p>
        </p:txBody>
      </p:sp>
      <p:sp>
        <p:nvSpPr>
          <p:cNvPr id="994" name="Rectangle 993"/>
          <p:cNvSpPr/>
          <p:nvPr/>
        </p:nvSpPr>
        <p:spPr>
          <a:xfrm>
            <a:off x="5875020" y="3035808"/>
            <a:ext cx="94183" cy="137160"/>
          </a:xfrm>
          <a:prstGeom prst="rect">
            <a:avLst/>
          </a:prstGeom>
          <a:solidFill>
            <a:srgbClr val="FAD9A0"/>
          </a:solidFill>
          <a:ln>
            <a:noFill/>
          </a:ln>
        </p:spPr>
        <p:txBody>
          <a:bodyPr rtlCol="0" anchor="ctr"/>
          <a:lstStyle/>
          <a:p>
            <a:pPr algn="ctr"/>
          </a:p>
        </p:txBody>
      </p:sp>
      <p:sp>
        <p:nvSpPr>
          <p:cNvPr id="995" name="Rectangle 994"/>
          <p:cNvSpPr/>
          <p:nvPr/>
        </p:nvSpPr>
        <p:spPr>
          <a:xfrm>
            <a:off x="5980176" y="3035808"/>
            <a:ext cx="94183" cy="137160"/>
          </a:xfrm>
          <a:prstGeom prst="rect">
            <a:avLst/>
          </a:prstGeom>
          <a:solidFill>
            <a:srgbClr val="CA6F1E"/>
          </a:solidFill>
          <a:ln>
            <a:noFill/>
          </a:ln>
        </p:spPr>
        <p:txBody>
          <a:bodyPr rtlCol="0" anchor="ctr"/>
          <a:lstStyle/>
          <a:p>
            <a:pPr algn="ctr"/>
          </a:p>
        </p:txBody>
      </p:sp>
      <p:sp>
        <p:nvSpPr>
          <p:cNvPr id="996" name="Rectangle 995"/>
          <p:cNvSpPr/>
          <p:nvPr/>
        </p:nvSpPr>
        <p:spPr>
          <a:xfrm>
            <a:off x="6085332" y="3035808"/>
            <a:ext cx="94183" cy="137160"/>
          </a:xfrm>
          <a:prstGeom prst="rect">
            <a:avLst/>
          </a:prstGeom>
          <a:solidFill>
            <a:srgbClr val="E9EDF3"/>
          </a:solidFill>
          <a:ln>
            <a:noFill/>
          </a:ln>
        </p:spPr>
        <p:txBody>
          <a:bodyPr rtlCol="0" anchor="ctr"/>
          <a:lstStyle/>
          <a:p>
            <a:pPr algn="ctr"/>
          </a:p>
        </p:txBody>
      </p:sp>
      <p:sp>
        <p:nvSpPr>
          <p:cNvPr id="997" name="Rectangle 996"/>
          <p:cNvSpPr/>
          <p:nvPr/>
        </p:nvSpPr>
        <p:spPr>
          <a:xfrm>
            <a:off x="6190488" y="3035808"/>
            <a:ext cx="94183" cy="137160"/>
          </a:xfrm>
          <a:prstGeom prst="rect">
            <a:avLst/>
          </a:prstGeom>
          <a:solidFill>
            <a:srgbClr val="E9EDF3"/>
          </a:solidFill>
          <a:ln>
            <a:noFill/>
          </a:ln>
        </p:spPr>
        <p:txBody>
          <a:bodyPr rtlCol="0" anchor="ctr"/>
          <a:lstStyle/>
          <a:p>
            <a:pPr algn="ctr"/>
          </a:p>
        </p:txBody>
      </p:sp>
      <p:sp>
        <p:nvSpPr>
          <p:cNvPr id="998" name="Rectangle 997"/>
          <p:cNvSpPr/>
          <p:nvPr/>
        </p:nvSpPr>
        <p:spPr>
          <a:xfrm>
            <a:off x="6295644" y="3035808"/>
            <a:ext cx="94183" cy="137160"/>
          </a:xfrm>
          <a:prstGeom prst="rect">
            <a:avLst/>
          </a:prstGeom>
          <a:solidFill>
            <a:srgbClr val="E9EDF3"/>
          </a:solidFill>
          <a:ln>
            <a:noFill/>
          </a:ln>
        </p:spPr>
        <p:txBody>
          <a:bodyPr rtlCol="0" anchor="ctr"/>
          <a:lstStyle/>
          <a:p>
            <a:pPr algn="ctr"/>
          </a:p>
        </p:txBody>
      </p:sp>
      <p:sp>
        <p:nvSpPr>
          <p:cNvPr id="999" name="Rectangle 998"/>
          <p:cNvSpPr/>
          <p:nvPr/>
        </p:nvSpPr>
        <p:spPr>
          <a:xfrm>
            <a:off x="6400800" y="3035808"/>
            <a:ext cx="94183" cy="137160"/>
          </a:xfrm>
          <a:prstGeom prst="rect">
            <a:avLst/>
          </a:prstGeom>
          <a:solidFill>
            <a:srgbClr val="E9EDF3"/>
          </a:solidFill>
          <a:ln>
            <a:noFill/>
          </a:ln>
        </p:spPr>
        <p:txBody>
          <a:bodyPr rtlCol="0" anchor="ctr"/>
          <a:lstStyle/>
          <a:p>
            <a:pPr algn="ctr"/>
          </a:p>
        </p:txBody>
      </p:sp>
      <p:sp>
        <p:nvSpPr>
          <p:cNvPr id="1000" name="Rectangle 999"/>
          <p:cNvSpPr/>
          <p:nvPr/>
        </p:nvSpPr>
        <p:spPr>
          <a:xfrm>
            <a:off x="6505956" y="3035808"/>
            <a:ext cx="94183" cy="137160"/>
          </a:xfrm>
          <a:prstGeom prst="rect">
            <a:avLst/>
          </a:prstGeom>
          <a:solidFill>
            <a:srgbClr val="FAD9A0"/>
          </a:solidFill>
          <a:ln>
            <a:noFill/>
          </a:ln>
        </p:spPr>
        <p:txBody>
          <a:bodyPr rtlCol="0" anchor="ctr"/>
          <a:lstStyle/>
          <a:p>
            <a:pPr algn="ctr"/>
          </a:p>
        </p:txBody>
      </p:sp>
      <p:sp>
        <p:nvSpPr>
          <p:cNvPr id="1001" name="Rectangle 1000"/>
          <p:cNvSpPr/>
          <p:nvPr/>
        </p:nvSpPr>
        <p:spPr>
          <a:xfrm>
            <a:off x="6611112" y="3035808"/>
            <a:ext cx="94183" cy="137160"/>
          </a:xfrm>
          <a:prstGeom prst="rect">
            <a:avLst/>
          </a:prstGeom>
          <a:solidFill>
            <a:srgbClr val="FAD9A0"/>
          </a:solidFill>
          <a:ln>
            <a:noFill/>
          </a:ln>
        </p:spPr>
        <p:txBody>
          <a:bodyPr rtlCol="0" anchor="ctr"/>
          <a:lstStyle/>
          <a:p>
            <a:pPr algn="ctr"/>
          </a:p>
        </p:txBody>
      </p:sp>
      <p:sp>
        <p:nvSpPr>
          <p:cNvPr id="1002" name="Rectangle 1001"/>
          <p:cNvSpPr/>
          <p:nvPr/>
        </p:nvSpPr>
        <p:spPr>
          <a:xfrm>
            <a:off x="6716268" y="3035808"/>
            <a:ext cx="94183" cy="137160"/>
          </a:xfrm>
          <a:prstGeom prst="rect">
            <a:avLst/>
          </a:prstGeom>
          <a:solidFill>
            <a:srgbClr val="E9EDF3"/>
          </a:solidFill>
          <a:ln>
            <a:noFill/>
          </a:ln>
        </p:spPr>
        <p:txBody>
          <a:bodyPr rtlCol="0" anchor="ctr"/>
          <a:lstStyle/>
          <a:p>
            <a:pPr algn="ctr"/>
          </a:p>
        </p:txBody>
      </p:sp>
      <p:sp>
        <p:nvSpPr>
          <p:cNvPr id="1003" name="Rectangle 1002"/>
          <p:cNvSpPr/>
          <p:nvPr/>
        </p:nvSpPr>
        <p:spPr>
          <a:xfrm>
            <a:off x="6821424" y="3035808"/>
            <a:ext cx="94183" cy="137160"/>
          </a:xfrm>
          <a:prstGeom prst="rect">
            <a:avLst/>
          </a:prstGeom>
          <a:solidFill>
            <a:srgbClr val="E9EDF3"/>
          </a:solidFill>
          <a:ln>
            <a:noFill/>
          </a:ln>
        </p:spPr>
        <p:txBody>
          <a:bodyPr rtlCol="0" anchor="ctr"/>
          <a:lstStyle/>
          <a:p>
            <a:pPr algn="ctr"/>
          </a:p>
        </p:txBody>
      </p:sp>
      <p:sp>
        <p:nvSpPr>
          <p:cNvPr id="1004" name="Rectangle 1003"/>
          <p:cNvSpPr/>
          <p:nvPr/>
        </p:nvSpPr>
        <p:spPr>
          <a:xfrm>
            <a:off x="6926580" y="3035808"/>
            <a:ext cx="94183" cy="137160"/>
          </a:xfrm>
          <a:prstGeom prst="rect">
            <a:avLst/>
          </a:prstGeom>
          <a:solidFill>
            <a:srgbClr val="E9EDF3"/>
          </a:solidFill>
          <a:ln>
            <a:noFill/>
          </a:ln>
        </p:spPr>
        <p:txBody>
          <a:bodyPr rtlCol="0" anchor="ctr"/>
          <a:lstStyle/>
          <a:p>
            <a:pPr algn="ctr"/>
          </a:p>
        </p:txBody>
      </p:sp>
      <p:sp>
        <p:nvSpPr>
          <p:cNvPr id="1005" name="Rectangle 1004"/>
          <p:cNvSpPr/>
          <p:nvPr/>
        </p:nvSpPr>
        <p:spPr>
          <a:xfrm>
            <a:off x="7031736" y="3035808"/>
            <a:ext cx="94183" cy="137160"/>
          </a:xfrm>
          <a:prstGeom prst="rect">
            <a:avLst/>
          </a:prstGeom>
          <a:solidFill>
            <a:srgbClr val="E9EDF3"/>
          </a:solidFill>
          <a:ln>
            <a:noFill/>
          </a:ln>
        </p:spPr>
        <p:txBody>
          <a:bodyPr rtlCol="0" anchor="ctr"/>
          <a:lstStyle/>
          <a:p>
            <a:pPr algn="ctr"/>
          </a:p>
        </p:txBody>
      </p:sp>
      <p:sp>
        <p:nvSpPr>
          <p:cNvPr id="1006" name="Rectangle 1005"/>
          <p:cNvSpPr/>
          <p:nvPr/>
        </p:nvSpPr>
        <p:spPr>
          <a:xfrm>
            <a:off x="7136892" y="3035808"/>
            <a:ext cx="94183" cy="137160"/>
          </a:xfrm>
          <a:prstGeom prst="rect">
            <a:avLst/>
          </a:prstGeom>
          <a:solidFill>
            <a:srgbClr val="E9EDF3"/>
          </a:solidFill>
          <a:ln>
            <a:noFill/>
          </a:ln>
        </p:spPr>
        <p:txBody>
          <a:bodyPr rtlCol="0" anchor="ctr"/>
          <a:lstStyle/>
          <a:p>
            <a:pPr algn="ctr"/>
          </a:p>
        </p:txBody>
      </p:sp>
      <p:sp>
        <p:nvSpPr>
          <p:cNvPr id="1007" name="Rectangle 1006"/>
          <p:cNvSpPr/>
          <p:nvPr/>
        </p:nvSpPr>
        <p:spPr>
          <a:xfrm>
            <a:off x="7242048" y="3035808"/>
            <a:ext cx="94183" cy="137160"/>
          </a:xfrm>
          <a:prstGeom prst="rect">
            <a:avLst/>
          </a:prstGeom>
          <a:solidFill>
            <a:srgbClr val="FAD9A0"/>
          </a:solidFill>
          <a:ln>
            <a:noFill/>
          </a:ln>
        </p:spPr>
        <p:txBody>
          <a:bodyPr rtlCol="0" anchor="ctr"/>
          <a:lstStyle/>
          <a:p>
            <a:pPr algn="ctr"/>
          </a:p>
        </p:txBody>
      </p:sp>
      <p:sp>
        <p:nvSpPr>
          <p:cNvPr id="1008" name="Rectangle 1007"/>
          <p:cNvSpPr/>
          <p:nvPr/>
        </p:nvSpPr>
        <p:spPr>
          <a:xfrm>
            <a:off x="7347204" y="3035808"/>
            <a:ext cx="94183" cy="137160"/>
          </a:xfrm>
          <a:prstGeom prst="rect">
            <a:avLst/>
          </a:prstGeom>
          <a:solidFill>
            <a:srgbClr val="E9EDF3"/>
          </a:solidFill>
          <a:ln>
            <a:noFill/>
          </a:ln>
        </p:spPr>
        <p:txBody>
          <a:bodyPr rtlCol="0" anchor="ctr"/>
          <a:lstStyle/>
          <a:p>
            <a:pPr algn="ctr"/>
          </a:p>
        </p:txBody>
      </p:sp>
      <p:sp>
        <p:nvSpPr>
          <p:cNvPr id="1009" name="Rectangle 1008"/>
          <p:cNvSpPr/>
          <p:nvPr/>
        </p:nvSpPr>
        <p:spPr>
          <a:xfrm>
            <a:off x="7452360" y="3035808"/>
            <a:ext cx="94183" cy="137160"/>
          </a:xfrm>
          <a:prstGeom prst="rect">
            <a:avLst/>
          </a:prstGeom>
          <a:solidFill>
            <a:srgbClr val="E9EDF3"/>
          </a:solidFill>
          <a:ln>
            <a:noFill/>
          </a:ln>
        </p:spPr>
        <p:txBody>
          <a:bodyPr rtlCol="0" anchor="ctr"/>
          <a:lstStyle/>
          <a:p>
            <a:pPr algn="ctr"/>
          </a:p>
        </p:txBody>
      </p:sp>
      <p:sp>
        <p:nvSpPr>
          <p:cNvPr id="1010" name="Rectangle 1009"/>
          <p:cNvSpPr/>
          <p:nvPr/>
        </p:nvSpPr>
        <p:spPr>
          <a:xfrm>
            <a:off x="7557516" y="3035808"/>
            <a:ext cx="94183" cy="137160"/>
          </a:xfrm>
          <a:prstGeom prst="rect">
            <a:avLst/>
          </a:prstGeom>
          <a:solidFill>
            <a:srgbClr val="E9EDF3"/>
          </a:solidFill>
          <a:ln>
            <a:noFill/>
          </a:ln>
        </p:spPr>
        <p:txBody>
          <a:bodyPr rtlCol="0" anchor="ctr"/>
          <a:lstStyle/>
          <a:p>
            <a:pPr algn="ctr"/>
          </a:p>
        </p:txBody>
      </p:sp>
      <p:sp>
        <p:nvSpPr>
          <p:cNvPr id="1011" name="Rectangle 1010"/>
          <p:cNvSpPr/>
          <p:nvPr/>
        </p:nvSpPr>
        <p:spPr>
          <a:xfrm>
            <a:off x="7662672" y="3035808"/>
            <a:ext cx="94183" cy="137160"/>
          </a:xfrm>
          <a:prstGeom prst="rect">
            <a:avLst/>
          </a:prstGeom>
          <a:solidFill>
            <a:srgbClr val="E9EDF3"/>
          </a:solidFill>
          <a:ln>
            <a:noFill/>
          </a:ln>
        </p:spPr>
        <p:txBody>
          <a:bodyPr rtlCol="0" anchor="ctr"/>
          <a:lstStyle/>
          <a:p>
            <a:pPr algn="ctr"/>
          </a:p>
        </p:txBody>
      </p:sp>
      <p:sp>
        <p:nvSpPr>
          <p:cNvPr id="1012" name="Rectangle 1011"/>
          <p:cNvSpPr/>
          <p:nvPr/>
        </p:nvSpPr>
        <p:spPr>
          <a:xfrm>
            <a:off x="7767828" y="3035808"/>
            <a:ext cx="94183" cy="137160"/>
          </a:xfrm>
          <a:prstGeom prst="rect">
            <a:avLst/>
          </a:prstGeom>
          <a:solidFill>
            <a:srgbClr val="E9EDF3"/>
          </a:solidFill>
          <a:ln>
            <a:noFill/>
          </a:ln>
        </p:spPr>
        <p:txBody>
          <a:bodyPr rtlCol="0" anchor="ctr"/>
          <a:lstStyle/>
          <a:p>
            <a:pPr algn="ctr"/>
          </a:p>
        </p:txBody>
      </p:sp>
      <p:sp>
        <p:nvSpPr>
          <p:cNvPr id="1013" name="Rectangle 1012"/>
          <p:cNvSpPr/>
          <p:nvPr/>
        </p:nvSpPr>
        <p:spPr>
          <a:xfrm>
            <a:off x="7872983" y="3035808"/>
            <a:ext cx="94183" cy="137160"/>
          </a:xfrm>
          <a:prstGeom prst="rect">
            <a:avLst/>
          </a:prstGeom>
          <a:solidFill>
            <a:srgbClr val="E9EDF3"/>
          </a:solidFill>
          <a:ln>
            <a:noFill/>
          </a:ln>
        </p:spPr>
        <p:txBody>
          <a:bodyPr rtlCol="0" anchor="ctr"/>
          <a:lstStyle/>
          <a:p>
            <a:pPr algn="ctr"/>
          </a:p>
        </p:txBody>
      </p:sp>
      <p:sp>
        <p:nvSpPr>
          <p:cNvPr id="1014" name="Rectangle 1013"/>
          <p:cNvSpPr/>
          <p:nvPr/>
        </p:nvSpPr>
        <p:spPr>
          <a:xfrm>
            <a:off x="7978140" y="3035808"/>
            <a:ext cx="94183" cy="137160"/>
          </a:xfrm>
          <a:prstGeom prst="rect">
            <a:avLst/>
          </a:prstGeom>
          <a:solidFill>
            <a:srgbClr val="E9EDF3"/>
          </a:solidFill>
          <a:ln>
            <a:noFill/>
          </a:ln>
        </p:spPr>
        <p:txBody>
          <a:bodyPr rtlCol="0" anchor="ctr"/>
          <a:lstStyle/>
          <a:p>
            <a:pPr algn="ctr"/>
          </a:p>
        </p:txBody>
      </p:sp>
      <p:sp>
        <p:nvSpPr>
          <p:cNvPr id="1015" name="Rectangle 1014"/>
          <p:cNvSpPr/>
          <p:nvPr/>
        </p:nvSpPr>
        <p:spPr>
          <a:xfrm>
            <a:off x="8083296" y="3035808"/>
            <a:ext cx="94183" cy="137160"/>
          </a:xfrm>
          <a:prstGeom prst="rect">
            <a:avLst/>
          </a:prstGeom>
          <a:solidFill>
            <a:srgbClr val="FAD9A0"/>
          </a:solidFill>
          <a:ln>
            <a:noFill/>
          </a:ln>
        </p:spPr>
        <p:txBody>
          <a:bodyPr rtlCol="0" anchor="ctr"/>
          <a:lstStyle/>
          <a:p>
            <a:pPr algn="ctr"/>
          </a:p>
        </p:txBody>
      </p:sp>
      <p:sp>
        <p:nvSpPr>
          <p:cNvPr id="1016" name="Rectangle 1015"/>
          <p:cNvSpPr/>
          <p:nvPr/>
        </p:nvSpPr>
        <p:spPr>
          <a:xfrm>
            <a:off x="8188452" y="3035808"/>
            <a:ext cx="94183" cy="137160"/>
          </a:xfrm>
          <a:prstGeom prst="rect">
            <a:avLst/>
          </a:prstGeom>
          <a:solidFill>
            <a:srgbClr val="E9EDF3"/>
          </a:solidFill>
          <a:ln>
            <a:noFill/>
          </a:ln>
        </p:spPr>
        <p:txBody>
          <a:bodyPr rtlCol="0" anchor="ctr"/>
          <a:lstStyle/>
          <a:p>
            <a:pPr algn="ctr"/>
          </a:p>
        </p:txBody>
      </p:sp>
      <p:sp>
        <p:nvSpPr>
          <p:cNvPr id="1017" name="TextBox 1016"/>
          <p:cNvSpPr txBox="1"/>
          <p:nvPr/>
        </p:nvSpPr>
        <p:spPr>
          <a:xfrm>
            <a:off x="8330183" y="303123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29</a:t>
            </a:r>
          </a:p>
        </p:txBody>
      </p:sp>
      <p:sp>
        <p:nvSpPr>
          <p:cNvPr id="1018" name="TextBox 1017"/>
          <p:cNvSpPr txBox="1"/>
          <p:nvPr/>
        </p:nvSpPr>
        <p:spPr>
          <a:xfrm>
            <a:off x="4636008" y="318211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63</a:t>
            </a:r>
          </a:p>
        </p:txBody>
      </p:sp>
      <p:sp>
        <p:nvSpPr>
          <p:cNvPr id="1019" name="Rectangle 1018"/>
          <p:cNvSpPr/>
          <p:nvPr/>
        </p:nvSpPr>
        <p:spPr>
          <a:xfrm>
            <a:off x="5138928" y="3186684"/>
            <a:ext cx="94183" cy="137160"/>
          </a:xfrm>
          <a:prstGeom prst="rect">
            <a:avLst/>
          </a:prstGeom>
          <a:solidFill>
            <a:srgbClr val="FAD9A0"/>
          </a:solidFill>
          <a:ln>
            <a:noFill/>
          </a:ln>
        </p:spPr>
        <p:txBody>
          <a:bodyPr rtlCol="0" anchor="ctr"/>
          <a:lstStyle/>
          <a:p>
            <a:pPr algn="ctr"/>
          </a:p>
        </p:txBody>
      </p:sp>
      <p:sp>
        <p:nvSpPr>
          <p:cNvPr id="1020" name="Rectangle 1019"/>
          <p:cNvSpPr/>
          <p:nvPr/>
        </p:nvSpPr>
        <p:spPr>
          <a:xfrm>
            <a:off x="5244084" y="3186684"/>
            <a:ext cx="94183" cy="137160"/>
          </a:xfrm>
          <a:prstGeom prst="rect">
            <a:avLst/>
          </a:prstGeom>
          <a:solidFill>
            <a:srgbClr val="FAD9A0"/>
          </a:solidFill>
          <a:ln>
            <a:noFill/>
          </a:ln>
        </p:spPr>
        <p:txBody>
          <a:bodyPr rtlCol="0" anchor="ctr"/>
          <a:lstStyle/>
          <a:p>
            <a:pPr algn="ctr"/>
          </a:p>
        </p:txBody>
      </p:sp>
      <p:sp>
        <p:nvSpPr>
          <p:cNvPr id="1021" name="Rectangle 1020"/>
          <p:cNvSpPr/>
          <p:nvPr/>
        </p:nvSpPr>
        <p:spPr>
          <a:xfrm>
            <a:off x="5349240" y="3186684"/>
            <a:ext cx="94183" cy="137160"/>
          </a:xfrm>
          <a:prstGeom prst="rect">
            <a:avLst/>
          </a:prstGeom>
          <a:solidFill>
            <a:srgbClr val="E9EDF3"/>
          </a:solidFill>
          <a:ln>
            <a:noFill/>
          </a:ln>
        </p:spPr>
        <p:txBody>
          <a:bodyPr rtlCol="0" anchor="ctr"/>
          <a:lstStyle/>
          <a:p>
            <a:pPr algn="ctr"/>
          </a:p>
        </p:txBody>
      </p:sp>
      <p:sp>
        <p:nvSpPr>
          <p:cNvPr id="1022" name="Rectangle 1021"/>
          <p:cNvSpPr/>
          <p:nvPr/>
        </p:nvSpPr>
        <p:spPr>
          <a:xfrm>
            <a:off x="5454396" y="3186684"/>
            <a:ext cx="94183" cy="137160"/>
          </a:xfrm>
          <a:prstGeom prst="rect">
            <a:avLst/>
          </a:prstGeom>
          <a:solidFill>
            <a:srgbClr val="FAD9A0"/>
          </a:solidFill>
          <a:ln>
            <a:noFill/>
          </a:ln>
        </p:spPr>
        <p:txBody>
          <a:bodyPr rtlCol="0" anchor="ctr"/>
          <a:lstStyle/>
          <a:p>
            <a:pPr algn="ctr"/>
          </a:p>
        </p:txBody>
      </p:sp>
      <p:sp>
        <p:nvSpPr>
          <p:cNvPr id="1023" name="Rectangle 1022"/>
          <p:cNvSpPr/>
          <p:nvPr/>
        </p:nvSpPr>
        <p:spPr>
          <a:xfrm>
            <a:off x="5559552" y="3186684"/>
            <a:ext cx="94183" cy="137160"/>
          </a:xfrm>
          <a:prstGeom prst="rect">
            <a:avLst/>
          </a:prstGeom>
          <a:solidFill>
            <a:srgbClr val="E9EDF3"/>
          </a:solidFill>
          <a:ln>
            <a:noFill/>
          </a:ln>
        </p:spPr>
        <p:txBody>
          <a:bodyPr rtlCol="0" anchor="ctr"/>
          <a:lstStyle/>
          <a:p>
            <a:pPr algn="ctr"/>
          </a:p>
        </p:txBody>
      </p:sp>
      <p:sp>
        <p:nvSpPr>
          <p:cNvPr id="1024" name="Rectangle 1023"/>
          <p:cNvSpPr/>
          <p:nvPr/>
        </p:nvSpPr>
        <p:spPr>
          <a:xfrm>
            <a:off x="5664708" y="3186684"/>
            <a:ext cx="94183" cy="137160"/>
          </a:xfrm>
          <a:prstGeom prst="rect">
            <a:avLst/>
          </a:prstGeom>
          <a:solidFill>
            <a:srgbClr val="E9EDF3"/>
          </a:solidFill>
          <a:ln>
            <a:noFill/>
          </a:ln>
        </p:spPr>
        <p:txBody>
          <a:bodyPr rtlCol="0" anchor="ctr"/>
          <a:lstStyle/>
          <a:p>
            <a:pPr algn="ctr"/>
          </a:p>
        </p:txBody>
      </p:sp>
      <p:sp>
        <p:nvSpPr>
          <p:cNvPr id="1025" name="Rectangle 1024"/>
          <p:cNvSpPr/>
          <p:nvPr/>
        </p:nvSpPr>
        <p:spPr>
          <a:xfrm>
            <a:off x="5769864" y="3186684"/>
            <a:ext cx="94183" cy="137160"/>
          </a:xfrm>
          <a:prstGeom prst="rect">
            <a:avLst/>
          </a:prstGeom>
          <a:solidFill>
            <a:srgbClr val="E9EDF3"/>
          </a:solidFill>
          <a:ln>
            <a:noFill/>
          </a:ln>
        </p:spPr>
        <p:txBody>
          <a:bodyPr rtlCol="0" anchor="ctr"/>
          <a:lstStyle/>
          <a:p>
            <a:pPr algn="ctr"/>
          </a:p>
        </p:txBody>
      </p:sp>
      <p:sp>
        <p:nvSpPr>
          <p:cNvPr id="1026" name="Rectangle 1025"/>
          <p:cNvSpPr/>
          <p:nvPr/>
        </p:nvSpPr>
        <p:spPr>
          <a:xfrm>
            <a:off x="5875020" y="3186684"/>
            <a:ext cx="94183" cy="137160"/>
          </a:xfrm>
          <a:prstGeom prst="rect">
            <a:avLst/>
          </a:prstGeom>
          <a:solidFill>
            <a:srgbClr val="FAD9A0"/>
          </a:solidFill>
          <a:ln>
            <a:noFill/>
          </a:ln>
        </p:spPr>
        <p:txBody>
          <a:bodyPr rtlCol="0" anchor="ctr"/>
          <a:lstStyle/>
          <a:p>
            <a:pPr algn="ctr"/>
          </a:p>
        </p:txBody>
      </p:sp>
      <p:sp>
        <p:nvSpPr>
          <p:cNvPr id="1027" name="Rectangle 1026"/>
          <p:cNvSpPr/>
          <p:nvPr/>
        </p:nvSpPr>
        <p:spPr>
          <a:xfrm>
            <a:off x="5980176" y="3186684"/>
            <a:ext cx="94183" cy="137160"/>
          </a:xfrm>
          <a:prstGeom prst="rect">
            <a:avLst/>
          </a:prstGeom>
          <a:solidFill>
            <a:srgbClr val="E9EDF3"/>
          </a:solidFill>
          <a:ln>
            <a:noFill/>
          </a:ln>
        </p:spPr>
        <p:txBody>
          <a:bodyPr rtlCol="0" anchor="ctr"/>
          <a:lstStyle/>
          <a:p>
            <a:pPr algn="ctr"/>
          </a:p>
        </p:txBody>
      </p:sp>
      <p:sp>
        <p:nvSpPr>
          <p:cNvPr id="1028" name="Rectangle 1027"/>
          <p:cNvSpPr/>
          <p:nvPr/>
        </p:nvSpPr>
        <p:spPr>
          <a:xfrm>
            <a:off x="6085332" y="3186684"/>
            <a:ext cx="94183" cy="137160"/>
          </a:xfrm>
          <a:prstGeom prst="rect">
            <a:avLst/>
          </a:prstGeom>
          <a:solidFill>
            <a:srgbClr val="E9EDF3"/>
          </a:solidFill>
          <a:ln>
            <a:noFill/>
          </a:ln>
        </p:spPr>
        <p:txBody>
          <a:bodyPr rtlCol="0" anchor="ctr"/>
          <a:lstStyle/>
          <a:p>
            <a:pPr algn="ctr"/>
          </a:p>
        </p:txBody>
      </p:sp>
      <p:sp>
        <p:nvSpPr>
          <p:cNvPr id="1029" name="Rectangle 1028"/>
          <p:cNvSpPr/>
          <p:nvPr/>
        </p:nvSpPr>
        <p:spPr>
          <a:xfrm>
            <a:off x="6190488" y="3186684"/>
            <a:ext cx="94183" cy="137160"/>
          </a:xfrm>
          <a:prstGeom prst="rect">
            <a:avLst/>
          </a:prstGeom>
          <a:solidFill>
            <a:srgbClr val="E9EDF3"/>
          </a:solidFill>
          <a:ln>
            <a:noFill/>
          </a:ln>
        </p:spPr>
        <p:txBody>
          <a:bodyPr rtlCol="0" anchor="ctr"/>
          <a:lstStyle/>
          <a:p>
            <a:pPr algn="ctr"/>
          </a:p>
        </p:txBody>
      </p:sp>
      <p:sp>
        <p:nvSpPr>
          <p:cNvPr id="1030" name="Rectangle 1029"/>
          <p:cNvSpPr/>
          <p:nvPr/>
        </p:nvSpPr>
        <p:spPr>
          <a:xfrm>
            <a:off x="6295644" y="3186684"/>
            <a:ext cx="94183" cy="137160"/>
          </a:xfrm>
          <a:prstGeom prst="rect">
            <a:avLst/>
          </a:prstGeom>
          <a:solidFill>
            <a:srgbClr val="FAD9A0"/>
          </a:solidFill>
          <a:ln>
            <a:noFill/>
          </a:ln>
        </p:spPr>
        <p:txBody>
          <a:bodyPr rtlCol="0" anchor="ctr"/>
          <a:lstStyle/>
          <a:p>
            <a:pPr algn="ctr"/>
          </a:p>
        </p:txBody>
      </p:sp>
      <p:sp>
        <p:nvSpPr>
          <p:cNvPr id="1031" name="Rectangle 1030"/>
          <p:cNvSpPr/>
          <p:nvPr/>
        </p:nvSpPr>
        <p:spPr>
          <a:xfrm>
            <a:off x="6400800" y="3186684"/>
            <a:ext cx="94183" cy="137160"/>
          </a:xfrm>
          <a:prstGeom prst="rect">
            <a:avLst/>
          </a:prstGeom>
          <a:solidFill>
            <a:srgbClr val="FAD9A0"/>
          </a:solidFill>
          <a:ln>
            <a:noFill/>
          </a:ln>
        </p:spPr>
        <p:txBody>
          <a:bodyPr rtlCol="0" anchor="ctr"/>
          <a:lstStyle/>
          <a:p>
            <a:pPr algn="ctr"/>
          </a:p>
        </p:txBody>
      </p:sp>
      <p:sp>
        <p:nvSpPr>
          <p:cNvPr id="1032" name="Rectangle 1031"/>
          <p:cNvSpPr/>
          <p:nvPr/>
        </p:nvSpPr>
        <p:spPr>
          <a:xfrm>
            <a:off x="6505956" y="3186684"/>
            <a:ext cx="94183" cy="137160"/>
          </a:xfrm>
          <a:prstGeom prst="rect">
            <a:avLst/>
          </a:prstGeom>
          <a:solidFill>
            <a:srgbClr val="FAD9A0"/>
          </a:solidFill>
          <a:ln>
            <a:noFill/>
          </a:ln>
        </p:spPr>
        <p:txBody>
          <a:bodyPr rtlCol="0" anchor="ctr"/>
          <a:lstStyle/>
          <a:p>
            <a:pPr algn="ctr"/>
          </a:p>
        </p:txBody>
      </p:sp>
      <p:sp>
        <p:nvSpPr>
          <p:cNvPr id="1033" name="Rectangle 1032"/>
          <p:cNvSpPr/>
          <p:nvPr/>
        </p:nvSpPr>
        <p:spPr>
          <a:xfrm>
            <a:off x="6611112" y="3186684"/>
            <a:ext cx="94183" cy="137160"/>
          </a:xfrm>
          <a:prstGeom prst="rect">
            <a:avLst/>
          </a:prstGeom>
          <a:solidFill>
            <a:srgbClr val="FAD9A0"/>
          </a:solidFill>
          <a:ln>
            <a:noFill/>
          </a:ln>
        </p:spPr>
        <p:txBody>
          <a:bodyPr rtlCol="0" anchor="ctr"/>
          <a:lstStyle/>
          <a:p>
            <a:pPr algn="ctr"/>
          </a:p>
        </p:txBody>
      </p:sp>
      <p:sp>
        <p:nvSpPr>
          <p:cNvPr id="1034" name="Rectangle 1033"/>
          <p:cNvSpPr/>
          <p:nvPr/>
        </p:nvSpPr>
        <p:spPr>
          <a:xfrm>
            <a:off x="6716268" y="3186684"/>
            <a:ext cx="94183" cy="137160"/>
          </a:xfrm>
          <a:prstGeom prst="rect">
            <a:avLst/>
          </a:prstGeom>
          <a:solidFill>
            <a:srgbClr val="E9EDF3"/>
          </a:solidFill>
          <a:ln>
            <a:noFill/>
          </a:ln>
        </p:spPr>
        <p:txBody>
          <a:bodyPr rtlCol="0" anchor="ctr"/>
          <a:lstStyle/>
          <a:p>
            <a:pPr algn="ctr"/>
          </a:p>
        </p:txBody>
      </p:sp>
      <p:sp>
        <p:nvSpPr>
          <p:cNvPr id="1035" name="Rectangle 1034"/>
          <p:cNvSpPr/>
          <p:nvPr/>
        </p:nvSpPr>
        <p:spPr>
          <a:xfrm>
            <a:off x="6821424" y="3186684"/>
            <a:ext cx="94183" cy="137160"/>
          </a:xfrm>
          <a:prstGeom prst="rect">
            <a:avLst/>
          </a:prstGeom>
          <a:solidFill>
            <a:srgbClr val="FAD9A0"/>
          </a:solidFill>
          <a:ln>
            <a:noFill/>
          </a:ln>
        </p:spPr>
        <p:txBody>
          <a:bodyPr rtlCol="0" anchor="ctr"/>
          <a:lstStyle/>
          <a:p>
            <a:pPr algn="ctr"/>
          </a:p>
        </p:txBody>
      </p:sp>
      <p:sp>
        <p:nvSpPr>
          <p:cNvPr id="1036" name="Rectangle 1035"/>
          <p:cNvSpPr/>
          <p:nvPr/>
        </p:nvSpPr>
        <p:spPr>
          <a:xfrm>
            <a:off x="6926580" y="3186684"/>
            <a:ext cx="94183" cy="137160"/>
          </a:xfrm>
          <a:prstGeom prst="rect">
            <a:avLst/>
          </a:prstGeom>
          <a:solidFill>
            <a:srgbClr val="E9EDF3"/>
          </a:solidFill>
          <a:ln>
            <a:noFill/>
          </a:ln>
        </p:spPr>
        <p:txBody>
          <a:bodyPr rtlCol="0" anchor="ctr"/>
          <a:lstStyle/>
          <a:p>
            <a:pPr algn="ctr"/>
          </a:p>
        </p:txBody>
      </p:sp>
      <p:sp>
        <p:nvSpPr>
          <p:cNvPr id="1037" name="Rectangle 1036"/>
          <p:cNvSpPr/>
          <p:nvPr/>
        </p:nvSpPr>
        <p:spPr>
          <a:xfrm>
            <a:off x="7031736" y="3186684"/>
            <a:ext cx="94183" cy="137160"/>
          </a:xfrm>
          <a:prstGeom prst="rect">
            <a:avLst/>
          </a:prstGeom>
          <a:solidFill>
            <a:srgbClr val="FAD9A0"/>
          </a:solidFill>
          <a:ln>
            <a:noFill/>
          </a:ln>
        </p:spPr>
        <p:txBody>
          <a:bodyPr rtlCol="0" anchor="ctr"/>
          <a:lstStyle/>
          <a:p>
            <a:pPr algn="ctr"/>
          </a:p>
        </p:txBody>
      </p:sp>
      <p:sp>
        <p:nvSpPr>
          <p:cNvPr id="1038" name="Rectangle 1037"/>
          <p:cNvSpPr/>
          <p:nvPr/>
        </p:nvSpPr>
        <p:spPr>
          <a:xfrm>
            <a:off x="7136892" y="3186684"/>
            <a:ext cx="94183" cy="137160"/>
          </a:xfrm>
          <a:prstGeom prst="rect">
            <a:avLst/>
          </a:prstGeom>
          <a:solidFill>
            <a:srgbClr val="CA6F1E"/>
          </a:solidFill>
          <a:ln>
            <a:noFill/>
          </a:ln>
        </p:spPr>
        <p:txBody>
          <a:bodyPr rtlCol="0" anchor="ctr"/>
          <a:lstStyle/>
          <a:p>
            <a:pPr algn="ctr"/>
          </a:p>
        </p:txBody>
      </p:sp>
      <p:sp>
        <p:nvSpPr>
          <p:cNvPr id="1039" name="Rectangle 1038"/>
          <p:cNvSpPr/>
          <p:nvPr/>
        </p:nvSpPr>
        <p:spPr>
          <a:xfrm>
            <a:off x="7242048" y="3186684"/>
            <a:ext cx="94183" cy="137160"/>
          </a:xfrm>
          <a:prstGeom prst="rect">
            <a:avLst/>
          </a:prstGeom>
          <a:solidFill>
            <a:srgbClr val="E9EDF3"/>
          </a:solidFill>
          <a:ln>
            <a:noFill/>
          </a:ln>
        </p:spPr>
        <p:txBody>
          <a:bodyPr rtlCol="0" anchor="ctr"/>
          <a:lstStyle/>
          <a:p>
            <a:pPr algn="ctr"/>
          </a:p>
        </p:txBody>
      </p:sp>
      <p:sp>
        <p:nvSpPr>
          <p:cNvPr id="1040" name="Rectangle 1039"/>
          <p:cNvSpPr/>
          <p:nvPr/>
        </p:nvSpPr>
        <p:spPr>
          <a:xfrm>
            <a:off x="7347204" y="3186684"/>
            <a:ext cx="94183" cy="137160"/>
          </a:xfrm>
          <a:prstGeom prst="rect">
            <a:avLst/>
          </a:prstGeom>
          <a:solidFill>
            <a:srgbClr val="E9EDF3"/>
          </a:solidFill>
          <a:ln>
            <a:noFill/>
          </a:ln>
        </p:spPr>
        <p:txBody>
          <a:bodyPr rtlCol="0" anchor="ctr"/>
          <a:lstStyle/>
          <a:p>
            <a:pPr algn="ctr"/>
          </a:p>
        </p:txBody>
      </p:sp>
      <p:sp>
        <p:nvSpPr>
          <p:cNvPr id="1041" name="Rectangle 1040"/>
          <p:cNvSpPr/>
          <p:nvPr/>
        </p:nvSpPr>
        <p:spPr>
          <a:xfrm>
            <a:off x="7452360" y="3186684"/>
            <a:ext cx="94183" cy="137160"/>
          </a:xfrm>
          <a:prstGeom prst="rect">
            <a:avLst/>
          </a:prstGeom>
          <a:solidFill>
            <a:srgbClr val="FAD9A0"/>
          </a:solidFill>
          <a:ln>
            <a:noFill/>
          </a:ln>
        </p:spPr>
        <p:txBody>
          <a:bodyPr rtlCol="0" anchor="ctr"/>
          <a:lstStyle/>
          <a:p>
            <a:pPr algn="ctr"/>
          </a:p>
        </p:txBody>
      </p:sp>
      <p:sp>
        <p:nvSpPr>
          <p:cNvPr id="1042" name="Rectangle 1041"/>
          <p:cNvSpPr/>
          <p:nvPr/>
        </p:nvSpPr>
        <p:spPr>
          <a:xfrm>
            <a:off x="7557516" y="3186684"/>
            <a:ext cx="94183" cy="137160"/>
          </a:xfrm>
          <a:prstGeom prst="rect">
            <a:avLst/>
          </a:prstGeom>
          <a:solidFill>
            <a:srgbClr val="FAD9A0"/>
          </a:solidFill>
          <a:ln>
            <a:noFill/>
          </a:ln>
        </p:spPr>
        <p:txBody>
          <a:bodyPr rtlCol="0" anchor="ctr"/>
          <a:lstStyle/>
          <a:p>
            <a:pPr algn="ctr"/>
          </a:p>
        </p:txBody>
      </p:sp>
      <p:sp>
        <p:nvSpPr>
          <p:cNvPr id="1043" name="Rectangle 1042"/>
          <p:cNvSpPr/>
          <p:nvPr/>
        </p:nvSpPr>
        <p:spPr>
          <a:xfrm>
            <a:off x="7662672" y="3186684"/>
            <a:ext cx="94183" cy="137160"/>
          </a:xfrm>
          <a:prstGeom prst="rect">
            <a:avLst/>
          </a:prstGeom>
          <a:solidFill>
            <a:srgbClr val="E9EDF3"/>
          </a:solidFill>
          <a:ln>
            <a:noFill/>
          </a:ln>
        </p:spPr>
        <p:txBody>
          <a:bodyPr rtlCol="0" anchor="ctr"/>
          <a:lstStyle/>
          <a:p>
            <a:pPr algn="ctr"/>
          </a:p>
        </p:txBody>
      </p:sp>
      <p:sp>
        <p:nvSpPr>
          <p:cNvPr id="1044" name="Rectangle 1043"/>
          <p:cNvSpPr/>
          <p:nvPr/>
        </p:nvSpPr>
        <p:spPr>
          <a:xfrm>
            <a:off x="7767828" y="3186684"/>
            <a:ext cx="94183" cy="137160"/>
          </a:xfrm>
          <a:prstGeom prst="rect">
            <a:avLst/>
          </a:prstGeom>
          <a:solidFill>
            <a:srgbClr val="E9EDF3"/>
          </a:solidFill>
          <a:ln>
            <a:noFill/>
          </a:ln>
        </p:spPr>
        <p:txBody>
          <a:bodyPr rtlCol="0" anchor="ctr"/>
          <a:lstStyle/>
          <a:p>
            <a:pPr algn="ctr"/>
          </a:p>
        </p:txBody>
      </p:sp>
      <p:sp>
        <p:nvSpPr>
          <p:cNvPr id="1045" name="Rectangle 1044"/>
          <p:cNvSpPr/>
          <p:nvPr/>
        </p:nvSpPr>
        <p:spPr>
          <a:xfrm>
            <a:off x="7872983" y="3186684"/>
            <a:ext cx="94183" cy="137160"/>
          </a:xfrm>
          <a:prstGeom prst="rect">
            <a:avLst/>
          </a:prstGeom>
          <a:solidFill>
            <a:srgbClr val="E9EDF3"/>
          </a:solidFill>
          <a:ln>
            <a:noFill/>
          </a:ln>
        </p:spPr>
        <p:txBody>
          <a:bodyPr rtlCol="0" anchor="ctr"/>
          <a:lstStyle/>
          <a:p>
            <a:pPr algn="ctr"/>
          </a:p>
        </p:txBody>
      </p:sp>
      <p:sp>
        <p:nvSpPr>
          <p:cNvPr id="1046" name="Rectangle 1045"/>
          <p:cNvSpPr/>
          <p:nvPr/>
        </p:nvSpPr>
        <p:spPr>
          <a:xfrm>
            <a:off x="7978140" y="3186684"/>
            <a:ext cx="94183" cy="137160"/>
          </a:xfrm>
          <a:prstGeom prst="rect">
            <a:avLst/>
          </a:prstGeom>
          <a:solidFill>
            <a:srgbClr val="E9EDF3"/>
          </a:solidFill>
          <a:ln>
            <a:noFill/>
          </a:ln>
        </p:spPr>
        <p:txBody>
          <a:bodyPr rtlCol="0" anchor="ctr"/>
          <a:lstStyle/>
          <a:p>
            <a:pPr algn="ctr"/>
          </a:p>
        </p:txBody>
      </p:sp>
      <p:sp>
        <p:nvSpPr>
          <p:cNvPr id="1047" name="Rectangle 1046"/>
          <p:cNvSpPr/>
          <p:nvPr/>
        </p:nvSpPr>
        <p:spPr>
          <a:xfrm>
            <a:off x="8083296" y="3186684"/>
            <a:ext cx="94183" cy="137160"/>
          </a:xfrm>
          <a:prstGeom prst="rect">
            <a:avLst/>
          </a:prstGeom>
          <a:solidFill>
            <a:srgbClr val="E9EDF3"/>
          </a:solidFill>
          <a:ln>
            <a:noFill/>
          </a:ln>
        </p:spPr>
        <p:txBody>
          <a:bodyPr rtlCol="0" anchor="ctr"/>
          <a:lstStyle/>
          <a:p>
            <a:pPr algn="ctr"/>
          </a:p>
        </p:txBody>
      </p:sp>
      <p:sp>
        <p:nvSpPr>
          <p:cNvPr id="1048" name="Rectangle 1047"/>
          <p:cNvSpPr/>
          <p:nvPr/>
        </p:nvSpPr>
        <p:spPr>
          <a:xfrm>
            <a:off x="8188452" y="3186684"/>
            <a:ext cx="94183" cy="137160"/>
          </a:xfrm>
          <a:prstGeom prst="rect">
            <a:avLst/>
          </a:prstGeom>
          <a:solidFill>
            <a:srgbClr val="E9EDF3"/>
          </a:solidFill>
          <a:ln>
            <a:noFill/>
          </a:ln>
        </p:spPr>
        <p:txBody>
          <a:bodyPr rtlCol="0" anchor="ctr"/>
          <a:lstStyle/>
          <a:p>
            <a:pPr algn="ctr"/>
          </a:p>
        </p:txBody>
      </p:sp>
      <p:sp>
        <p:nvSpPr>
          <p:cNvPr id="1049" name="TextBox 1048"/>
          <p:cNvSpPr txBox="1"/>
          <p:nvPr/>
        </p:nvSpPr>
        <p:spPr>
          <a:xfrm>
            <a:off x="8330183" y="3182112"/>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25</a:t>
            </a:r>
          </a:p>
        </p:txBody>
      </p:sp>
      <p:sp>
        <p:nvSpPr>
          <p:cNvPr id="1050" name="TextBox 1049"/>
          <p:cNvSpPr txBox="1"/>
          <p:nvPr/>
        </p:nvSpPr>
        <p:spPr>
          <a:xfrm>
            <a:off x="4636008" y="333298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56</a:t>
            </a:r>
          </a:p>
        </p:txBody>
      </p:sp>
      <p:sp>
        <p:nvSpPr>
          <p:cNvPr id="1051" name="Rectangle 1050"/>
          <p:cNvSpPr/>
          <p:nvPr/>
        </p:nvSpPr>
        <p:spPr>
          <a:xfrm>
            <a:off x="5138928" y="3337560"/>
            <a:ext cx="94183" cy="137160"/>
          </a:xfrm>
          <a:prstGeom prst="rect">
            <a:avLst/>
          </a:prstGeom>
          <a:solidFill>
            <a:srgbClr val="FAD9A0"/>
          </a:solidFill>
          <a:ln>
            <a:noFill/>
          </a:ln>
        </p:spPr>
        <p:txBody>
          <a:bodyPr rtlCol="0" anchor="ctr"/>
          <a:lstStyle/>
          <a:p>
            <a:pPr algn="ctr"/>
          </a:p>
        </p:txBody>
      </p:sp>
      <p:sp>
        <p:nvSpPr>
          <p:cNvPr id="1052" name="Rectangle 1051"/>
          <p:cNvSpPr/>
          <p:nvPr/>
        </p:nvSpPr>
        <p:spPr>
          <a:xfrm>
            <a:off x="5244084" y="3337560"/>
            <a:ext cx="94183" cy="137160"/>
          </a:xfrm>
          <a:prstGeom prst="rect">
            <a:avLst/>
          </a:prstGeom>
          <a:solidFill>
            <a:srgbClr val="FAD9A0"/>
          </a:solidFill>
          <a:ln>
            <a:noFill/>
          </a:ln>
        </p:spPr>
        <p:txBody>
          <a:bodyPr rtlCol="0" anchor="ctr"/>
          <a:lstStyle/>
          <a:p>
            <a:pPr algn="ctr"/>
          </a:p>
        </p:txBody>
      </p:sp>
      <p:sp>
        <p:nvSpPr>
          <p:cNvPr id="1053" name="Rectangle 1052"/>
          <p:cNvSpPr/>
          <p:nvPr/>
        </p:nvSpPr>
        <p:spPr>
          <a:xfrm>
            <a:off x="5349240" y="3337560"/>
            <a:ext cx="94183" cy="137160"/>
          </a:xfrm>
          <a:prstGeom prst="rect">
            <a:avLst/>
          </a:prstGeom>
          <a:solidFill>
            <a:srgbClr val="E9EDF3"/>
          </a:solidFill>
          <a:ln>
            <a:noFill/>
          </a:ln>
        </p:spPr>
        <p:txBody>
          <a:bodyPr rtlCol="0" anchor="ctr"/>
          <a:lstStyle/>
          <a:p>
            <a:pPr algn="ctr"/>
          </a:p>
        </p:txBody>
      </p:sp>
      <p:sp>
        <p:nvSpPr>
          <p:cNvPr id="1054" name="Rectangle 1053"/>
          <p:cNvSpPr/>
          <p:nvPr/>
        </p:nvSpPr>
        <p:spPr>
          <a:xfrm>
            <a:off x="5454396" y="3337560"/>
            <a:ext cx="94183" cy="137160"/>
          </a:xfrm>
          <a:prstGeom prst="rect">
            <a:avLst/>
          </a:prstGeom>
          <a:solidFill>
            <a:srgbClr val="F5A623"/>
          </a:solidFill>
          <a:ln>
            <a:noFill/>
          </a:ln>
        </p:spPr>
        <p:txBody>
          <a:bodyPr rtlCol="0" anchor="ctr"/>
          <a:lstStyle/>
          <a:p>
            <a:pPr algn="ctr"/>
          </a:p>
        </p:txBody>
      </p:sp>
      <p:sp>
        <p:nvSpPr>
          <p:cNvPr id="1055" name="Rectangle 1054"/>
          <p:cNvSpPr/>
          <p:nvPr/>
        </p:nvSpPr>
        <p:spPr>
          <a:xfrm>
            <a:off x="5559552" y="3337560"/>
            <a:ext cx="94183" cy="137160"/>
          </a:xfrm>
          <a:prstGeom prst="rect">
            <a:avLst/>
          </a:prstGeom>
          <a:solidFill>
            <a:srgbClr val="E9EDF3"/>
          </a:solidFill>
          <a:ln>
            <a:noFill/>
          </a:ln>
        </p:spPr>
        <p:txBody>
          <a:bodyPr rtlCol="0" anchor="ctr"/>
          <a:lstStyle/>
          <a:p>
            <a:pPr algn="ctr"/>
          </a:p>
        </p:txBody>
      </p:sp>
      <p:sp>
        <p:nvSpPr>
          <p:cNvPr id="1056" name="Rectangle 1055"/>
          <p:cNvSpPr/>
          <p:nvPr/>
        </p:nvSpPr>
        <p:spPr>
          <a:xfrm>
            <a:off x="5664708" y="3337560"/>
            <a:ext cx="94183" cy="137160"/>
          </a:xfrm>
          <a:prstGeom prst="rect">
            <a:avLst/>
          </a:prstGeom>
          <a:solidFill>
            <a:srgbClr val="FAD9A0"/>
          </a:solidFill>
          <a:ln>
            <a:noFill/>
          </a:ln>
        </p:spPr>
        <p:txBody>
          <a:bodyPr rtlCol="0" anchor="ctr"/>
          <a:lstStyle/>
          <a:p>
            <a:pPr algn="ctr"/>
          </a:p>
        </p:txBody>
      </p:sp>
      <p:sp>
        <p:nvSpPr>
          <p:cNvPr id="1057" name="Rectangle 1056"/>
          <p:cNvSpPr/>
          <p:nvPr/>
        </p:nvSpPr>
        <p:spPr>
          <a:xfrm>
            <a:off x="5769864" y="3337560"/>
            <a:ext cx="94183" cy="137160"/>
          </a:xfrm>
          <a:prstGeom prst="rect">
            <a:avLst/>
          </a:prstGeom>
          <a:solidFill>
            <a:srgbClr val="E9EDF3"/>
          </a:solidFill>
          <a:ln>
            <a:noFill/>
          </a:ln>
        </p:spPr>
        <p:txBody>
          <a:bodyPr rtlCol="0" anchor="ctr"/>
          <a:lstStyle/>
          <a:p>
            <a:pPr algn="ctr"/>
          </a:p>
        </p:txBody>
      </p:sp>
      <p:sp>
        <p:nvSpPr>
          <p:cNvPr id="1058" name="Rectangle 1057"/>
          <p:cNvSpPr/>
          <p:nvPr/>
        </p:nvSpPr>
        <p:spPr>
          <a:xfrm>
            <a:off x="5875020" y="3337560"/>
            <a:ext cx="94183" cy="137160"/>
          </a:xfrm>
          <a:prstGeom prst="rect">
            <a:avLst/>
          </a:prstGeom>
          <a:solidFill>
            <a:srgbClr val="FAD9A0"/>
          </a:solidFill>
          <a:ln>
            <a:noFill/>
          </a:ln>
        </p:spPr>
        <p:txBody>
          <a:bodyPr rtlCol="0" anchor="ctr"/>
          <a:lstStyle/>
          <a:p>
            <a:pPr algn="ctr"/>
          </a:p>
        </p:txBody>
      </p:sp>
      <p:sp>
        <p:nvSpPr>
          <p:cNvPr id="1059" name="Rectangle 1058"/>
          <p:cNvSpPr/>
          <p:nvPr/>
        </p:nvSpPr>
        <p:spPr>
          <a:xfrm>
            <a:off x="5980176" y="3337560"/>
            <a:ext cx="94183" cy="137160"/>
          </a:xfrm>
          <a:prstGeom prst="rect">
            <a:avLst/>
          </a:prstGeom>
          <a:solidFill>
            <a:srgbClr val="F5A623"/>
          </a:solidFill>
          <a:ln>
            <a:noFill/>
          </a:ln>
        </p:spPr>
        <p:txBody>
          <a:bodyPr rtlCol="0" anchor="ctr"/>
          <a:lstStyle/>
          <a:p>
            <a:pPr algn="ctr"/>
          </a:p>
        </p:txBody>
      </p:sp>
      <p:sp>
        <p:nvSpPr>
          <p:cNvPr id="1060" name="Rectangle 1059"/>
          <p:cNvSpPr/>
          <p:nvPr/>
        </p:nvSpPr>
        <p:spPr>
          <a:xfrm>
            <a:off x="6085332" y="3337560"/>
            <a:ext cx="94183" cy="137160"/>
          </a:xfrm>
          <a:prstGeom prst="rect">
            <a:avLst/>
          </a:prstGeom>
          <a:solidFill>
            <a:srgbClr val="FAD9A0"/>
          </a:solidFill>
          <a:ln>
            <a:noFill/>
          </a:ln>
        </p:spPr>
        <p:txBody>
          <a:bodyPr rtlCol="0" anchor="ctr"/>
          <a:lstStyle/>
          <a:p>
            <a:pPr algn="ctr"/>
          </a:p>
        </p:txBody>
      </p:sp>
      <p:sp>
        <p:nvSpPr>
          <p:cNvPr id="1061" name="Rectangle 1060"/>
          <p:cNvSpPr/>
          <p:nvPr/>
        </p:nvSpPr>
        <p:spPr>
          <a:xfrm>
            <a:off x="6190488" y="3337560"/>
            <a:ext cx="94183" cy="137160"/>
          </a:xfrm>
          <a:prstGeom prst="rect">
            <a:avLst/>
          </a:prstGeom>
          <a:solidFill>
            <a:srgbClr val="E9EDF3"/>
          </a:solidFill>
          <a:ln>
            <a:noFill/>
          </a:ln>
        </p:spPr>
        <p:txBody>
          <a:bodyPr rtlCol="0" anchor="ctr"/>
          <a:lstStyle/>
          <a:p>
            <a:pPr algn="ctr"/>
          </a:p>
        </p:txBody>
      </p:sp>
      <p:sp>
        <p:nvSpPr>
          <p:cNvPr id="1062" name="Rectangle 1061"/>
          <p:cNvSpPr/>
          <p:nvPr/>
        </p:nvSpPr>
        <p:spPr>
          <a:xfrm>
            <a:off x="6295644" y="3337560"/>
            <a:ext cx="94183" cy="137160"/>
          </a:xfrm>
          <a:prstGeom prst="rect">
            <a:avLst/>
          </a:prstGeom>
          <a:solidFill>
            <a:srgbClr val="E9EDF3"/>
          </a:solidFill>
          <a:ln>
            <a:noFill/>
          </a:ln>
        </p:spPr>
        <p:txBody>
          <a:bodyPr rtlCol="0" anchor="ctr"/>
          <a:lstStyle/>
          <a:p>
            <a:pPr algn="ctr"/>
          </a:p>
        </p:txBody>
      </p:sp>
      <p:sp>
        <p:nvSpPr>
          <p:cNvPr id="1063" name="Rectangle 1062"/>
          <p:cNvSpPr/>
          <p:nvPr/>
        </p:nvSpPr>
        <p:spPr>
          <a:xfrm>
            <a:off x="6400800" y="3337560"/>
            <a:ext cx="94183" cy="137160"/>
          </a:xfrm>
          <a:prstGeom prst="rect">
            <a:avLst/>
          </a:prstGeom>
          <a:solidFill>
            <a:srgbClr val="E9EDF3"/>
          </a:solidFill>
          <a:ln>
            <a:noFill/>
          </a:ln>
        </p:spPr>
        <p:txBody>
          <a:bodyPr rtlCol="0" anchor="ctr"/>
          <a:lstStyle/>
          <a:p>
            <a:pPr algn="ctr"/>
          </a:p>
        </p:txBody>
      </p:sp>
      <p:sp>
        <p:nvSpPr>
          <p:cNvPr id="1064" name="Rectangle 1063"/>
          <p:cNvSpPr/>
          <p:nvPr/>
        </p:nvSpPr>
        <p:spPr>
          <a:xfrm>
            <a:off x="6505956" y="3337560"/>
            <a:ext cx="94183" cy="137160"/>
          </a:xfrm>
          <a:prstGeom prst="rect">
            <a:avLst/>
          </a:prstGeom>
          <a:solidFill>
            <a:srgbClr val="E9EDF3"/>
          </a:solidFill>
          <a:ln>
            <a:noFill/>
          </a:ln>
        </p:spPr>
        <p:txBody>
          <a:bodyPr rtlCol="0" anchor="ctr"/>
          <a:lstStyle/>
          <a:p>
            <a:pPr algn="ctr"/>
          </a:p>
        </p:txBody>
      </p:sp>
      <p:sp>
        <p:nvSpPr>
          <p:cNvPr id="1065" name="Rectangle 1064"/>
          <p:cNvSpPr/>
          <p:nvPr/>
        </p:nvSpPr>
        <p:spPr>
          <a:xfrm>
            <a:off x="6611112" y="3337560"/>
            <a:ext cx="94183" cy="137160"/>
          </a:xfrm>
          <a:prstGeom prst="rect">
            <a:avLst/>
          </a:prstGeom>
          <a:solidFill>
            <a:srgbClr val="E9EDF3"/>
          </a:solidFill>
          <a:ln>
            <a:noFill/>
          </a:ln>
        </p:spPr>
        <p:txBody>
          <a:bodyPr rtlCol="0" anchor="ctr"/>
          <a:lstStyle/>
          <a:p>
            <a:pPr algn="ctr"/>
          </a:p>
        </p:txBody>
      </p:sp>
      <p:sp>
        <p:nvSpPr>
          <p:cNvPr id="1066" name="Rectangle 1065"/>
          <p:cNvSpPr/>
          <p:nvPr/>
        </p:nvSpPr>
        <p:spPr>
          <a:xfrm>
            <a:off x="6716268" y="3337560"/>
            <a:ext cx="94183" cy="137160"/>
          </a:xfrm>
          <a:prstGeom prst="rect">
            <a:avLst/>
          </a:prstGeom>
          <a:solidFill>
            <a:srgbClr val="E9EDF3"/>
          </a:solidFill>
          <a:ln>
            <a:noFill/>
          </a:ln>
        </p:spPr>
        <p:txBody>
          <a:bodyPr rtlCol="0" anchor="ctr"/>
          <a:lstStyle/>
          <a:p>
            <a:pPr algn="ctr"/>
          </a:p>
        </p:txBody>
      </p:sp>
      <p:sp>
        <p:nvSpPr>
          <p:cNvPr id="1067" name="Rectangle 1066"/>
          <p:cNvSpPr/>
          <p:nvPr/>
        </p:nvSpPr>
        <p:spPr>
          <a:xfrm>
            <a:off x="6821424" y="3337560"/>
            <a:ext cx="94183" cy="137160"/>
          </a:xfrm>
          <a:prstGeom prst="rect">
            <a:avLst/>
          </a:prstGeom>
          <a:solidFill>
            <a:srgbClr val="E9EDF3"/>
          </a:solidFill>
          <a:ln>
            <a:noFill/>
          </a:ln>
        </p:spPr>
        <p:txBody>
          <a:bodyPr rtlCol="0" anchor="ctr"/>
          <a:lstStyle/>
          <a:p>
            <a:pPr algn="ctr"/>
          </a:p>
        </p:txBody>
      </p:sp>
      <p:sp>
        <p:nvSpPr>
          <p:cNvPr id="1068" name="Rectangle 1067"/>
          <p:cNvSpPr/>
          <p:nvPr/>
        </p:nvSpPr>
        <p:spPr>
          <a:xfrm>
            <a:off x="6926580" y="3337560"/>
            <a:ext cx="94183" cy="137160"/>
          </a:xfrm>
          <a:prstGeom prst="rect">
            <a:avLst/>
          </a:prstGeom>
          <a:solidFill>
            <a:srgbClr val="E9EDF3"/>
          </a:solidFill>
          <a:ln>
            <a:noFill/>
          </a:ln>
        </p:spPr>
        <p:txBody>
          <a:bodyPr rtlCol="0" anchor="ctr"/>
          <a:lstStyle/>
          <a:p>
            <a:pPr algn="ctr"/>
          </a:p>
        </p:txBody>
      </p:sp>
      <p:sp>
        <p:nvSpPr>
          <p:cNvPr id="1069" name="Rectangle 1068"/>
          <p:cNvSpPr/>
          <p:nvPr/>
        </p:nvSpPr>
        <p:spPr>
          <a:xfrm>
            <a:off x="7031736" y="3337560"/>
            <a:ext cx="94183" cy="137160"/>
          </a:xfrm>
          <a:prstGeom prst="rect">
            <a:avLst/>
          </a:prstGeom>
          <a:solidFill>
            <a:srgbClr val="E9EDF3"/>
          </a:solidFill>
          <a:ln>
            <a:noFill/>
          </a:ln>
        </p:spPr>
        <p:txBody>
          <a:bodyPr rtlCol="0" anchor="ctr"/>
          <a:lstStyle/>
          <a:p>
            <a:pPr algn="ctr"/>
          </a:p>
        </p:txBody>
      </p:sp>
      <p:sp>
        <p:nvSpPr>
          <p:cNvPr id="1070" name="Rectangle 1069"/>
          <p:cNvSpPr/>
          <p:nvPr/>
        </p:nvSpPr>
        <p:spPr>
          <a:xfrm>
            <a:off x="7136892" y="3337560"/>
            <a:ext cx="94183" cy="137160"/>
          </a:xfrm>
          <a:prstGeom prst="rect">
            <a:avLst/>
          </a:prstGeom>
          <a:solidFill>
            <a:srgbClr val="FAD9A0"/>
          </a:solidFill>
          <a:ln>
            <a:noFill/>
          </a:ln>
        </p:spPr>
        <p:txBody>
          <a:bodyPr rtlCol="0" anchor="ctr"/>
          <a:lstStyle/>
          <a:p>
            <a:pPr algn="ctr"/>
          </a:p>
        </p:txBody>
      </p:sp>
      <p:sp>
        <p:nvSpPr>
          <p:cNvPr id="1071" name="Rectangle 1070"/>
          <p:cNvSpPr/>
          <p:nvPr/>
        </p:nvSpPr>
        <p:spPr>
          <a:xfrm>
            <a:off x="7242048" y="3337560"/>
            <a:ext cx="94183" cy="137160"/>
          </a:xfrm>
          <a:prstGeom prst="rect">
            <a:avLst/>
          </a:prstGeom>
          <a:solidFill>
            <a:srgbClr val="E9EDF3"/>
          </a:solidFill>
          <a:ln>
            <a:noFill/>
          </a:ln>
        </p:spPr>
        <p:txBody>
          <a:bodyPr rtlCol="0" anchor="ctr"/>
          <a:lstStyle/>
          <a:p>
            <a:pPr algn="ctr"/>
          </a:p>
        </p:txBody>
      </p:sp>
      <p:sp>
        <p:nvSpPr>
          <p:cNvPr id="1072" name="Rectangle 1071"/>
          <p:cNvSpPr/>
          <p:nvPr/>
        </p:nvSpPr>
        <p:spPr>
          <a:xfrm>
            <a:off x="7347204" y="3337560"/>
            <a:ext cx="94183" cy="137160"/>
          </a:xfrm>
          <a:prstGeom prst="rect">
            <a:avLst/>
          </a:prstGeom>
          <a:solidFill>
            <a:srgbClr val="E9EDF3"/>
          </a:solidFill>
          <a:ln>
            <a:noFill/>
          </a:ln>
        </p:spPr>
        <p:txBody>
          <a:bodyPr rtlCol="0" anchor="ctr"/>
          <a:lstStyle/>
          <a:p>
            <a:pPr algn="ctr"/>
          </a:p>
        </p:txBody>
      </p:sp>
      <p:sp>
        <p:nvSpPr>
          <p:cNvPr id="1073" name="Rectangle 1072"/>
          <p:cNvSpPr/>
          <p:nvPr/>
        </p:nvSpPr>
        <p:spPr>
          <a:xfrm>
            <a:off x="7452360" y="3337560"/>
            <a:ext cx="94183" cy="137160"/>
          </a:xfrm>
          <a:prstGeom prst="rect">
            <a:avLst/>
          </a:prstGeom>
          <a:solidFill>
            <a:srgbClr val="E9EDF3"/>
          </a:solidFill>
          <a:ln>
            <a:noFill/>
          </a:ln>
        </p:spPr>
        <p:txBody>
          <a:bodyPr rtlCol="0" anchor="ctr"/>
          <a:lstStyle/>
          <a:p>
            <a:pPr algn="ctr"/>
          </a:p>
        </p:txBody>
      </p:sp>
      <p:sp>
        <p:nvSpPr>
          <p:cNvPr id="1074" name="Rectangle 1073"/>
          <p:cNvSpPr/>
          <p:nvPr/>
        </p:nvSpPr>
        <p:spPr>
          <a:xfrm>
            <a:off x="7557516" y="3337560"/>
            <a:ext cx="94183" cy="137160"/>
          </a:xfrm>
          <a:prstGeom prst="rect">
            <a:avLst/>
          </a:prstGeom>
          <a:solidFill>
            <a:srgbClr val="E9EDF3"/>
          </a:solidFill>
          <a:ln>
            <a:noFill/>
          </a:ln>
        </p:spPr>
        <p:txBody>
          <a:bodyPr rtlCol="0" anchor="ctr"/>
          <a:lstStyle/>
          <a:p>
            <a:pPr algn="ctr"/>
          </a:p>
        </p:txBody>
      </p:sp>
      <p:sp>
        <p:nvSpPr>
          <p:cNvPr id="1075" name="Rectangle 1074"/>
          <p:cNvSpPr/>
          <p:nvPr/>
        </p:nvSpPr>
        <p:spPr>
          <a:xfrm>
            <a:off x="7662672" y="3337560"/>
            <a:ext cx="94183" cy="137160"/>
          </a:xfrm>
          <a:prstGeom prst="rect">
            <a:avLst/>
          </a:prstGeom>
          <a:solidFill>
            <a:srgbClr val="E9EDF3"/>
          </a:solidFill>
          <a:ln>
            <a:noFill/>
          </a:ln>
        </p:spPr>
        <p:txBody>
          <a:bodyPr rtlCol="0" anchor="ctr"/>
          <a:lstStyle/>
          <a:p>
            <a:pPr algn="ctr"/>
          </a:p>
        </p:txBody>
      </p:sp>
      <p:sp>
        <p:nvSpPr>
          <p:cNvPr id="1076" name="Rectangle 1075"/>
          <p:cNvSpPr/>
          <p:nvPr/>
        </p:nvSpPr>
        <p:spPr>
          <a:xfrm>
            <a:off x="7767828" y="3337560"/>
            <a:ext cx="94183" cy="137160"/>
          </a:xfrm>
          <a:prstGeom prst="rect">
            <a:avLst/>
          </a:prstGeom>
          <a:solidFill>
            <a:srgbClr val="E9EDF3"/>
          </a:solidFill>
          <a:ln>
            <a:noFill/>
          </a:ln>
        </p:spPr>
        <p:txBody>
          <a:bodyPr rtlCol="0" anchor="ctr"/>
          <a:lstStyle/>
          <a:p>
            <a:pPr algn="ctr"/>
          </a:p>
        </p:txBody>
      </p:sp>
      <p:sp>
        <p:nvSpPr>
          <p:cNvPr id="1077" name="Rectangle 1076"/>
          <p:cNvSpPr/>
          <p:nvPr/>
        </p:nvSpPr>
        <p:spPr>
          <a:xfrm>
            <a:off x="7872983" y="3337560"/>
            <a:ext cx="94183" cy="137160"/>
          </a:xfrm>
          <a:prstGeom prst="rect">
            <a:avLst/>
          </a:prstGeom>
          <a:solidFill>
            <a:srgbClr val="E9EDF3"/>
          </a:solidFill>
          <a:ln>
            <a:noFill/>
          </a:ln>
        </p:spPr>
        <p:txBody>
          <a:bodyPr rtlCol="0" anchor="ctr"/>
          <a:lstStyle/>
          <a:p>
            <a:pPr algn="ctr"/>
          </a:p>
        </p:txBody>
      </p:sp>
      <p:sp>
        <p:nvSpPr>
          <p:cNvPr id="1078" name="Rectangle 1077"/>
          <p:cNvSpPr/>
          <p:nvPr/>
        </p:nvSpPr>
        <p:spPr>
          <a:xfrm>
            <a:off x="7978140" y="3337560"/>
            <a:ext cx="94183" cy="137160"/>
          </a:xfrm>
          <a:prstGeom prst="rect">
            <a:avLst/>
          </a:prstGeom>
          <a:solidFill>
            <a:srgbClr val="E9EDF3"/>
          </a:solidFill>
          <a:ln>
            <a:noFill/>
          </a:ln>
        </p:spPr>
        <p:txBody>
          <a:bodyPr rtlCol="0" anchor="ctr"/>
          <a:lstStyle/>
          <a:p>
            <a:pPr algn="ctr"/>
          </a:p>
        </p:txBody>
      </p:sp>
      <p:sp>
        <p:nvSpPr>
          <p:cNvPr id="1079" name="Rectangle 1078"/>
          <p:cNvSpPr/>
          <p:nvPr/>
        </p:nvSpPr>
        <p:spPr>
          <a:xfrm>
            <a:off x="8083296" y="3337560"/>
            <a:ext cx="94183" cy="137160"/>
          </a:xfrm>
          <a:prstGeom prst="rect">
            <a:avLst/>
          </a:prstGeom>
          <a:solidFill>
            <a:srgbClr val="F5A623"/>
          </a:solidFill>
          <a:ln>
            <a:noFill/>
          </a:ln>
        </p:spPr>
        <p:txBody>
          <a:bodyPr rtlCol="0" anchor="ctr"/>
          <a:lstStyle/>
          <a:p>
            <a:pPr algn="ctr"/>
          </a:p>
        </p:txBody>
      </p:sp>
      <p:sp>
        <p:nvSpPr>
          <p:cNvPr id="1080" name="Rectangle 1079"/>
          <p:cNvSpPr/>
          <p:nvPr/>
        </p:nvSpPr>
        <p:spPr>
          <a:xfrm>
            <a:off x="8188452" y="3337560"/>
            <a:ext cx="94183" cy="137160"/>
          </a:xfrm>
          <a:prstGeom prst="rect">
            <a:avLst/>
          </a:prstGeom>
          <a:solidFill>
            <a:srgbClr val="E9EDF3"/>
          </a:solidFill>
          <a:ln>
            <a:noFill/>
          </a:ln>
        </p:spPr>
        <p:txBody>
          <a:bodyPr rtlCol="0" anchor="ctr"/>
          <a:lstStyle/>
          <a:p>
            <a:pPr algn="ctr"/>
          </a:p>
        </p:txBody>
      </p:sp>
      <p:sp>
        <p:nvSpPr>
          <p:cNvPr id="1081" name="TextBox 1080"/>
          <p:cNvSpPr txBox="1"/>
          <p:nvPr/>
        </p:nvSpPr>
        <p:spPr>
          <a:xfrm>
            <a:off x="8330183" y="3332988"/>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25</a:t>
            </a:r>
          </a:p>
        </p:txBody>
      </p:sp>
      <p:sp>
        <p:nvSpPr>
          <p:cNvPr id="1082" name="TextBox 1081"/>
          <p:cNvSpPr txBox="1"/>
          <p:nvPr/>
        </p:nvSpPr>
        <p:spPr>
          <a:xfrm>
            <a:off x="4636008" y="348386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23p</a:t>
            </a:r>
          </a:p>
        </p:txBody>
      </p:sp>
      <p:sp>
        <p:nvSpPr>
          <p:cNvPr id="1083" name="Rectangle 1082"/>
          <p:cNvSpPr/>
          <p:nvPr/>
        </p:nvSpPr>
        <p:spPr>
          <a:xfrm>
            <a:off x="5138928" y="3488436"/>
            <a:ext cx="94183" cy="137160"/>
          </a:xfrm>
          <a:prstGeom prst="rect">
            <a:avLst/>
          </a:prstGeom>
          <a:solidFill>
            <a:srgbClr val="E9EDF3"/>
          </a:solidFill>
          <a:ln>
            <a:noFill/>
          </a:ln>
        </p:spPr>
        <p:txBody>
          <a:bodyPr rtlCol="0" anchor="ctr"/>
          <a:lstStyle/>
          <a:p>
            <a:pPr algn="ctr"/>
          </a:p>
        </p:txBody>
      </p:sp>
      <p:sp>
        <p:nvSpPr>
          <p:cNvPr id="1084" name="Rectangle 1083"/>
          <p:cNvSpPr/>
          <p:nvPr/>
        </p:nvSpPr>
        <p:spPr>
          <a:xfrm>
            <a:off x="5244084" y="3488436"/>
            <a:ext cx="94183" cy="137160"/>
          </a:xfrm>
          <a:prstGeom prst="rect">
            <a:avLst/>
          </a:prstGeom>
          <a:solidFill>
            <a:srgbClr val="E9EDF3"/>
          </a:solidFill>
          <a:ln>
            <a:noFill/>
          </a:ln>
        </p:spPr>
        <p:txBody>
          <a:bodyPr rtlCol="0" anchor="ctr"/>
          <a:lstStyle/>
          <a:p>
            <a:pPr algn="ctr"/>
          </a:p>
        </p:txBody>
      </p:sp>
      <p:sp>
        <p:nvSpPr>
          <p:cNvPr id="1085" name="Rectangle 1084"/>
          <p:cNvSpPr/>
          <p:nvPr/>
        </p:nvSpPr>
        <p:spPr>
          <a:xfrm>
            <a:off x="5349240" y="3488436"/>
            <a:ext cx="94183" cy="137160"/>
          </a:xfrm>
          <a:prstGeom prst="rect">
            <a:avLst/>
          </a:prstGeom>
          <a:solidFill>
            <a:srgbClr val="FAD9A0"/>
          </a:solidFill>
          <a:ln>
            <a:noFill/>
          </a:ln>
        </p:spPr>
        <p:txBody>
          <a:bodyPr rtlCol="0" anchor="ctr"/>
          <a:lstStyle/>
          <a:p>
            <a:pPr algn="ctr"/>
          </a:p>
        </p:txBody>
      </p:sp>
      <p:sp>
        <p:nvSpPr>
          <p:cNvPr id="1086" name="Rectangle 1085"/>
          <p:cNvSpPr/>
          <p:nvPr/>
        </p:nvSpPr>
        <p:spPr>
          <a:xfrm>
            <a:off x="5454396" y="3488436"/>
            <a:ext cx="94183" cy="137160"/>
          </a:xfrm>
          <a:prstGeom prst="rect">
            <a:avLst/>
          </a:prstGeom>
          <a:solidFill>
            <a:srgbClr val="E9EDF3"/>
          </a:solidFill>
          <a:ln>
            <a:noFill/>
          </a:ln>
        </p:spPr>
        <p:txBody>
          <a:bodyPr rtlCol="0" anchor="ctr"/>
          <a:lstStyle/>
          <a:p>
            <a:pPr algn="ctr"/>
          </a:p>
        </p:txBody>
      </p:sp>
      <p:sp>
        <p:nvSpPr>
          <p:cNvPr id="1087" name="Rectangle 1086"/>
          <p:cNvSpPr/>
          <p:nvPr/>
        </p:nvSpPr>
        <p:spPr>
          <a:xfrm>
            <a:off x="5559552" y="3488436"/>
            <a:ext cx="94183" cy="137160"/>
          </a:xfrm>
          <a:prstGeom prst="rect">
            <a:avLst/>
          </a:prstGeom>
          <a:solidFill>
            <a:srgbClr val="E9EDF3"/>
          </a:solidFill>
          <a:ln>
            <a:noFill/>
          </a:ln>
        </p:spPr>
        <p:txBody>
          <a:bodyPr rtlCol="0" anchor="ctr"/>
          <a:lstStyle/>
          <a:p>
            <a:pPr algn="ctr"/>
          </a:p>
        </p:txBody>
      </p:sp>
      <p:sp>
        <p:nvSpPr>
          <p:cNvPr id="1088" name="Rectangle 1087"/>
          <p:cNvSpPr/>
          <p:nvPr/>
        </p:nvSpPr>
        <p:spPr>
          <a:xfrm>
            <a:off x="5664708" y="3488436"/>
            <a:ext cx="94183" cy="137160"/>
          </a:xfrm>
          <a:prstGeom prst="rect">
            <a:avLst/>
          </a:prstGeom>
          <a:solidFill>
            <a:srgbClr val="FAD9A0"/>
          </a:solidFill>
          <a:ln>
            <a:noFill/>
          </a:ln>
        </p:spPr>
        <p:txBody>
          <a:bodyPr rtlCol="0" anchor="ctr"/>
          <a:lstStyle/>
          <a:p>
            <a:pPr algn="ctr"/>
          </a:p>
        </p:txBody>
      </p:sp>
      <p:sp>
        <p:nvSpPr>
          <p:cNvPr id="1089" name="Rectangle 1088"/>
          <p:cNvSpPr/>
          <p:nvPr/>
        </p:nvSpPr>
        <p:spPr>
          <a:xfrm>
            <a:off x="5769864" y="3488436"/>
            <a:ext cx="94183" cy="137160"/>
          </a:xfrm>
          <a:prstGeom prst="rect">
            <a:avLst/>
          </a:prstGeom>
          <a:solidFill>
            <a:srgbClr val="E9EDF3"/>
          </a:solidFill>
          <a:ln>
            <a:noFill/>
          </a:ln>
        </p:spPr>
        <p:txBody>
          <a:bodyPr rtlCol="0" anchor="ctr"/>
          <a:lstStyle/>
          <a:p>
            <a:pPr algn="ctr"/>
          </a:p>
        </p:txBody>
      </p:sp>
      <p:sp>
        <p:nvSpPr>
          <p:cNvPr id="1090" name="Rectangle 1089"/>
          <p:cNvSpPr/>
          <p:nvPr/>
        </p:nvSpPr>
        <p:spPr>
          <a:xfrm>
            <a:off x="5875020" y="3488436"/>
            <a:ext cx="94183" cy="137160"/>
          </a:xfrm>
          <a:prstGeom prst="rect">
            <a:avLst/>
          </a:prstGeom>
          <a:solidFill>
            <a:srgbClr val="FAD9A0"/>
          </a:solidFill>
          <a:ln>
            <a:noFill/>
          </a:ln>
        </p:spPr>
        <p:txBody>
          <a:bodyPr rtlCol="0" anchor="ctr"/>
          <a:lstStyle/>
          <a:p>
            <a:pPr algn="ctr"/>
          </a:p>
        </p:txBody>
      </p:sp>
      <p:sp>
        <p:nvSpPr>
          <p:cNvPr id="1091" name="Rectangle 1090"/>
          <p:cNvSpPr/>
          <p:nvPr/>
        </p:nvSpPr>
        <p:spPr>
          <a:xfrm>
            <a:off x="5980176" y="3488436"/>
            <a:ext cx="94183" cy="137160"/>
          </a:xfrm>
          <a:prstGeom prst="rect">
            <a:avLst/>
          </a:prstGeom>
          <a:solidFill>
            <a:srgbClr val="F5A623"/>
          </a:solidFill>
          <a:ln>
            <a:noFill/>
          </a:ln>
        </p:spPr>
        <p:txBody>
          <a:bodyPr rtlCol="0" anchor="ctr"/>
          <a:lstStyle/>
          <a:p>
            <a:pPr algn="ctr"/>
          </a:p>
        </p:txBody>
      </p:sp>
      <p:sp>
        <p:nvSpPr>
          <p:cNvPr id="1092" name="Rectangle 1091"/>
          <p:cNvSpPr/>
          <p:nvPr/>
        </p:nvSpPr>
        <p:spPr>
          <a:xfrm>
            <a:off x="6085332" y="3488436"/>
            <a:ext cx="94183" cy="137160"/>
          </a:xfrm>
          <a:prstGeom prst="rect">
            <a:avLst/>
          </a:prstGeom>
          <a:solidFill>
            <a:srgbClr val="E9EDF3"/>
          </a:solidFill>
          <a:ln>
            <a:noFill/>
          </a:ln>
        </p:spPr>
        <p:txBody>
          <a:bodyPr rtlCol="0" anchor="ctr"/>
          <a:lstStyle/>
          <a:p>
            <a:pPr algn="ctr"/>
          </a:p>
        </p:txBody>
      </p:sp>
      <p:sp>
        <p:nvSpPr>
          <p:cNvPr id="1093" name="Rectangle 1092"/>
          <p:cNvSpPr/>
          <p:nvPr/>
        </p:nvSpPr>
        <p:spPr>
          <a:xfrm>
            <a:off x="6190488" y="3488436"/>
            <a:ext cx="94183" cy="137160"/>
          </a:xfrm>
          <a:prstGeom prst="rect">
            <a:avLst/>
          </a:prstGeom>
          <a:solidFill>
            <a:srgbClr val="E9EDF3"/>
          </a:solidFill>
          <a:ln>
            <a:noFill/>
          </a:ln>
        </p:spPr>
        <p:txBody>
          <a:bodyPr rtlCol="0" anchor="ctr"/>
          <a:lstStyle/>
          <a:p>
            <a:pPr algn="ctr"/>
          </a:p>
        </p:txBody>
      </p:sp>
      <p:sp>
        <p:nvSpPr>
          <p:cNvPr id="1094" name="Rectangle 1093"/>
          <p:cNvSpPr/>
          <p:nvPr/>
        </p:nvSpPr>
        <p:spPr>
          <a:xfrm>
            <a:off x="6295644" y="3488436"/>
            <a:ext cx="94183" cy="137160"/>
          </a:xfrm>
          <a:prstGeom prst="rect">
            <a:avLst/>
          </a:prstGeom>
          <a:solidFill>
            <a:srgbClr val="E9EDF3"/>
          </a:solidFill>
          <a:ln>
            <a:noFill/>
          </a:ln>
        </p:spPr>
        <p:txBody>
          <a:bodyPr rtlCol="0" anchor="ctr"/>
          <a:lstStyle/>
          <a:p>
            <a:pPr algn="ctr"/>
          </a:p>
        </p:txBody>
      </p:sp>
      <p:sp>
        <p:nvSpPr>
          <p:cNvPr id="1095" name="Rectangle 1094"/>
          <p:cNvSpPr/>
          <p:nvPr/>
        </p:nvSpPr>
        <p:spPr>
          <a:xfrm>
            <a:off x="6400800" y="3488436"/>
            <a:ext cx="94183" cy="137160"/>
          </a:xfrm>
          <a:prstGeom prst="rect">
            <a:avLst/>
          </a:prstGeom>
          <a:solidFill>
            <a:srgbClr val="E9EDF3"/>
          </a:solidFill>
          <a:ln>
            <a:noFill/>
          </a:ln>
        </p:spPr>
        <p:txBody>
          <a:bodyPr rtlCol="0" anchor="ctr"/>
          <a:lstStyle/>
          <a:p>
            <a:pPr algn="ctr"/>
          </a:p>
        </p:txBody>
      </p:sp>
      <p:sp>
        <p:nvSpPr>
          <p:cNvPr id="1096" name="Rectangle 1095"/>
          <p:cNvSpPr/>
          <p:nvPr/>
        </p:nvSpPr>
        <p:spPr>
          <a:xfrm>
            <a:off x="6505956" y="3488436"/>
            <a:ext cx="94183" cy="137160"/>
          </a:xfrm>
          <a:prstGeom prst="rect">
            <a:avLst/>
          </a:prstGeom>
          <a:solidFill>
            <a:srgbClr val="E9EDF3"/>
          </a:solidFill>
          <a:ln>
            <a:noFill/>
          </a:ln>
        </p:spPr>
        <p:txBody>
          <a:bodyPr rtlCol="0" anchor="ctr"/>
          <a:lstStyle/>
          <a:p>
            <a:pPr algn="ctr"/>
          </a:p>
        </p:txBody>
      </p:sp>
      <p:sp>
        <p:nvSpPr>
          <p:cNvPr id="1097" name="Rectangle 1096"/>
          <p:cNvSpPr/>
          <p:nvPr/>
        </p:nvSpPr>
        <p:spPr>
          <a:xfrm>
            <a:off x="6611112" y="3488436"/>
            <a:ext cx="94183" cy="137160"/>
          </a:xfrm>
          <a:prstGeom prst="rect">
            <a:avLst/>
          </a:prstGeom>
          <a:solidFill>
            <a:srgbClr val="E9EDF3"/>
          </a:solidFill>
          <a:ln>
            <a:noFill/>
          </a:ln>
        </p:spPr>
        <p:txBody>
          <a:bodyPr rtlCol="0" anchor="ctr"/>
          <a:lstStyle/>
          <a:p>
            <a:pPr algn="ctr"/>
          </a:p>
        </p:txBody>
      </p:sp>
      <p:sp>
        <p:nvSpPr>
          <p:cNvPr id="1098" name="Rectangle 1097"/>
          <p:cNvSpPr/>
          <p:nvPr/>
        </p:nvSpPr>
        <p:spPr>
          <a:xfrm>
            <a:off x="6716268" y="3488436"/>
            <a:ext cx="94183" cy="137160"/>
          </a:xfrm>
          <a:prstGeom prst="rect">
            <a:avLst/>
          </a:prstGeom>
          <a:solidFill>
            <a:srgbClr val="E9EDF3"/>
          </a:solidFill>
          <a:ln>
            <a:noFill/>
          </a:ln>
        </p:spPr>
        <p:txBody>
          <a:bodyPr rtlCol="0" anchor="ctr"/>
          <a:lstStyle/>
          <a:p>
            <a:pPr algn="ctr"/>
          </a:p>
        </p:txBody>
      </p:sp>
      <p:sp>
        <p:nvSpPr>
          <p:cNvPr id="1099" name="Rectangle 1098"/>
          <p:cNvSpPr/>
          <p:nvPr/>
        </p:nvSpPr>
        <p:spPr>
          <a:xfrm>
            <a:off x="6821424" y="3488436"/>
            <a:ext cx="94183" cy="137160"/>
          </a:xfrm>
          <a:prstGeom prst="rect">
            <a:avLst/>
          </a:prstGeom>
          <a:solidFill>
            <a:srgbClr val="FAD9A0"/>
          </a:solidFill>
          <a:ln>
            <a:noFill/>
          </a:ln>
        </p:spPr>
        <p:txBody>
          <a:bodyPr rtlCol="0" anchor="ctr"/>
          <a:lstStyle/>
          <a:p>
            <a:pPr algn="ctr"/>
          </a:p>
        </p:txBody>
      </p:sp>
      <p:sp>
        <p:nvSpPr>
          <p:cNvPr id="1100" name="Rectangle 1099"/>
          <p:cNvSpPr/>
          <p:nvPr/>
        </p:nvSpPr>
        <p:spPr>
          <a:xfrm>
            <a:off x="6926580" y="3488436"/>
            <a:ext cx="94183" cy="137160"/>
          </a:xfrm>
          <a:prstGeom prst="rect">
            <a:avLst/>
          </a:prstGeom>
          <a:solidFill>
            <a:srgbClr val="FAD9A0"/>
          </a:solidFill>
          <a:ln>
            <a:noFill/>
          </a:ln>
        </p:spPr>
        <p:txBody>
          <a:bodyPr rtlCol="0" anchor="ctr"/>
          <a:lstStyle/>
          <a:p>
            <a:pPr algn="ctr"/>
          </a:p>
        </p:txBody>
      </p:sp>
      <p:sp>
        <p:nvSpPr>
          <p:cNvPr id="1101" name="Rectangle 1100"/>
          <p:cNvSpPr/>
          <p:nvPr/>
        </p:nvSpPr>
        <p:spPr>
          <a:xfrm>
            <a:off x="7031736" y="3488436"/>
            <a:ext cx="94183" cy="137160"/>
          </a:xfrm>
          <a:prstGeom prst="rect">
            <a:avLst/>
          </a:prstGeom>
          <a:solidFill>
            <a:srgbClr val="E9EDF3"/>
          </a:solidFill>
          <a:ln>
            <a:noFill/>
          </a:ln>
        </p:spPr>
        <p:txBody>
          <a:bodyPr rtlCol="0" anchor="ctr"/>
          <a:lstStyle/>
          <a:p>
            <a:pPr algn="ctr"/>
          </a:p>
        </p:txBody>
      </p:sp>
      <p:sp>
        <p:nvSpPr>
          <p:cNvPr id="1102" name="Rectangle 1101"/>
          <p:cNvSpPr/>
          <p:nvPr/>
        </p:nvSpPr>
        <p:spPr>
          <a:xfrm>
            <a:off x="7136892" y="3488436"/>
            <a:ext cx="94183" cy="137160"/>
          </a:xfrm>
          <a:prstGeom prst="rect">
            <a:avLst/>
          </a:prstGeom>
          <a:solidFill>
            <a:srgbClr val="E9EDF3"/>
          </a:solidFill>
          <a:ln>
            <a:noFill/>
          </a:ln>
        </p:spPr>
        <p:txBody>
          <a:bodyPr rtlCol="0" anchor="ctr"/>
          <a:lstStyle/>
          <a:p>
            <a:pPr algn="ctr"/>
          </a:p>
        </p:txBody>
      </p:sp>
      <p:sp>
        <p:nvSpPr>
          <p:cNvPr id="1103" name="Rectangle 1102"/>
          <p:cNvSpPr/>
          <p:nvPr/>
        </p:nvSpPr>
        <p:spPr>
          <a:xfrm>
            <a:off x="7242048" y="3488436"/>
            <a:ext cx="94183" cy="137160"/>
          </a:xfrm>
          <a:prstGeom prst="rect">
            <a:avLst/>
          </a:prstGeom>
          <a:solidFill>
            <a:srgbClr val="E9EDF3"/>
          </a:solidFill>
          <a:ln>
            <a:noFill/>
          </a:ln>
        </p:spPr>
        <p:txBody>
          <a:bodyPr rtlCol="0" anchor="ctr"/>
          <a:lstStyle/>
          <a:p>
            <a:pPr algn="ctr"/>
          </a:p>
        </p:txBody>
      </p:sp>
      <p:sp>
        <p:nvSpPr>
          <p:cNvPr id="1104" name="Rectangle 1103"/>
          <p:cNvSpPr/>
          <p:nvPr/>
        </p:nvSpPr>
        <p:spPr>
          <a:xfrm>
            <a:off x="7347204" y="3488436"/>
            <a:ext cx="94183" cy="137160"/>
          </a:xfrm>
          <a:prstGeom prst="rect">
            <a:avLst/>
          </a:prstGeom>
          <a:solidFill>
            <a:srgbClr val="E9EDF3"/>
          </a:solidFill>
          <a:ln>
            <a:noFill/>
          </a:ln>
        </p:spPr>
        <p:txBody>
          <a:bodyPr rtlCol="0" anchor="ctr"/>
          <a:lstStyle/>
          <a:p>
            <a:pPr algn="ctr"/>
          </a:p>
        </p:txBody>
      </p:sp>
      <p:sp>
        <p:nvSpPr>
          <p:cNvPr id="1105" name="Rectangle 1104"/>
          <p:cNvSpPr/>
          <p:nvPr/>
        </p:nvSpPr>
        <p:spPr>
          <a:xfrm>
            <a:off x="7452360" y="3488436"/>
            <a:ext cx="94183" cy="137160"/>
          </a:xfrm>
          <a:prstGeom prst="rect">
            <a:avLst/>
          </a:prstGeom>
          <a:solidFill>
            <a:srgbClr val="FAD9A0"/>
          </a:solidFill>
          <a:ln>
            <a:noFill/>
          </a:ln>
        </p:spPr>
        <p:txBody>
          <a:bodyPr rtlCol="0" anchor="ctr"/>
          <a:lstStyle/>
          <a:p>
            <a:pPr algn="ctr"/>
          </a:p>
        </p:txBody>
      </p:sp>
      <p:sp>
        <p:nvSpPr>
          <p:cNvPr id="1106" name="Rectangle 1105"/>
          <p:cNvSpPr/>
          <p:nvPr/>
        </p:nvSpPr>
        <p:spPr>
          <a:xfrm>
            <a:off x="7557516" y="3488436"/>
            <a:ext cx="94183" cy="137160"/>
          </a:xfrm>
          <a:prstGeom prst="rect">
            <a:avLst/>
          </a:prstGeom>
          <a:solidFill>
            <a:srgbClr val="E9EDF3"/>
          </a:solidFill>
          <a:ln>
            <a:noFill/>
          </a:ln>
        </p:spPr>
        <p:txBody>
          <a:bodyPr rtlCol="0" anchor="ctr"/>
          <a:lstStyle/>
          <a:p>
            <a:pPr algn="ctr"/>
          </a:p>
        </p:txBody>
      </p:sp>
      <p:sp>
        <p:nvSpPr>
          <p:cNvPr id="1107" name="Rectangle 1106"/>
          <p:cNvSpPr/>
          <p:nvPr/>
        </p:nvSpPr>
        <p:spPr>
          <a:xfrm>
            <a:off x="7662672" y="3488436"/>
            <a:ext cx="94183" cy="137160"/>
          </a:xfrm>
          <a:prstGeom prst="rect">
            <a:avLst/>
          </a:prstGeom>
          <a:solidFill>
            <a:srgbClr val="E9EDF3"/>
          </a:solidFill>
          <a:ln>
            <a:noFill/>
          </a:ln>
        </p:spPr>
        <p:txBody>
          <a:bodyPr rtlCol="0" anchor="ctr"/>
          <a:lstStyle/>
          <a:p>
            <a:pPr algn="ctr"/>
          </a:p>
        </p:txBody>
      </p:sp>
      <p:sp>
        <p:nvSpPr>
          <p:cNvPr id="1108" name="Rectangle 1107"/>
          <p:cNvSpPr/>
          <p:nvPr/>
        </p:nvSpPr>
        <p:spPr>
          <a:xfrm>
            <a:off x="7767828" y="3488436"/>
            <a:ext cx="94183" cy="137160"/>
          </a:xfrm>
          <a:prstGeom prst="rect">
            <a:avLst/>
          </a:prstGeom>
          <a:solidFill>
            <a:srgbClr val="E9EDF3"/>
          </a:solidFill>
          <a:ln>
            <a:noFill/>
          </a:ln>
        </p:spPr>
        <p:txBody>
          <a:bodyPr rtlCol="0" anchor="ctr"/>
          <a:lstStyle/>
          <a:p>
            <a:pPr algn="ctr"/>
          </a:p>
        </p:txBody>
      </p:sp>
      <p:sp>
        <p:nvSpPr>
          <p:cNvPr id="1109" name="Rectangle 1108"/>
          <p:cNvSpPr/>
          <p:nvPr/>
        </p:nvSpPr>
        <p:spPr>
          <a:xfrm>
            <a:off x="7872983" y="3488436"/>
            <a:ext cx="94183" cy="137160"/>
          </a:xfrm>
          <a:prstGeom prst="rect">
            <a:avLst/>
          </a:prstGeom>
          <a:solidFill>
            <a:srgbClr val="E9EDF3"/>
          </a:solidFill>
          <a:ln>
            <a:noFill/>
          </a:ln>
        </p:spPr>
        <p:txBody>
          <a:bodyPr rtlCol="0" anchor="ctr"/>
          <a:lstStyle/>
          <a:p>
            <a:pPr algn="ctr"/>
          </a:p>
        </p:txBody>
      </p:sp>
      <p:sp>
        <p:nvSpPr>
          <p:cNvPr id="1110" name="Rectangle 1109"/>
          <p:cNvSpPr/>
          <p:nvPr/>
        </p:nvSpPr>
        <p:spPr>
          <a:xfrm>
            <a:off x="7978140" y="3488436"/>
            <a:ext cx="94183" cy="137160"/>
          </a:xfrm>
          <a:prstGeom prst="rect">
            <a:avLst/>
          </a:prstGeom>
          <a:solidFill>
            <a:srgbClr val="E9EDF3"/>
          </a:solidFill>
          <a:ln>
            <a:noFill/>
          </a:ln>
        </p:spPr>
        <p:txBody>
          <a:bodyPr rtlCol="0" anchor="ctr"/>
          <a:lstStyle/>
          <a:p>
            <a:pPr algn="ctr"/>
          </a:p>
        </p:txBody>
      </p:sp>
      <p:sp>
        <p:nvSpPr>
          <p:cNvPr id="1111" name="Rectangle 1110"/>
          <p:cNvSpPr/>
          <p:nvPr/>
        </p:nvSpPr>
        <p:spPr>
          <a:xfrm>
            <a:off x="8083296" y="3488436"/>
            <a:ext cx="94183" cy="137160"/>
          </a:xfrm>
          <a:prstGeom prst="rect">
            <a:avLst/>
          </a:prstGeom>
          <a:solidFill>
            <a:srgbClr val="FAD9A0"/>
          </a:solidFill>
          <a:ln>
            <a:noFill/>
          </a:ln>
        </p:spPr>
        <p:txBody>
          <a:bodyPr rtlCol="0" anchor="ctr"/>
          <a:lstStyle/>
          <a:p>
            <a:pPr algn="ctr"/>
          </a:p>
        </p:txBody>
      </p:sp>
      <p:sp>
        <p:nvSpPr>
          <p:cNvPr id="1112" name="Rectangle 1111"/>
          <p:cNvSpPr/>
          <p:nvPr/>
        </p:nvSpPr>
        <p:spPr>
          <a:xfrm>
            <a:off x="8188452" y="3488436"/>
            <a:ext cx="94183" cy="137160"/>
          </a:xfrm>
          <a:prstGeom prst="rect">
            <a:avLst/>
          </a:prstGeom>
          <a:solidFill>
            <a:srgbClr val="E9EDF3"/>
          </a:solidFill>
          <a:ln>
            <a:noFill/>
          </a:ln>
        </p:spPr>
        <p:txBody>
          <a:bodyPr rtlCol="0" anchor="ctr"/>
          <a:lstStyle/>
          <a:p>
            <a:pPr algn="ctr"/>
          </a:p>
        </p:txBody>
      </p:sp>
      <p:sp>
        <p:nvSpPr>
          <p:cNvPr id="1113" name="TextBox 1112"/>
          <p:cNvSpPr txBox="1"/>
          <p:nvPr/>
        </p:nvSpPr>
        <p:spPr>
          <a:xfrm>
            <a:off x="8330183" y="3483864"/>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14</a:t>
            </a:r>
          </a:p>
        </p:txBody>
      </p:sp>
      <p:sp>
        <p:nvSpPr>
          <p:cNvPr id="1114" name="TextBox 1113"/>
          <p:cNvSpPr txBox="1"/>
          <p:nvPr/>
        </p:nvSpPr>
        <p:spPr>
          <a:xfrm>
            <a:off x="4636008" y="363474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102p</a:t>
            </a:r>
          </a:p>
        </p:txBody>
      </p:sp>
      <p:sp>
        <p:nvSpPr>
          <p:cNvPr id="1115" name="Rectangle 1114"/>
          <p:cNvSpPr/>
          <p:nvPr/>
        </p:nvSpPr>
        <p:spPr>
          <a:xfrm>
            <a:off x="5138928" y="3639312"/>
            <a:ext cx="94183" cy="137160"/>
          </a:xfrm>
          <a:prstGeom prst="rect">
            <a:avLst/>
          </a:prstGeom>
          <a:solidFill>
            <a:srgbClr val="E9EDF3"/>
          </a:solidFill>
          <a:ln>
            <a:noFill/>
          </a:ln>
        </p:spPr>
        <p:txBody>
          <a:bodyPr rtlCol="0" anchor="ctr"/>
          <a:lstStyle/>
          <a:p>
            <a:pPr algn="ctr"/>
          </a:p>
        </p:txBody>
      </p:sp>
      <p:sp>
        <p:nvSpPr>
          <p:cNvPr id="1116" name="Rectangle 1115"/>
          <p:cNvSpPr/>
          <p:nvPr/>
        </p:nvSpPr>
        <p:spPr>
          <a:xfrm>
            <a:off x="5244084" y="3639312"/>
            <a:ext cx="94183" cy="137160"/>
          </a:xfrm>
          <a:prstGeom prst="rect">
            <a:avLst/>
          </a:prstGeom>
          <a:solidFill>
            <a:srgbClr val="E9EDF3"/>
          </a:solidFill>
          <a:ln>
            <a:noFill/>
          </a:ln>
        </p:spPr>
        <p:txBody>
          <a:bodyPr rtlCol="0" anchor="ctr"/>
          <a:lstStyle/>
          <a:p>
            <a:pPr algn="ctr"/>
          </a:p>
        </p:txBody>
      </p:sp>
      <p:sp>
        <p:nvSpPr>
          <p:cNvPr id="1117" name="Rectangle 1116"/>
          <p:cNvSpPr/>
          <p:nvPr/>
        </p:nvSpPr>
        <p:spPr>
          <a:xfrm>
            <a:off x="5349240" y="3639312"/>
            <a:ext cx="94183" cy="137160"/>
          </a:xfrm>
          <a:prstGeom prst="rect">
            <a:avLst/>
          </a:prstGeom>
          <a:solidFill>
            <a:srgbClr val="E9EDF3"/>
          </a:solidFill>
          <a:ln>
            <a:noFill/>
          </a:ln>
        </p:spPr>
        <p:txBody>
          <a:bodyPr rtlCol="0" anchor="ctr"/>
          <a:lstStyle/>
          <a:p>
            <a:pPr algn="ctr"/>
          </a:p>
        </p:txBody>
      </p:sp>
      <p:sp>
        <p:nvSpPr>
          <p:cNvPr id="1118" name="Rectangle 1117"/>
          <p:cNvSpPr/>
          <p:nvPr/>
        </p:nvSpPr>
        <p:spPr>
          <a:xfrm>
            <a:off x="5454396" y="3639312"/>
            <a:ext cx="94183" cy="137160"/>
          </a:xfrm>
          <a:prstGeom prst="rect">
            <a:avLst/>
          </a:prstGeom>
          <a:solidFill>
            <a:srgbClr val="E9EDF3"/>
          </a:solidFill>
          <a:ln>
            <a:noFill/>
          </a:ln>
        </p:spPr>
        <p:txBody>
          <a:bodyPr rtlCol="0" anchor="ctr"/>
          <a:lstStyle/>
          <a:p>
            <a:pPr algn="ctr"/>
          </a:p>
        </p:txBody>
      </p:sp>
      <p:sp>
        <p:nvSpPr>
          <p:cNvPr id="1119" name="Rectangle 1118"/>
          <p:cNvSpPr/>
          <p:nvPr/>
        </p:nvSpPr>
        <p:spPr>
          <a:xfrm>
            <a:off x="5559552" y="3639312"/>
            <a:ext cx="94183" cy="137160"/>
          </a:xfrm>
          <a:prstGeom prst="rect">
            <a:avLst/>
          </a:prstGeom>
          <a:solidFill>
            <a:srgbClr val="FAD9A0"/>
          </a:solidFill>
          <a:ln>
            <a:noFill/>
          </a:ln>
        </p:spPr>
        <p:txBody>
          <a:bodyPr rtlCol="0" anchor="ctr"/>
          <a:lstStyle/>
          <a:p>
            <a:pPr algn="ctr"/>
          </a:p>
        </p:txBody>
      </p:sp>
      <p:sp>
        <p:nvSpPr>
          <p:cNvPr id="1120" name="Rectangle 1119"/>
          <p:cNvSpPr/>
          <p:nvPr/>
        </p:nvSpPr>
        <p:spPr>
          <a:xfrm>
            <a:off x="5664708" y="3639312"/>
            <a:ext cx="94183" cy="137160"/>
          </a:xfrm>
          <a:prstGeom prst="rect">
            <a:avLst/>
          </a:prstGeom>
          <a:solidFill>
            <a:srgbClr val="FAD9A0"/>
          </a:solidFill>
          <a:ln>
            <a:noFill/>
          </a:ln>
        </p:spPr>
        <p:txBody>
          <a:bodyPr rtlCol="0" anchor="ctr"/>
          <a:lstStyle/>
          <a:p>
            <a:pPr algn="ctr"/>
          </a:p>
        </p:txBody>
      </p:sp>
      <p:sp>
        <p:nvSpPr>
          <p:cNvPr id="1121" name="Rectangle 1120"/>
          <p:cNvSpPr/>
          <p:nvPr/>
        </p:nvSpPr>
        <p:spPr>
          <a:xfrm>
            <a:off x="5769864" y="3639312"/>
            <a:ext cx="94183" cy="137160"/>
          </a:xfrm>
          <a:prstGeom prst="rect">
            <a:avLst/>
          </a:prstGeom>
          <a:solidFill>
            <a:srgbClr val="FAD9A0"/>
          </a:solidFill>
          <a:ln>
            <a:noFill/>
          </a:ln>
        </p:spPr>
        <p:txBody>
          <a:bodyPr rtlCol="0" anchor="ctr"/>
          <a:lstStyle/>
          <a:p>
            <a:pPr algn="ctr"/>
          </a:p>
        </p:txBody>
      </p:sp>
      <p:sp>
        <p:nvSpPr>
          <p:cNvPr id="1122" name="Rectangle 1121"/>
          <p:cNvSpPr/>
          <p:nvPr/>
        </p:nvSpPr>
        <p:spPr>
          <a:xfrm>
            <a:off x="5875020" y="3639312"/>
            <a:ext cx="94183" cy="137160"/>
          </a:xfrm>
          <a:prstGeom prst="rect">
            <a:avLst/>
          </a:prstGeom>
          <a:solidFill>
            <a:srgbClr val="E9EDF3"/>
          </a:solidFill>
          <a:ln>
            <a:noFill/>
          </a:ln>
        </p:spPr>
        <p:txBody>
          <a:bodyPr rtlCol="0" anchor="ctr"/>
          <a:lstStyle/>
          <a:p>
            <a:pPr algn="ctr"/>
          </a:p>
        </p:txBody>
      </p:sp>
      <p:sp>
        <p:nvSpPr>
          <p:cNvPr id="1123" name="Rectangle 1122"/>
          <p:cNvSpPr/>
          <p:nvPr/>
        </p:nvSpPr>
        <p:spPr>
          <a:xfrm>
            <a:off x="5980176" y="3639312"/>
            <a:ext cx="94183" cy="137160"/>
          </a:xfrm>
          <a:prstGeom prst="rect">
            <a:avLst/>
          </a:prstGeom>
          <a:solidFill>
            <a:srgbClr val="FAD9A0"/>
          </a:solidFill>
          <a:ln>
            <a:noFill/>
          </a:ln>
        </p:spPr>
        <p:txBody>
          <a:bodyPr rtlCol="0" anchor="ctr"/>
          <a:lstStyle/>
          <a:p>
            <a:pPr algn="ctr"/>
          </a:p>
        </p:txBody>
      </p:sp>
      <p:sp>
        <p:nvSpPr>
          <p:cNvPr id="1124" name="Rectangle 1123"/>
          <p:cNvSpPr/>
          <p:nvPr/>
        </p:nvSpPr>
        <p:spPr>
          <a:xfrm>
            <a:off x="6085332" y="3639312"/>
            <a:ext cx="94183" cy="137160"/>
          </a:xfrm>
          <a:prstGeom prst="rect">
            <a:avLst/>
          </a:prstGeom>
          <a:solidFill>
            <a:srgbClr val="E9EDF3"/>
          </a:solidFill>
          <a:ln>
            <a:noFill/>
          </a:ln>
        </p:spPr>
        <p:txBody>
          <a:bodyPr rtlCol="0" anchor="ctr"/>
          <a:lstStyle/>
          <a:p>
            <a:pPr algn="ctr"/>
          </a:p>
        </p:txBody>
      </p:sp>
      <p:sp>
        <p:nvSpPr>
          <p:cNvPr id="1125" name="Rectangle 1124"/>
          <p:cNvSpPr/>
          <p:nvPr/>
        </p:nvSpPr>
        <p:spPr>
          <a:xfrm>
            <a:off x="6190488" y="3639312"/>
            <a:ext cx="94183" cy="137160"/>
          </a:xfrm>
          <a:prstGeom prst="rect">
            <a:avLst/>
          </a:prstGeom>
          <a:solidFill>
            <a:srgbClr val="E9EDF3"/>
          </a:solidFill>
          <a:ln>
            <a:noFill/>
          </a:ln>
        </p:spPr>
        <p:txBody>
          <a:bodyPr rtlCol="0" anchor="ctr"/>
          <a:lstStyle/>
          <a:p>
            <a:pPr algn="ctr"/>
          </a:p>
        </p:txBody>
      </p:sp>
      <p:sp>
        <p:nvSpPr>
          <p:cNvPr id="1126" name="Rectangle 1125"/>
          <p:cNvSpPr/>
          <p:nvPr/>
        </p:nvSpPr>
        <p:spPr>
          <a:xfrm>
            <a:off x="6295644" y="3639312"/>
            <a:ext cx="94183" cy="137160"/>
          </a:xfrm>
          <a:prstGeom prst="rect">
            <a:avLst/>
          </a:prstGeom>
          <a:solidFill>
            <a:srgbClr val="E9EDF3"/>
          </a:solidFill>
          <a:ln>
            <a:noFill/>
          </a:ln>
        </p:spPr>
        <p:txBody>
          <a:bodyPr rtlCol="0" anchor="ctr"/>
          <a:lstStyle/>
          <a:p>
            <a:pPr algn="ctr"/>
          </a:p>
        </p:txBody>
      </p:sp>
      <p:sp>
        <p:nvSpPr>
          <p:cNvPr id="1127" name="Rectangle 1126"/>
          <p:cNvSpPr/>
          <p:nvPr/>
        </p:nvSpPr>
        <p:spPr>
          <a:xfrm>
            <a:off x="6400800" y="3639312"/>
            <a:ext cx="94183" cy="137160"/>
          </a:xfrm>
          <a:prstGeom prst="rect">
            <a:avLst/>
          </a:prstGeom>
          <a:solidFill>
            <a:srgbClr val="E9EDF3"/>
          </a:solidFill>
          <a:ln>
            <a:noFill/>
          </a:ln>
        </p:spPr>
        <p:txBody>
          <a:bodyPr rtlCol="0" anchor="ctr"/>
          <a:lstStyle/>
          <a:p>
            <a:pPr algn="ctr"/>
          </a:p>
        </p:txBody>
      </p:sp>
      <p:sp>
        <p:nvSpPr>
          <p:cNvPr id="1128" name="Rectangle 1127"/>
          <p:cNvSpPr/>
          <p:nvPr/>
        </p:nvSpPr>
        <p:spPr>
          <a:xfrm>
            <a:off x="6505956" y="3639312"/>
            <a:ext cx="94183" cy="137160"/>
          </a:xfrm>
          <a:prstGeom prst="rect">
            <a:avLst/>
          </a:prstGeom>
          <a:solidFill>
            <a:srgbClr val="E9EDF3"/>
          </a:solidFill>
          <a:ln>
            <a:noFill/>
          </a:ln>
        </p:spPr>
        <p:txBody>
          <a:bodyPr rtlCol="0" anchor="ctr"/>
          <a:lstStyle/>
          <a:p>
            <a:pPr algn="ctr"/>
          </a:p>
        </p:txBody>
      </p:sp>
      <p:sp>
        <p:nvSpPr>
          <p:cNvPr id="1129" name="Rectangle 1128"/>
          <p:cNvSpPr/>
          <p:nvPr/>
        </p:nvSpPr>
        <p:spPr>
          <a:xfrm>
            <a:off x="6611112" y="3639312"/>
            <a:ext cx="94183" cy="137160"/>
          </a:xfrm>
          <a:prstGeom prst="rect">
            <a:avLst/>
          </a:prstGeom>
          <a:solidFill>
            <a:srgbClr val="E9EDF3"/>
          </a:solidFill>
          <a:ln>
            <a:noFill/>
          </a:ln>
        </p:spPr>
        <p:txBody>
          <a:bodyPr rtlCol="0" anchor="ctr"/>
          <a:lstStyle/>
          <a:p>
            <a:pPr algn="ctr"/>
          </a:p>
        </p:txBody>
      </p:sp>
      <p:sp>
        <p:nvSpPr>
          <p:cNvPr id="1130" name="Rectangle 1129"/>
          <p:cNvSpPr/>
          <p:nvPr/>
        </p:nvSpPr>
        <p:spPr>
          <a:xfrm>
            <a:off x="6716268" y="3639312"/>
            <a:ext cx="94183" cy="137160"/>
          </a:xfrm>
          <a:prstGeom prst="rect">
            <a:avLst/>
          </a:prstGeom>
          <a:solidFill>
            <a:srgbClr val="E9EDF3"/>
          </a:solidFill>
          <a:ln>
            <a:noFill/>
          </a:ln>
        </p:spPr>
        <p:txBody>
          <a:bodyPr rtlCol="0" anchor="ctr"/>
          <a:lstStyle/>
          <a:p>
            <a:pPr algn="ctr"/>
          </a:p>
        </p:txBody>
      </p:sp>
      <p:sp>
        <p:nvSpPr>
          <p:cNvPr id="1131" name="Rectangle 1130"/>
          <p:cNvSpPr/>
          <p:nvPr/>
        </p:nvSpPr>
        <p:spPr>
          <a:xfrm>
            <a:off x="6821424" y="3639312"/>
            <a:ext cx="94183" cy="137160"/>
          </a:xfrm>
          <a:prstGeom prst="rect">
            <a:avLst/>
          </a:prstGeom>
          <a:solidFill>
            <a:srgbClr val="E9EDF3"/>
          </a:solidFill>
          <a:ln>
            <a:noFill/>
          </a:ln>
        </p:spPr>
        <p:txBody>
          <a:bodyPr rtlCol="0" anchor="ctr"/>
          <a:lstStyle/>
          <a:p>
            <a:pPr algn="ctr"/>
          </a:p>
        </p:txBody>
      </p:sp>
      <p:sp>
        <p:nvSpPr>
          <p:cNvPr id="1132" name="Rectangle 1131"/>
          <p:cNvSpPr/>
          <p:nvPr/>
        </p:nvSpPr>
        <p:spPr>
          <a:xfrm>
            <a:off x="6926580" y="3639312"/>
            <a:ext cx="94183" cy="137160"/>
          </a:xfrm>
          <a:prstGeom prst="rect">
            <a:avLst/>
          </a:prstGeom>
          <a:solidFill>
            <a:srgbClr val="E9EDF3"/>
          </a:solidFill>
          <a:ln>
            <a:noFill/>
          </a:ln>
        </p:spPr>
        <p:txBody>
          <a:bodyPr rtlCol="0" anchor="ctr"/>
          <a:lstStyle/>
          <a:p>
            <a:pPr algn="ctr"/>
          </a:p>
        </p:txBody>
      </p:sp>
      <p:sp>
        <p:nvSpPr>
          <p:cNvPr id="1133" name="Rectangle 1132"/>
          <p:cNvSpPr/>
          <p:nvPr/>
        </p:nvSpPr>
        <p:spPr>
          <a:xfrm>
            <a:off x="7031736" y="3639312"/>
            <a:ext cx="94183" cy="137160"/>
          </a:xfrm>
          <a:prstGeom prst="rect">
            <a:avLst/>
          </a:prstGeom>
          <a:solidFill>
            <a:srgbClr val="E9EDF3"/>
          </a:solidFill>
          <a:ln>
            <a:noFill/>
          </a:ln>
        </p:spPr>
        <p:txBody>
          <a:bodyPr rtlCol="0" anchor="ctr"/>
          <a:lstStyle/>
          <a:p>
            <a:pPr algn="ctr"/>
          </a:p>
        </p:txBody>
      </p:sp>
      <p:sp>
        <p:nvSpPr>
          <p:cNvPr id="1134" name="Rectangle 1133"/>
          <p:cNvSpPr/>
          <p:nvPr/>
        </p:nvSpPr>
        <p:spPr>
          <a:xfrm>
            <a:off x="7136892" y="3639312"/>
            <a:ext cx="94183" cy="137160"/>
          </a:xfrm>
          <a:prstGeom prst="rect">
            <a:avLst/>
          </a:prstGeom>
          <a:solidFill>
            <a:srgbClr val="E9EDF3"/>
          </a:solidFill>
          <a:ln>
            <a:noFill/>
          </a:ln>
        </p:spPr>
        <p:txBody>
          <a:bodyPr rtlCol="0" anchor="ctr"/>
          <a:lstStyle/>
          <a:p>
            <a:pPr algn="ctr"/>
          </a:p>
        </p:txBody>
      </p:sp>
      <p:sp>
        <p:nvSpPr>
          <p:cNvPr id="1135" name="Rectangle 1134"/>
          <p:cNvSpPr/>
          <p:nvPr/>
        </p:nvSpPr>
        <p:spPr>
          <a:xfrm>
            <a:off x="7242048" y="3639312"/>
            <a:ext cx="94183" cy="137160"/>
          </a:xfrm>
          <a:prstGeom prst="rect">
            <a:avLst/>
          </a:prstGeom>
          <a:solidFill>
            <a:srgbClr val="E9EDF3"/>
          </a:solidFill>
          <a:ln>
            <a:noFill/>
          </a:ln>
        </p:spPr>
        <p:txBody>
          <a:bodyPr rtlCol="0" anchor="ctr"/>
          <a:lstStyle/>
          <a:p>
            <a:pPr algn="ctr"/>
          </a:p>
        </p:txBody>
      </p:sp>
      <p:sp>
        <p:nvSpPr>
          <p:cNvPr id="1136" name="Rectangle 1135"/>
          <p:cNvSpPr/>
          <p:nvPr/>
        </p:nvSpPr>
        <p:spPr>
          <a:xfrm>
            <a:off x="7347204" y="3639312"/>
            <a:ext cx="94183" cy="137160"/>
          </a:xfrm>
          <a:prstGeom prst="rect">
            <a:avLst/>
          </a:prstGeom>
          <a:solidFill>
            <a:srgbClr val="E9EDF3"/>
          </a:solidFill>
          <a:ln>
            <a:noFill/>
          </a:ln>
        </p:spPr>
        <p:txBody>
          <a:bodyPr rtlCol="0" anchor="ctr"/>
          <a:lstStyle/>
          <a:p>
            <a:pPr algn="ctr"/>
          </a:p>
        </p:txBody>
      </p:sp>
      <p:sp>
        <p:nvSpPr>
          <p:cNvPr id="1137" name="Rectangle 1136"/>
          <p:cNvSpPr/>
          <p:nvPr/>
        </p:nvSpPr>
        <p:spPr>
          <a:xfrm>
            <a:off x="7452360" y="3639312"/>
            <a:ext cx="94183" cy="137160"/>
          </a:xfrm>
          <a:prstGeom prst="rect">
            <a:avLst/>
          </a:prstGeom>
          <a:solidFill>
            <a:srgbClr val="E9EDF3"/>
          </a:solidFill>
          <a:ln>
            <a:noFill/>
          </a:ln>
        </p:spPr>
        <p:txBody>
          <a:bodyPr rtlCol="0" anchor="ctr"/>
          <a:lstStyle/>
          <a:p>
            <a:pPr algn="ctr"/>
          </a:p>
        </p:txBody>
      </p:sp>
      <p:sp>
        <p:nvSpPr>
          <p:cNvPr id="1138" name="Rectangle 1137"/>
          <p:cNvSpPr/>
          <p:nvPr/>
        </p:nvSpPr>
        <p:spPr>
          <a:xfrm>
            <a:off x="7557516" y="3639312"/>
            <a:ext cx="94183" cy="137160"/>
          </a:xfrm>
          <a:prstGeom prst="rect">
            <a:avLst/>
          </a:prstGeom>
          <a:solidFill>
            <a:srgbClr val="E9EDF3"/>
          </a:solidFill>
          <a:ln>
            <a:noFill/>
          </a:ln>
        </p:spPr>
        <p:txBody>
          <a:bodyPr rtlCol="0" anchor="ctr"/>
          <a:lstStyle/>
          <a:p>
            <a:pPr algn="ctr"/>
          </a:p>
        </p:txBody>
      </p:sp>
      <p:sp>
        <p:nvSpPr>
          <p:cNvPr id="1139" name="Rectangle 1138"/>
          <p:cNvSpPr/>
          <p:nvPr/>
        </p:nvSpPr>
        <p:spPr>
          <a:xfrm>
            <a:off x="7662672" y="3639312"/>
            <a:ext cx="94183" cy="137160"/>
          </a:xfrm>
          <a:prstGeom prst="rect">
            <a:avLst/>
          </a:prstGeom>
          <a:solidFill>
            <a:srgbClr val="E9EDF3"/>
          </a:solidFill>
          <a:ln>
            <a:noFill/>
          </a:ln>
        </p:spPr>
        <p:txBody>
          <a:bodyPr rtlCol="0" anchor="ctr"/>
          <a:lstStyle/>
          <a:p>
            <a:pPr algn="ctr"/>
          </a:p>
        </p:txBody>
      </p:sp>
      <p:sp>
        <p:nvSpPr>
          <p:cNvPr id="1140" name="Rectangle 1139"/>
          <p:cNvSpPr/>
          <p:nvPr/>
        </p:nvSpPr>
        <p:spPr>
          <a:xfrm>
            <a:off x="7767828" y="3639312"/>
            <a:ext cx="94183" cy="137160"/>
          </a:xfrm>
          <a:prstGeom prst="rect">
            <a:avLst/>
          </a:prstGeom>
          <a:solidFill>
            <a:srgbClr val="E9EDF3"/>
          </a:solidFill>
          <a:ln>
            <a:noFill/>
          </a:ln>
        </p:spPr>
        <p:txBody>
          <a:bodyPr rtlCol="0" anchor="ctr"/>
          <a:lstStyle/>
          <a:p>
            <a:pPr algn="ctr"/>
          </a:p>
        </p:txBody>
      </p:sp>
      <p:sp>
        <p:nvSpPr>
          <p:cNvPr id="1141" name="Rectangle 1140"/>
          <p:cNvSpPr/>
          <p:nvPr/>
        </p:nvSpPr>
        <p:spPr>
          <a:xfrm>
            <a:off x="7872983" y="3639312"/>
            <a:ext cx="94183" cy="137160"/>
          </a:xfrm>
          <a:prstGeom prst="rect">
            <a:avLst/>
          </a:prstGeom>
          <a:solidFill>
            <a:srgbClr val="E9EDF3"/>
          </a:solidFill>
          <a:ln>
            <a:noFill/>
          </a:ln>
        </p:spPr>
        <p:txBody>
          <a:bodyPr rtlCol="0" anchor="ctr"/>
          <a:lstStyle/>
          <a:p>
            <a:pPr algn="ctr"/>
          </a:p>
        </p:txBody>
      </p:sp>
      <p:sp>
        <p:nvSpPr>
          <p:cNvPr id="1142" name="Rectangle 1141"/>
          <p:cNvSpPr/>
          <p:nvPr/>
        </p:nvSpPr>
        <p:spPr>
          <a:xfrm>
            <a:off x="7978140" y="3639312"/>
            <a:ext cx="94183" cy="137160"/>
          </a:xfrm>
          <a:prstGeom prst="rect">
            <a:avLst/>
          </a:prstGeom>
          <a:solidFill>
            <a:srgbClr val="E9EDF3"/>
          </a:solidFill>
          <a:ln>
            <a:noFill/>
          </a:ln>
        </p:spPr>
        <p:txBody>
          <a:bodyPr rtlCol="0" anchor="ctr"/>
          <a:lstStyle/>
          <a:p>
            <a:pPr algn="ctr"/>
          </a:p>
        </p:txBody>
      </p:sp>
      <p:sp>
        <p:nvSpPr>
          <p:cNvPr id="1143" name="Rectangle 1142"/>
          <p:cNvSpPr/>
          <p:nvPr/>
        </p:nvSpPr>
        <p:spPr>
          <a:xfrm>
            <a:off x="8083296" y="3639312"/>
            <a:ext cx="94183" cy="137160"/>
          </a:xfrm>
          <a:prstGeom prst="rect">
            <a:avLst/>
          </a:prstGeom>
          <a:solidFill>
            <a:srgbClr val="FAD9A0"/>
          </a:solidFill>
          <a:ln>
            <a:noFill/>
          </a:ln>
        </p:spPr>
        <p:txBody>
          <a:bodyPr rtlCol="0" anchor="ctr"/>
          <a:lstStyle/>
          <a:p>
            <a:pPr algn="ctr"/>
          </a:p>
        </p:txBody>
      </p:sp>
      <p:sp>
        <p:nvSpPr>
          <p:cNvPr id="1144" name="Rectangle 1143"/>
          <p:cNvSpPr/>
          <p:nvPr/>
        </p:nvSpPr>
        <p:spPr>
          <a:xfrm>
            <a:off x="8188452" y="3639312"/>
            <a:ext cx="94183" cy="137160"/>
          </a:xfrm>
          <a:prstGeom prst="rect">
            <a:avLst/>
          </a:prstGeom>
          <a:solidFill>
            <a:srgbClr val="E9EDF3"/>
          </a:solidFill>
          <a:ln>
            <a:noFill/>
          </a:ln>
        </p:spPr>
        <p:txBody>
          <a:bodyPr rtlCol="0" anchor="ctr"/>
          <a:lstStyle/>
          <a:p>
            <a:pPr algn="ctr"/>
          </a:p>
        </p:txBody>
      </p:sp>
      <p:sp>
        <p:nvSpPr>
          <p:cNvPr id="1145" name="TextBox 1144"/>
          <p:cNvSpPr txBox="1"/>
          <p:nvPr/>
        </p:nvSpPr>
        <p:spPr>
          <a:xfrm>
            <a:off x="8330183" y="3634740"/>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7</a:t>
            </a:r>
          </a:p>
        </p:txBody>
      </p:sp>
      <p:sp>
        <p:nvSpPr>
          <p:cNvPr id="1146" name="TextBox 1145"/>
          <p:cNvSpPr txBox="1"/>
          <p:nvPr/>
        </p:nvSpPr>
        <p:spPr>
          <a:xfrm>
            <a:off x="4636008" y="378561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24</a:t>
            </a:r>
          </a:p>
        </p:txBody>
      </p:sp>
      <p:sp>
        <p:nvSpPr>
          <p:cNvPr id="1147" name="Rectangle 1146"/>
          <p:cNvSpPr/>
          <p:nvPr/>
        </p:nvSpPr>
        <p:spPr>
          <a:xfrm>
            <a:off x="5138928" y="3790188"/>
            <a:ext cx="94183" cy="137160"/>
          </a:xfrm>
          <a:prstGeom prst="rect">
            <a:avLst/>
          </a:prstGeom>
          <a:solidFill>
            <a:srgbClr val="E9EDF3"/>
          </a:solidFill>
          <a:ln>
            <a:noFill/>
          </a:ln>
        </p:spPr>
        <p:txBody>
          <a:bodyPr rtlCol="0" anchor="ctr"/>
          <a:lstStyle/>
          <a:p>
            <a:pPr algn="ctr"/>
          </a:p>
        </p:txBody>
      </p:sp>
      <p:sp>
        <p:nvSpPr>
          <p:cNvPr id="1148" name="Rectangle 1147"/>
          <p:cNvSpPr/>
          <p:nvPr/>
        </p:nvSpPr>
        <p:spPr>
          <a:xfrm>
            <a:off x="5244084" y="3790188"/>
            <a:ext cx="94183" cy="137160"/>
          </a:xfrm>
          <a:prstGeom prst="rect">
            <a:avLst/>
          </a:prstGeom>
          <a:solidFill>
            <a:srgbClr val="FAD9A0"/>
          </a:solidFill>
          <a:ln>
            <a:noFill/>
          </a:ln>
        </p:spPr>
        <p:txBody>
          <a:bodyPr rtlCol="0" anchor="ctr"/>
          <a:lstStyle/>
          <a:p>
            <a:pPr algn="ctr"/>
          </a:p>
        </p:txBody>
      </p:sp>
      <p:sp>
        <p:nvSpPr>
          <p:cNvPr id="1149" name="Rectangle 1148"/>
          <p:cNvSpPr/>
          <p:nvPr/>
        </p:nvSpPr>
        <p:spPr>
          <a:xfrm>
            <a:off x="5349240" y="3790188"/>
            <a:ext cx="94183" cy="137160"/>
          </a:xfrm>
          <a:prstGeom prst="rect">
            <a:avLst/>
          </a:prstGeom>
          <a:solidFill>
            <a:srgbClr val="E9EDF3"/>
          </a:solidFill>
          <a:ln>
            <a:noFill/>
          </a:ln>
        </p:spPr>
        <p:txBody>
          <a:bodyPr rtlCol="0" anchor="ctr"/>
          <a:lstStyle/>
          <a:p>
            <a:pPr algn="ctr"/>
          </a:p>
        </p:txBody>
      </p:sp>
      <p:sp>
        <p:nvSpPr>
          <p:cNvPr id="1150" name="Rectangle 1149"/>
          <p:cNvSpPr/>
          <p:nvPr/>
        </p:nvSpPr>
        <p:spPr>
          <a:xfrm>
            <a:off x="5454396" y="3790188"/>
            <a:ext cx="94183" cy="137160"/>
          </a:xfrm>
          <a:prstGeom prst="rect">
            <a:avLst/>
          </a:prstGeom>
          <a:solidFill>
            <a:srgbClr val="FAD9A0"/>
          </a:solidFill>
          <a:ln>
            <a:noFill/>
          </a:ln>
        </p:spPr>
        <p:txBody>
          <a:bodyPr rtlCol="0" anchor="ctr"/>
          <a:lstStyle/>
          <a:p>
            <a:pPr algn="ctr"/>
          </a:p>
        </p:txBody>
      </p:sp>
      <p:sp>
        <p:nvSpPr>
          <p:cNvPr id="1151" name="Rectangle 1150"/>
          <p:cNvSpPr/>
          <p:nvPr/>
        </p:nvSpPr>
        <p:spPr>
          <a:xfrm>
            <a:off x="5559552" y="3790188"/>
            <a:ext cx="94183" cy="137160"/>
          </a:xfrm>
          <a:prstGeom prst="rect">
            <a:avLst/>
          </a:prstGeom>
          <a:solidFill>
            <a:srgbClr val="E9EDF3"/>
          </a:solidFill>
          <a:ln>
            <a:noFill/>
          </a:ln>
        </p:spPr>
        <p:txBody>
          <a:bodyPr rtlCol="0" anchor="ctr"/>
          <a:lstStyle/>
          <a:p>
            <a:pPr algn="ctr"/>
          </a:p>
        </p:txBody>
      </p:sp>
      <p:sp>
        <p:nvSpPr>
          <p:cNvPr id="1152" name="Rectangle 1151"/>
          <p:cNvSpPr/>
          <p:nvPr/>
        </p:nvSpPr>
        <p:spPr>
          <a:xfrm>
            <a:off x="5664708" y="3790188"/>
            <a:ext cx="94183" cy="137160"/>
          </a:xfrm>
          <a:prstGeom prst="rect">
            <a:avLst/>
          </a:prstGeom>
          <a:solidFill>
            <a:srgbClr val="E9EDF3"/>
          </a:solidFill>
          <a:ln>
            <a:noFill/>
          </a:ln>
        </p:spPr>
        <p:txBody>
          <a:bodyPr rtlCol="0" anchor="ctr"/>
          <a:lstStyle/>
          <a:p>
            <a:pPr algn="ctr"/>
          </a:p>
        </p:txBody>
      </p:sp>
      <p:sp>
        <p:nvSpPr>
          <p:cNvPr id="1153" name="Rectangle 1152"/>
          <p:cNvSpPr/>
          <p:nvPr/>
        </p:nvSpPr>
        <p:spPr>
          <a:xfrm>
            <a:off x="5769864" y="3790188"/>
            <a:ext cx="94183" cy="137160"/>
          </a:xfrm>
          <a:prstGeom prst="rect">
            <a:avLst/>
          </a:prstGeom>
          <a:solidFill>
            <a:srgbClr val="E9EDF3"/>
          </a:solidFill>
          <a:ln>
            <a:noFill/>
          </a:ln>
        </p:spPr>
        <p:txBody>
          <a:bodyPr rtlCol="0" anchor="ctr"/>
          <a:lstStyle/>
          <a:p>
            <a:pPr algn="ctr"/>
          </a:p>
        </p:txBody>
      </p:sp>
      <p:sp>
        <p:nvSpPr>
          <p:cNvPr id="1154" name="Rectangle 1153"/>
          <p:cNvSpPr/>
          <p:nvPr/>
        </p:nvSpPr>
        <p:spPr>
          <a:xfrm>
            <a:off x="5875020" y="3790188"/>
            <a:ext cx="94183" cy="137160"/>
          </a:xfrm>
          <a:prstGeom prst="rect">
            <a:avLst/>
          </a:prstGeom>
          <a:solidFill>
            <a:srgbClr val="E9EDF3"/>
          </a:solidFill>
          <a:ln>
            <a:noFill/>
          </a:ln>
        </p:spPr>
        <p:txBody>
          <a:bodyPr rtlCol="0" anchor="ctr"/>
          <a:lstStyle/>
          <a:p>
            <a:pPr algn="ctr"/>
          </a:p>
        </p:txBody>
      </p:sp>
      <p:sp>
        <p:nvSpPr>
          <p:cNvPr id="1155" name="Rectangle 1154"/>
          <p:cNvSpPr/>
          <p:nvPr/>
        </p:nvSpPr>
        <p:spPr>
          <a:xfrm>
            <a:off x="5980176" y="3790188"/>
            <a:ext cx="94183" cy="137160"/>
          </a:xfrm>
          <a:prstGeom prst="rect">
            <a:avLst/>
          </a:prstGeom>
          <a:solidFill>
            <a:srgbClr val="FAD9A0"/>
          </a:solidFill>
          <a:ln>
            <a:noFill/>
          </a:ln>
        </p:spPr>
        <p:txBody>
          <a:bodyPr rtlCol="0" anchor="ctr"/>
          <a:lstStyle/>
          <a:p>
            <a:pPr algn="ctr"/>
          </a:p>
        </p:txBody>
      </p:sp>
      <p:sp>
        <p:nvSpPr>
          <p:cNvPr id="1156" name="Rectangle 1155"/>
          <p:cNvSpPr/>
          <p:nvPr/>
        </p:nvSpPr>
        <p:spPr>
          <a:xfrm>
            <a:off x="6085332" y="3790188"/>
            <a:ext cx="94183" cy="137160"/>
          </a:xfrm>
          <a:prstGeom prst="rect">
            <a:avLst/>
          </a:prstGeom>
          <a:solidFill>
            <a:srgbClr val="E9EDF3"/>
          </a:solidFill>
          <a:ln>
            <a:noFill/>
          </a:ln>
        </p:spPr>
        <p:txBody>
          <a:bodyPr rtlCol="0" anchor="ctr"/>
          <a:lstStyle/>
          <a:p>
            <a:pPr algn="ctr"/>
          </a:p>
        </p:txBody>
      </p:sp>
      <p:sp>
        <p:nvSpPr>
          <p:cNvPr id="1157" name="Rectangle 1156"/>
          <p:cNvSpPr/>
          <p:nvPr/>
        </p:nvSpPr>
        <p:spPr>
          <a:xfrm>
            <a:off x="6190488" y="3790188"/>
            <a:ext cx="94183" cy="137160"/>
          </a:xfrm>
          <a:prstGeom prst="rect">
            <a:avLst/>
          </a:prstGeom>
          <a:solidFill>
            <a:srgbClr val="E9EDF3"/>
          </a:solidFill>
          <a:ln>
            <a:noFill/>
          </a:ln>
        </p:spPr>
        <p:txBody>
          <a:bodyPr rtlCol="0" anchor="ctr"/>
          <a:lstStyle/>
          <a:p>
            <a:pPr algn="ctr"/>
          </a:p>
        </p:txBody>
      </p:sp>
      <p:sp>
        <p:nvSpPr>
          <p:cNvPr id="1158" name="Rectangle 1157"/>
          <p:cNvSpPr/>
          <p:nvPr/>
        </p:nvSpPr>
        <p:spPr>
          <a:xfrm>
            <a:off x="6295644" y="3790188"/>
            <a:ext cx="94183" cy="137160"/>
          </a:xfrm>
          <a:prstGeom prst="rect">
            <a:avLst/>
          </a:prstGeom>
          <a:solidFill>
            <a:srgbClr val="E9EDF3"/>
          </a:solidFill>
          <a:ln>
            <a:noFill/>
          </a:ln>
        </p:spPr>
        <p:txBody>
          <a:bodyPr rtlCol="0" anchor="ctr"/>
          <a:lstStyle/>
          <a:p>
            <a:pPr algn="ctr"/>
          </a:p>
        </p:txBody>
      </p:sp>
      <p:sp>
        <p:nvSpPr>
          <p:cNvPr id="1159" name="Rectangle 1158"/>
          <p:cNvSpPr/>
          <p:nvPr/>
        </p:nvSpPr>
        <p:spPr>
          <a:xfrm>
            <a:off x="6400800" y="3790188"/>
            <a:ext cx="94183" cy="137160"/>
          </a:xfrm>
          <a:prstGeom prst="rect">
            <a:avLst/>
          </a:prstGeom>
          <a:solidFill>
            <a:srgbClr val="E9EDF3"/>
          </a:solidFill>
          <a:ln>
            <a:noFill/>
          </a:ln>
        </p:spPr>
        <p:txBody>
          <a:bodyPr rtlCol="0" anchor="ctr"/>
          <a:lstStyle/>
          <a:p>
            <a:pPr algn="ctr"/>
          </a:p>
        </p:txBody>
      </p:sp>
      <p:sp>
        <p:nvSpPr>
          <p:cNvPr id="1160" name="Rectangle 1159"/>
          <p:cNvSpPr/>
          <p:nvPr/>
        </p:nvSpPr>
        <p:spPr>
          <a:xfrm>
            <a:off x="6505956" y="3790188"/>
            <a:ext cx="94183" cy="137160"/>
          </a:xfrm>
          <a:prstGeom prst="rect">
            <a:avLst/>
          </a:prstGeom>
          <a:solidFill>
            <a:srgbClr val="E9EDF3"/>
          </a:solidFill>
          <a:ln>
            <a:noFill/>
          </a:ln>
        </p:spPr>
        <p:txBody>
          <a:bodyPr rtlCol="0" anchor="ctr"/>
          <a:lstStyle/>
          <a:p>
            <a:pPr algn="ctr"/>
          </a:p>
        </p:txBody>
      </p:sp>
      <p:sp>
        <p:nvSpPr>
          <p:cNvPr id="1161" name="Rectangle 1160"/>
          <p:cNvSpPr/>
          <p:nvPr/>
        </p:nvSpPr>
        <p:spPr>
          <a:xfrm>
            <a:off x="6611112" y="3790188"/>
            <a:ext cx="94183" cy="137160"/>
          </a:xfrm>
          <a:prstGeom prst="rect">
            <a:avLst/>
          </a:prstGeom>
          <a:solidFill>
            <a:srgbClr val="E9EDF3"/>
          </a:solidFill>
          <a:ln>
            <a:noFill/>
          </a:ln>
        </p:spPr>
        <p:txBody>
          <a:bodyPr rtlCol="0" anchor="ctr"/>
          <a:lstStyle/>
          <a:p>
            <a:pPr algn="ctr"/>
          </a:p>
        </p:txBody>
      </p:sp>
      <p:sp>
        <p:nvSpPr>
          <p:cNvPr id="1162" name="Rectangle 1161"/>
          <p:cNvSpPr/>
          <p:nvPr/>
        </p:nvSpPr>
        <p:spPr>
          <a:xfrm>
            <a:off x="6716268" y="3790188"/>
            <a:ext cx="94183" cy="137160"/>
          </a:xfrm>
          <a:prstGeom prst="rect">
            <a:avLst/>
          </a:prstGeom>
          <a:solidFill>
            <a:srgbClr val="E9EDF3"/>
          </a:solidFill>
          <a:ln>
            <a:noFill/>
          </a:ln>
        </p:spPr>
        <p:txBody>
          <a:bodyPr rtlCol="0" anchor="ctr"/>
          <a:lstStyle/>
          <a:p>
            <a:pPr algn="ctr"/>
          </a:p>
        </p:txBody>
      </p:sp>
      <p:sp>
        <p:nvSpPr>
          <p:cNvPr id="1163" name="Rectangle 1162"/>
          <p:cNvSpPr/>
          <p:nvPr/>
        </p:nvSpPr>
        <p:spPr>
          <a:xfrm>
            <a:off x="6821424" y="3790188"/>
            <a:ext cx="94183" cy="137160"/>
          </a:xfrm>
          <a:prstGeom prst="rect">
            <a:avLst/>
          </a:prstGeom>
          <a:solidFill>
            <a:srgbClr val="E9EDF3"/>
          </a:solidFill>
          <a:ln>
            <a:noFill/>
          </a:ln>
        </p:spPr>
        <p:txBody>
          <a:bodyPr rtlCol="0" anchor="ctr"/>
          <a:lstStyle/>
          <a:p>
            <a:pPr algn="ctr"/>
          </a:p>
        </p:txBody>
      </p:sp>
      <p:sp>
        <p:nvSpPr>
          <p:cNvPr id="1164" name="Rectangle 1163"/>
          <p:cNvSpPr/>
          <p:nvPr/>
        </p:nvSpPr>
        <p:spPr>
          <a:xfrm>
            <a:off x="6926580" y="3790188"/>
            <a:ext cx="94183" cy="137160"/>
          </a:xfrm>
          <a:prstGeom prst="rect">
            <a:avLst/>
          </a:prstGeom>
          <a:solidFill>
            <a:srgbClr val="E9EDF3"/>
          </a:solidFill>
          <a:ln>
            <a:noFill/>
          </a:ln>
        </p:spPr>
        <p:txBody>
          <a:bodyPr rtlCol="0" anchor="ctr"/>
          <a:lstStyle/>
          <a:p>
            <a:pPr algn="ctr"/>
          </a:p>
        </p:txBody>
      </p:sp>
      <p:sp>
        <p:nvSpPr>
          <p:cNvPr id="1165" name="Rectangle 1164"/>
          <p:cNvSpPr/>
          <p:nvPr/>
        </p:nvSpPr>
        <p:spPr>
          <a:xfrm>
            <a:off x="7031736" y="3790188"/>
            <a:ext cx="94183" cy="137160"/>
          </a:xfrm>
          <a:prstGeom prst="rect">
            <a:avLst/>
          </a:prstGeom>
          <a:solidFill>
            <a:srgbClr val="E9EDF3"/>
          </a:solidFill>
          <a:ln>
            <a:noFill/>
          </a:ln>
        </p:spPr>
        <p:txBody>
          <a:bodyPr rtlCol="0" anchor="ctr"/>
          <a:lstStyle/>
          <a:p>
            <a:pPr algn="ctr"/>
          </a:p>
        </p:txBody>
      </p:sp>
      <p:sp>
        <p:nvSpPr>
          <p:cNvPr id="1166" name="Rectangle 1165"/>
          <p:cNvSpPr/>
          <p:nvPr/>
        </p:nvSpPr>
        <p:spPr>
          <a:xfrm>
            <a:off x="7136892" y="3790188"/>
            <a:ext cx="94183" cy="137160"/>
          </a:xfrm>
          <a:prstGeom prst="rect">
            <a:avLst/>
          </a:prstGeom>
          <a:solidFill>
            <a:srgbClr val="E9EDF3"/>
          </a:solidFill>
          <a:ln>
            <a:noFill/>
          </a:ln>
        </p:spPr>
        <p:txBody>
          <a:bodyPr rtlCol="0" anchor="ctr"/>
          <a:lstStyle/>
          <a:p>
            <a:pPr algn="ctr"/>
          </a:p>
        </p:txBody>
      </p:sp>
      <p:sp>
        <p:nvSpPr>
          <p:cNvPr id="1167" name="Rectangle 1166"/>
          <p:cNvSpPr/>
          <p:nvPr/>
        </p:nvSpPr>
        <p:spPr>
          <a:xfrm>
            <a:off x="7242048" y="3790188"/>
            <a:ext cx="94183" cy="137160"/>
          </a:xfrm>
          <a:prstGeom prst="rect">
            <a:avLst/>
          </a:prstGeom>
          <a:solidFill>
            <a:srgbClr val="E9EDF3"/>
          </a:solidFill>
          <a:ln>
            <a:noFill/>
          </a:ln>
        </p:spPr>
        <p:txBody>
          <a:bodyPr rtlCol="0" anchor="ctr"/>
          <a:lstStyle/>
          <a:p>
            <a:pPr algn="ctr"/>
          </a:p>
        </p:txBody>
      </p:sp>
      <p:sp>
        <p:nvSpPr>
          <p:cNvPr id="1168" name="Rectangle 1167"/>
          <p:cNvSpPr/>
          <p:nvPr/>
        </p:nvSpPr>
        <p:spPr>
          <a:xfrm>
            <a:off x="7347204" y="3790188"/>
            <a:ext cx="94183" cy="137160"/>
          </a:xfrm>
          <a:prstGeom prst="rect">
            <a:avLst/>
          </a:prstGeom>
          <a:solidFill>
            <a:srgbClr val="E9EDF3"/>
          </a:solidFill>
          <a:ln>
            <a:noFill/>
          </a:ln>
        </p:spPr>
        <p:txBody>
          <a:bodyPr rtlCol="0" anchor="ctr"/>
          <a:lstStyle/>
          <a:p>
            <a:pPr algn="ctr"/>
          </a:p>
        </p:txBody>
      </p:sp>
      <p:sp>
        <p:nvSpPr>
          <p:cNvPr id="1169" name="Rectangle 1168"/>
          <p:cNvSpPr/>
          <p:nvPr/>
        </p:nvSpPr>
        <p:spPr>
          <a:xfrm>
            <a:off x="7452360" y="3790188"/>
            <a:ext cx="94183" cy="137160"/>
          </a:xfrm>
          <a:prstGeom prst="rect">
            <a:avLst/>
          </a:prstGeom>
          <a:solidFill>
            <a:srgbClr val="E9EDF3"/>
          </a:solidFill>
          <a:ln>
            <a:noFill/>
          </a:ln>
        </p:spPr>
        <p:txBody>
          <a:bodyPr rtlCol="0" anchor="ctr"/>
          <a:lstStyle/>
          <a:p>
            <a:pPr algn="ctr"/>
          </a:p>
        </p:txBody>
      </p:sp>
      <p:sp>
        <p:nvSpPr>
          <p:cNvPr id="1170" name="Rectangle 1169"/>
          <p:cNvSpPr/>
          <p:nvPr/>
        </p:nvSpPr>
        <p:spPr>
          <a:xfrm>
            <a:off x="7557516" y="3790188"/>
            <a:ext cx="94183" cy="137160"/>
          </a:xfrm>
          <a:prstGeom prst="rect">
            <a:avLst/>
          </a:prstGeom>
          <a:solidFill>
            <a:srgbClr val="E9EDF3"/>
          </a:solidFill>
          <a:ln>
            <a:noFill/>
          </a:ln>
        </p:spPr>
        <p:txBody>
          <a:bodyPr rtlCol="0" anchor="ctr"/>
          <a:lstStyle/>
          <a:p>
            <a:pPr algn="ctr"/>
          </a:p>
        </p:txBody>
      </p:sp>
      <p:sp>
        <p:nvSpPr>
          <p:cNvPr id="1171" name="Rectangle 1170"/>
          <p:cNvSpPr/>
          <p:nvPr/>
        </p:nvSpPr>
        <p:spPr>
          <a:xfrm>
            <a:off x="7662672" y="3790188"/>
            <a:ext cx="94183" cy="137160"/>
          </a:xfrm>
          <a:prstGeom prst="rect">
            <a:avLst/>
          </a:prstGeom>
          <a:solidFill>
            <a:srgbClr val="E9EDF3"/>
          </a:solidFill>
          <a:ln>
            <a:noFill/>
          </a:ln>
        </p:spPr>
        <p:txBody>
          <a:bodyPr rtlCol="0" anchor="ctr"/>
          <a:lstStyle/>
          <a:p>
            <a:pPr algn="ctr"/>
          </a:p>
        </p:txBody>
      </p:sp>
      <p:sp>
        <p:nvSpPr>
          <p:cNvPr id="1172" name="Rectangle 1171"/>
          <p:cNvSpPr/>
          <p:nvPr/>
        </p:nvSpPr>
        <p:spPr>
          <a:xfrm>
            <a:off x="7767828" y="3790188"/>
            <a:ext cx="94183" cy="137160"/>
          </a:xfrm>
          <a:prstGeom prst="rect">
            <a:avLst/>
          </a:prstGeom>
          <a:solidFill>
            <a:srgbClr val="E9EDF3"/>
          </a:solidFill>
          <a:ln>
            <a:noFill/>
          </a:ln>
        </p:spPr>
        <p:txBody>
          <a:bodyPr rtlCol="0" anchor="ctr"/>
          <a:lstStyle/>
          <a:p>
            <a:pPr algn="ctr"/>
          </a:p>
        </p:txBody>
      </p:sp>
      <p:sp>
        <p:nvSpPr>
          <p:cNvPr id="1173" name="Rectangle 1172"/>
          <p:cNvSpPr/>
          <p:nvPr/>
        </p:nvSpPr>
        <p:spPr>
          <a:xfrm>
            <a:off x="7872983" y="3790188"/>
            <a:ext cx="94183" cy="137160"/>
          </a:xfrm>
          <a:prstGeom prst="rect">
            <a:avLst/>
          </a:prstGeom>
          <a:solidFill>
            <a:srgbClr val="E9EDF3"/>
          </a:solidFill>
          <a:ln>
            <a:noFill/>
          </a:ln>
        </p:spPr>
        <p:txBody>
          <a:bodyPr rtlCol="0" anchor="ctr"/>
          <a:lstStyle/>
          <a:p>
            <a:pPr algn="ctr"/>
          </a:p>
        </p:txBody>
      </p:sp>
      <p:sp>
        <p:nvSpPr>
          <p:cNvPr id="1174" name="Rectangle 1173"/>
          <p:cNvSpPr/>
          <p:nvPr/>
        </p:nvSpPr>
        <p:spPr>
          <a:xfrm>
            <a:off x="7978140" y="3790188"/>
            <a:ext cx="94183" cy="137160"/>
          </a:xfrm>
          <a:prstGeom prst="rect">
            <a:avLst/>
          </a:prstGeom>
          <a:solidFill>
            <a:srgbClr val="E9EDF3"/>
          </a:solidFill>
          <a:ln>
            <a:noFill/>
          </a:ln>
        </p:spPr>
        <p:txBody>
          <a:bodyPr rtlCol="0" anchor="ctr"/>
          <a:lstStyle/>
          <a:p>
            <a:pPr algn="ctr"/>
          </a:p>
        </p:txBody>
      </p:sp>
      <p:sp>
        <p:nvSpPr>
          <p:cNvPr id="1175" name="Rectangle 1174"/>
          <p:cNvSpPr/>
          <p:nvPr/>
        </p:nvSpPr>
        <p:spPr>
          <a:xfrm>
            <a:off x="8083296" y="3790188"/>
            <a:ext cx="94183" cy="137160"/>
          </a:xfrm>
          <a:prstGeom prst="rect">
            <a:avLst/>
          </a:prstGeom>
          <a:solidFill>
            <a:srgbClr val="FAD9A0"/>
          </a:solidFill>
          <a:ln>
            <a:noFill/>
          </a:ln>
        </p:spPr>
        <p:txBody>
          <a:bodyPr rtlCol="0" anchor="ctr"/>
          <a:lstStyle/>
          <a:p>
            <a:pPr algn="ctr"/>
          </a:p>
        </p:txBody>
      </p:sp>
      <p:sp>
        <p:nvSpPr>
          <p:cNvPr id="1176" name="Rectangle 1175"/>
          <p:cNvSpPr/>
          <p:nvPr/>
        </p:nvSpPr>
        <p:spPr>
          <a:xfrm>
            <a:off x="8188452" y="3790188"/>
            <a:ext cx="94183" cy="137160"/>
          </a:xfrm>
          <a:prstGeom prst="rect">
            <a:avLst/>
          </a:prstGeom>
          <a:solidFill>
            <a:srgbClr val="E9EDF3"/>
          </a:solidFill>
          <a:ln>
            <a:noFill/>
          </a:ln>
        </p:spPr>
        <p:txBody>
          <a:bodyPr rtlCol="0" anchor="ctr"/>
          <a:lstStyle/>
          <a:p>
            <a:pPr algn="ctr"/>
          </a:p>
        </p:txBody>
      </p:sp>
      <p:sp>
        <p:nvSpPr>
          <p:cNvPr id="1177" name="TextBox 1176"/>
          <p:cNvSpPr txBox="1"/>
          <p:nvPr/>
        </p:nvSpPr>
        <p:spPr>
          <a:xfrm>
            <a:off x="8330183" y="3785616"/>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6</a:t>
            </a:r>
          </a:p>
        </p:txBody>
      </p:sp>
      <p:sp>
        <p:nvSpPr>
          <p:cNvPr id="1178" name="TextBox 1177"/>
          <p:cNvSpPr txBox="1"/>
          <p:nvPr/>
        </p:nvSpPr>
        <p:spPr>
          <a:xfrm>
            <a:off x="4636008" y="3936491"/>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18Ap</a:t>
            </a:r>
          </a:p>
        </p:txBody>
      </p:sp>
      <p:sp>
        <p:nvSpPr>
          <p:cNvPr id="1179" name="Rectangle 1178"/>
          <p:cNvSpPr/>
          <p:nvPr/>
        </p:nvSpPr>
        <p:spPr>
          <a:xfrm>
            <a:off x="5138928" y="3941063"/>
            <a:ext cx="94183" cy="137160"/>
          </a:xfrm>
          <a:prstGeom prst="rect">
            <a:avLst/>
          </a:prstGeom>
          <a:solidFill>
            <a:srgbClr val="E9EDF3"/>
          </a:solidFill>
          <a:ln>
            <a:noFill/>
          </a:ln>
        </p:spPr>
        <p:txBody>
          <a:bodyPr rtlCol="0" anchor="ctr"/>
          <a:lstStyle/>
          <a:p>
            <a:pPr algn="ctr"/>
          </a:p>
        </p:txBody>
      </p:sp>
      <p:sp>
        <p:nvSpPr>
          <p:cNvPr id="1180" name="Rectangle 1179"/>
          <p:cNvSpPr/>
          <p:nvPr/>
        </p:nvSpPr>
        <p:spPr>
          <a:xfrm>
            <a:off x="5244084" y="3941063"/>
            <a:ext cx="94183" cy="137160"/>
          </a:xfrm>
          <a:prstGeom prst="rect">
            <a:avLst/>
          </a:prstGeom>
          <a:solidFill>
            <a:srgbClr val="FAD9A0"/>
          </a:solidFill>
          <a:ln>
            <a:noFill/>
          </a:ln>
        </p:spPr>
        <p:txBody>
          <a:bodyPr rtlCol="0" anchor="ctr"/>
          <a:lstStyle/>
          <a:p>
            <a:pPr algn="ctr"/>
          </a:p>
        </p:txBody>
      </p:sp>
      <p:sp>
        <p:nvSpPr>
          <p:cNvPr id="1181" name="Rectangle 1180"/>
          <p:cNvSpPr/>
          <p:nvPr/>
        </p:nvSpPr>
        <p:spPr>
          <a:xfrm>
            <a:off x="5349240" y="3941063"/>
            <a:ext cx="94183" cy="137160"/>
          </a:xfrm>
          <a:prstGeom prst="rect">
            <a:avLst/>
          </a:prstGeom>
          <a:solidFill>
            <a:srgbClr val="E9EDF3"/>
          </a:solidFill>
          <a:ln>
            <a:noFill/>
          </a:ln>
        </p:spPr>
        <p:txBody>
          <a:bodyPr rtlCol="0" anchor="ctr"/>
          <a:lstStyle/>
          <a:p>
            <a:pPr algn="ctr"/>
          </a:p>
        </p:txBody>
      </p:sp>
      <p:sp>
        <p:nvSpPr>
          <p:cNvPr id="1182" name="Rectangle 1181"/>
          <p:cNvSpPr/>
          <p:nvPr/>
        </p:nvSpPr>
        <p:spPr>
          <a:xfrm>
            <a:off x="5454396" y="3941063"/>
            <a:ext cx="94183" cy="137160"/>
          </a:xfrm>
          <a:prstGeom prst="rect">
            <a:avLst/>
          </a:prstGeom>
          <a:solidFill>
            <a:srgbClr val="E9EDF3"/>
          </a:solidFill>
          <a:ln>
            <a:noFill/>
          </a:ln>
        </p:spPr>
        <p:txBody>
          <a:bodyPr rtlCol="0" anchor="ctr"/>
          <a:lstStyle/>
          <a:p>
            <a:pPr algn="ctr"/>
          </a:p>
        </p:txBody>
      </p:sp>
      <p:sp>
        <p:nvSpPr>
          <p:cNvPr id="1183" name="Rectangle 1182"/>
          <p:cNvSpPr/>
          <p:nvPr/>
        </p:nvSpPr>
        <p:spPr>
          <a:xfrm>
            <a:off x="5559552" y="3941063"/>
            <a:ext cx="94183" cy="137160"/>
          </a:xfrm>
          <a:prstGeom prst="rect">
            <a:avLst/>
          </a:prstGeom>
          <a:solidFill>
            <a:srgbClr val="E9EDF3"/>
          </a:solidFill>
          <a:ln>
            <a:noFill/>
          </a:ln>
        </p:spPr>
        <p:txBody>
          <a:bodyPr rtlCol="0" anchor="ctr"/>
          <a:lstStyle/>
          <a:p>
            <a:pPr algn="ctr"/>
          </a:p>
        </p:txBody>
      </p:sp>
      <p:sp>
        <p:nvSpPr>
          <p:cNvPr id="1184" name="Rectangle 1183"/>
          <p:cNvSpPr/>
          <p:nvPr/>
        </p:nvSpPr>
        <p:spPr>
          <a:xfrm>
            <a:off x="5664708" y="3941063"/>
            <a:ext cx="94183" cy="137160"/>
          </a:xfrm>
          <a:prstGeom prst="rect">
            <a:avLst/>
          </a:prstGeom>
          <a:solidFill>
            <a:srgbClr val="FAD9A0"/>
          </a:solidFill>
          <a:ln>
            <a:noFill/>
          </a:ln>
        </p:spPr>
        <p:txBody>
          <a:bodyPr rtlCol="0" anchor="ctr"/>
          <a:lstStyle/>
          <a:p>
            <a:pPr algn="ctr"/>
          </a:p>
        </p:txBody>
      </p:sp>
      <p:sp>
        <p:nvSpPr>
          <p:cNvPr id="1185" name="Rectangle 1184"/>
          <p:cNvSpPr/>
          <p:nvPr/>
        </p:nvSpPr>
        <p:spPr>
          <a:xfrm>
            <a:off x="5769864" y="3941063"/>
            <a:ext cx="94183" cy="137160"/>
          </a:xfrm>
          <a:prstGeom prst="rect">
            <a:avLst/>
          </a:prstGeom>
          <a:solidFill>
            <a:srgbClr val="E9EDF3"/>
          </a:solidFill>
          <a:ln>
            <a:noFill/>
          </a:ln>
        </p:spPr>
        <p:txBody>
          <a:bodyPr rtlCol="0" anchor="ctr"/>
          <a:lstStyle/>
          <a:p>
            <a:pPr algn="ctr"/>
          </a:p>
        </p:txBody>
      </p:sp>
      <p:sp>
        <p:nvSpPr>
          <p:cNvPr id="1186" name="Rectangle 1185"/>
          <p:cNvSpPr/>
          <p:nvPr/>
        </p:nvSpPr>
        <p:spPr>
          <a:xfrm>
            <a:off x="5875020" y="3941063"/>
            <a:ext cx="94183" cy="137160"/>
          </a:xfrm>
          <a:prstGeom prst="rect">
            <a:avLst/>
          </a:prstGeom>
          <a:solidFill>
            <a:srgbClr val="E9EDF3"/>
          </a:solidFill>
          <a:ln>
            <a:noFill/>
          </a:ln>
        </p:spPr>
        <p:txBody>
          <a:bodyPr rtlCol="0" anchor="ctr"/>
          <a:lstStyle/>
          <a:p>
            <a:pPr algn="ctr"/>
          </a:p>
        </p:txBody>
      </p:sp>
      <p:sp>
        <p:nvSpPr>
          <p:cNvPr id="1187" name="Rectangle 1186"/>
          <p:cNvSpPr/>
          <p:nvPr/>
        </p:nvSpPr>
        <p:spPr>
          <a:xfrm>
            <a:off x="5980176" y="3941063"/>
            <a:ext cx="94183" cy="137160"/>
          </a:xfrm>
          <a:prstGeom prst="rect">
            <a:avLst/>
          </a:prstGeom>
          <a:solidFill>
            <a:srgbClr val="E9EDF3"/>
          </a:solidFill>
          <a:ln>
            <a:noFill/>
          </a:ln>
        </p:spPr>
        <p:txBody>
          <a:bodyPr rtlCol="0" anchor="ctr"/>
          <a:lstStyle/>
          <a:p>
            <a:pPr algn="ctr"/>
          </a:p>
        </p:txBody>
      </p:sp>
      <p:sp>
        <p:nvSpPr>
          <p:cNvPr id="1188" name="Rectangle 1187"/>
          <p:cNvSpPr/>
          <p:nvPr/>
        </p:nvSpPr>
        <p:spPr>
          <a:xfrm>
            <a:off x="6085332" y="3941063"/>
            <a:ext cx="94183" cy="137160"/>
          </a:xfrm>
          <a:prstGeom prst="rect">
            <a:avLst/>
          </a:prstGeom>
          <a:solidFill>
            <a:srgbClr val="E9EDF3"/>
          </a:solidFill>
          <a:ln>
            <a:noFill/>
          </a:ln>
        </p:spPr>
        <p:txBody>
          <a:bodyPr rtlCol="0" anchor="ctr"/>
          <a:lstStyle/>
          <a:p>
            <a:pPr algn="ctr"/>
          </a:p>
        </p:txBody>
      </p:sp>
      <p:sp>
        <p:nvSpPr>
          <p:cNvPr id="1189" name="Rectangle 1188"/>
          <p:cNvSpPr/>
          <p:nvPr/>
        </p:nvSpPr>
        <p:spPr>
          <a:xfrm>
            <a:off x="6190488" y="3941063"/>
            <a:ext cx="94183" cy="137160"/>
          </a:xfrm>
          <a:prstGeom prst="rect">
            <a:avLst/>
          </a:prstGeom>
          <a:solidFill>
            <a:srgbClr val="E9EDF3"/>
          </a:solidFill>
          <a:ln>
            <a:noFill/>
          </a:ln>
        </p:spPr>
        <p:txBody>
          <a:bodyPr rtlCol="0" anchor="ctr"/>
          <a:lstStyle/>
          <a:p>
            <a:pPr algn="ctr"/>
          </a:p>
        </p:txBody>
      </p:sp>
      <p:sp>
        <p:nvSpPr>
          <p:cNvPr id="1190" name="Rectangle 1189"/>
          <p:cNvSpPr/>
          <p:nvPr/>
        </p:nvSpPr>
        <p:spPr>
          <a:xfrm>
            <a:off x="6295644" y="3941063"/>
            <a:ext cx="94183" cy="137160"/>
          </a:xfrm>
          <a:prstGeom prst="rect">
            <a:avLst/>
          </a:prstGeom>
          <a:solidFill>
            <a:srgbClr val="E9EDF3"/>
          </a:solidFill>
          <a:ln>
            <a:noFill/>
          </a:ln>
        </p:spPr>
        <p:txBody>
          <a:bodyPr rtlCol="0" anchor="ctr"/>
          <a:lstStyle/>
          <a:p>
            <a:pPr algn="ctr"/>
          </a:p>
        </p:txBody>
      </p:sp>
      <p:sp>
        <p:nvSpPr>
          <p:cNvPr id="1191" name="Rectangle 1190"/>
          <p:cNvSpPr/>
          <p:nvPr/>
        </p:nvSpPr>
        <p:spPr>
          <a:xfrm>
            <a:off x="6400800" y="3941063"/>
            <a:ext cx="94183" cy="137160"/>
          </a:xfrm>
          <a:prstGeom prst="rect">
            <a:avLst/>
          </a:prstGeom>
          <a:solidFill>
            <a:srgbClr val="E9EDF3"/>
          </a:solidFill>
          <a:ln>
            <a:noFill/>
          </a:ln>
        </p:spPr>
        <p:txBody>
          <a:bodyPr rtlCol="0" anchor="ctr"/>
          <a:lstStyle/>
          <a:p>
            <a:pPr algn="ctr"/>
          </a:p>
        </p:txBody>
      </p:sp>
      <p:sp>
        <p:nvSpPr>
          <p:cNvPr id="1192" name="Rectangle 1191"/>
          <p:cNvSpPr/>
          <p:nvPr/>
        </p:nvSpPr>
        <p:spPr>
          <a:xfrm>
            <a:off x="6505956" y="3941063"/>
            <a:ext cx="94183" cy="137160"/>
          </a:xfrm>
          <a:prstGeom prst="rect">
            <a:avLst/>
          </a:prstGeom>
          <a:solidFill>
            <a:srgbClr val="E9EDF3"/>
          </a:solidFill>
          <a:ln>
            <a:noFill/>
          </a:ln>
        </p:spPr>
        <p:txBody>
          <a:bodyPr rtlCol="0" anchor="ctr"/>
          <a:lstStyle/>
          <a:p>
            <a:pPr algn="ctr"/>
          </a:p>
        </p:txBody>
      </p:sp>
      <p:sp>
        <p:nvSpPr>
          <p:cNvPr id="1193" name="Rectangle 1192"/>
          <p:cNvSpPr/>
          <p:nvPr/>
        </p:nvSpPr>
        <p:spPr>
          <a:xfrm>
            <a:off x="6611112" y="3941063"/>
            <a:ext cx="94183" cy="137160"/>
          </a:xfrm>
          <a:prstGeom prst="rect">
            <a:avLst/>
          </a:prstGeom>
          <a:solidFill>
            <a:srgbClr val="E9EDF3"/>
          </a:solidFill>
          <a:ln>
            <a:noFill/>
          </a:ln>
        </p:spPr>
        <p:txBody>
          <a:bodyPr rtlCol="0" anchor="ctr"/>
          <a:lstStyle/>
          <a:p>
            <a:pPr algn="ctr"/>
          </a:p>
        </p:txBody>
      </p:sp>
      <p:sp>
        <p:nvSpPr>
          <p:cNvPr id="1194" name="Rectangle 1193"/>
          <p:cNvSpPr/>
          <p:nvPr/>
        </p:nvSpPr>
        <p:spPr>
          <a:xfrm>
            <a:off x="6716268" y="3941063"/>
            <a:ext cx="94183" cy="137160"/>
          </a:xfrm>
          <a:prstGeom prst="rect">
            <a:avLst/>
          </a:prstGeom>
          <a:solidFill>
            <a:srgbClr val="E9EDF3"/>
          </a:solidFill>
          <a:ln>
            <a:noFill/>
          </a:ln>
        </p:spPr>
        <p:txBody>
          <a:bodyPr rtlCol="0" anchor="ctr"/>
          <a:lstStyle/>
          <a:p>
            <a:pPr algn="ctr"/>
          </a:p>
        </p:txBody>
      </p:sp>
      <p:sp>
        <p:nvSpPr>
          <p:cNvPr id="1195" name="Rectangle 1194"/>
          <p:cNvSpPr/>
          <p:nvPr/>
        </p:nvSpPr>
        <p:spPr>
          <a:xfrm>
            <a:off x="6821424" y="3941063"/>
            <a:ext cx="94183" cy="137160"/>
          </a:xfrm>
          <a:prstGeom prst="rect">
            <a:avLst/>
          </a:prstGeom>
          <a:solidFill>
            <a:srgbClr val="FAD9A0"/>
          </a:solidFill>
          <a:ln>
            <a:noFill/>
          </a:ln>
        </p:spPr>
        <p:txBody>
          <a:bodyPr rtlCol="0" anchor="ctr"/>
          <a:lstStyle/>
          <a:p>
            <a:pPr algn="ctr"/>
          </a:p>
        </p:txBody>
      </p:sp>
      <p:sp>
        <p:nvSpPr>
          <p:cNvPr id="1196" name="Rectangle 1195"/>
          <p:cNvSpPr/>
          <p:nvPr/>
        </p:nvSpPr>
        <p:spPr>
          <a:xfrm>
            <a:off x="6926580" y="3941063"/>
            <a:ext cx="94183" cy="137160"/>
          </a:xfrm>
          <a:prstGeom prst="rect">
            <a:avLst/>
          </a:prstGeom>
          <a:solidFill>
            <a:srgbClr val="E9EDF3"/>
          </a:solidFill>
          <a:ln>
            <a:noFill/>
          </a:ln>
        </p:spPr>
        <p:txBody>
          <a:bodyPr rtlCol="0" anchor="ctr"/>
          <a:lstStyle/>
          <a:p>
            <a:pPr algn="ctr"/>
          </a:p>
        </p:txBody>
      </p:sp>
      <p:sp>
        <p:nvSpPr>
          <p:cNvPr id="1197" name="Rectangle 1196"/>
          <p:cNvSpPr/>
          <p:nvPr/>
        </p:nvSpPr>
        <p:spPr>
          <a:xfrm>
            <a:off x="7031736" y="3941063"/>
            <a:ext cx="94183" cy="137160"/>
          </a:xfrm>
          <a:prstGeom prst="rect">
            <a:avLst/>
          </a:prstGeom>
          <a:solidFill>
            <a:srgbClr val="E9EDF3"/>
          </a:solidFill>
          <a:ln>
            <a:noFill/>
          </a:ln>
        </p:spPr>
        <p:txBody>
          <a:bodyPr rtlCol="0" anchor="ctr"/>
          <a:lstStyle/>
          <a:p>
            <a:pPr algn="ctr"/>
          </a:p>
        </p:txBody>
      </p:sp>
      <p:sp>
        <p:nvSpPr>
          <p:cNvPr id="1198" name="Rectangle 1197"/>
          <p:cNvSpPr/>
          <p:nvPr/>
        </p:nvSpPr>
        <p:spPr>
          <a:xfrm>
            <a:off x="7136892" y="3941063"/>
            <a:ext cx="94183" cy="137160"/>
          </a:xfrm>
          <a:prstGeom prst="rect">
            <a:avLst/>
          </a:prstGeom>
          <a:solidFill>
            <a:srgbClr val="E9EDF3"/>
          </a:solidFill>
          <a:ln>
            <a:noFill/>
          </a:ln>
        </p:spPr>
        <p:txBody>
          <a:bodyPr rtlCol="0" anchor="ctr"/>
          <a:lstStyle/>
          <a:p>
            <a:pPr algn="ctr"/>
          </a:p>
        </p:txBody>
      </p:sp>
      <p:sp>
        <p:nvSpPr>
          <p:cNvPr id="1199" name="Rectangle 1198"/>
          <p:cNvSpPr/>
          <p:nvPr/>
        </p:nvSpPr>
        <p:spPr>
          <a:xfrm>
            <a:off x="7242048" y="3941063"/>
            <a:ext cx="94183" cy="137160"/>
          </a:xfrm>
          <a:prstGeom prst="rect">
            <a:avLst/>
          </a:prstGeom>
          <a:solidFill>
            <a:srgbClr val="E9EDF3"/>
          </a:solidFill>
          <a:ln>
            <a:noFill/>
          </a:ln>
        </p:spPr>
        <p:txBody>
          <a:bodyPr rtlCol="0" anchor="ctr"/>
          <a:lstStyle/>
          <a:p>
            <a:pPr algn="ctr"/>
          </a:p>
        </p:txBody>
      </p:sp>
      <p:sp>
        <p:nvSpPr>
          <p:cNvPr id="1200" name="Rectangle 1199"/>
          <p:cNvSpPr/>
          <p:nvPr/>
        </p:nvSpPr>
        <p:spPr>
          <a:xfrm>
            <a:off x="7347204" y="3941063"/>
            <a:ext cx="94183" cy="137160"/>
          </a:xfrm>
          <a:prstGeom prst="rect">
            <a:avLst/>
          </a:prstGeom>
          <a:solidFill>
            <a:srgbClr val="E9EDF3"/>
          </a:solidFill>
          <a:ln>
            <a:noFill/>
          </a:ln>
        </p:spPr>
        <p:txBody>
          <a:bodyPr rtlCol="0" anchor="ctr"/>
          <a:lstStyle/>
          <a:p>
            <a:pPr algn="ctr"/>
          </a:p>
        </p:txBody>
      </p:sp>
      <p:sp>
        <p:nvSpPr>
          <p:cNvPr id="1201" name="Rectangle 1200"/>
          <p:cNvSpPr/>
          <p:nvPr/>
        </p:nvSpPr>
        <p:spPr>
          <a:xfrm>
            <a:off x="7452360" y="3941063"/>
            <a:ext cx="94183" cy="137160"/>
          </a:xfrm>
          <a:prstGeom prst="rect">
            <a:avLst/>
          </a:prstGeom>
          <a:solidFill>
            <a:srgbClr val="E9EDF3"/>
          </a:solidFill>
          <a:ln>
            <a:noFill/>
          </a:ln>
        </p:spPr>
        <p:txBody>
          <a:bodyPr rtlCol="0" anchor="ctr"/>
          <a:lstStyle/>
          <a:p>
            <a:pPr algn="ctr"/>
          </a:p>
        </p:txBody>
      </p:sp>
      <p:sp>
        <p:nvSpPr>
          <p:cNvPr id="1202" name="Rectangle 1201"/>
          <p:cNvSpPr/>
          <p:nvPr/>
        </p:nvSpPr>
        <p:spPr>
          <a:xfrm>
            <a:off x="7557516" y="3941063"/>
            <a:ext cx="94183" cy="137160"/>
          </a:xfrm>
          <a:prstGeom prst="rect">
            <a:avLst/>
          </a:prstGeom>
          <a:solidFill>
            <a:srgbClr val="E9EDF3"/>
          </a:solidFill>
          <a:ln>
            <a:noFill/>
          </a:ln>
        </p:spPr>
        <p:txBody>
          <a:bodyPr rtlCol="0" anchor="ctr"/>
          <a:lstStyle/>
          <a:p>
            <a:pPr algn="ctr"/>
          </a:p>
        </p:txBody>
      </p:sp>
      <p:sp>
        <p:nvSpPr>
          <p:cNvPr id="1203" name="Rectangle 1202"/>
          <p:cNvSpPr/>
          <p:nvPr/>
        </p:nvSpPr>
        <p:spPr>
          <a:xfrm>
            <a:off x="7662672" y="3941063"/>
            <a:ext cx="94183" cy="137160"/>
          </a:xfrm>
          <a:prstGeom prst="rect">
            <a:avLst/>
          </a:prstGeom>
          <a:solidFill>
            <a:srgbClr val="E9EDF3"/>
          </a:solidFill>
          <a:ln>
            <a:noFill/>
          </a:ln>
        </p:spPr>
        <p:txBody>
          <a:bodyPr rtlCol="0" anchor="ctr"/>
          <a:lstStyle/>
          <a:p>
            <a:pPr algn="ctr"/>
          </a:p>
        </p:txBody>
      </p:sp>
      <p:sp>
        <p:nvSpPr>
          <p:cNvPr id="1204" name="Rectangle 1203"/>
          <p:cNvSpPr/>
          <p:nvPr/>
        </p:nvSpPr>
        <p:spPr>
          <a:xfrm>
            <a:off x="7767828" y="3941063"/>
            <a:ext cx="94183" cy="137160"/>
          </a:xfrm>
          <a:prstGeom prst="rect">
            <a:avLst/>
          </a:prstGeom>
          <a:solidFill>
            <a:srgbClr val="E9EDF3"/>
          </a:solidFill>
          <a:ln>
            <a:noFill/>
          </a:ln>
        </p:spPr>
        <p:txBody>
          <a:bodyPr rtlCol="0" anchor="ctr"/>
          <a:lstStyle/>
          <a:p>
            <a:pPr algn="ctr"/>
          </a:p>
        </p:txBody>
      </p:sp>
      <p:sp>
        <p:nvSpPr>
          <p:cNvPr id="1205" name="Rectangle 1204"/>
          <p:cNvSpPr/>
          <p:nvPr/>
        </p:nvSpPr>
        <p:spPr>
          <a:xfrm>
            <a:off x="7872983" y="3941063"/>
            <a:ext cx="94183" cy="137160"/>
          </a:xfrm>
          <a:prstGeom prst="rect">
            <a:avLst/>
          </a:prstGeom>
          <a:solidFill>
            <a:srgbClr val="E9EDF3"/>
          </a:solidFill>
          <a:ln>
            <a:noFill/>
          </a:ln>
        </p:spPr>
        <p:txBody>
          <a:bodyPr rtlCol="0" anchor="ctr"/>
          <a:lstStyle/>
          <a:p>
            <a:pPr algn="ctr"/>
          </a:p>
        </p:txBody>
      </p:sp>
      <p:sp>
        <p:nvSpPr>
          <p:cNvPr id="1206" name="Rectangle 1205"/>
          <p:cNvSpPr/>
          <p:nvPr/>
        </p:nvSpPr>
        <p:spPr>
          <a:xfrm>
            <a:off x="7978140" y="3941063"/>
            <a:ext cx="94183" cy="137160"/>
          </a:xfrm>
          <a:prstGeom prst="rect">
            <a:avLst/>
          </a:prstGeom>
          <a:solidFill>
            <a:srgbClr val="E9EDF3"/>
          </a:solidFill>
          <a:ln>
            <a:noFill/>
          </a:ln>
        </p:spPr>
        <p:txBody>
          <a:bodyPr rtlCol="0" anchor="ctr"/>
          <a:lstStyle/>
          <a:p>
            <a:pPr algn="ctr"/>
          </a:p>
        </p:txBody>
      </p:sp>
      <p:sp>
        <p:nvSpPr>
          <p:cNvPr id="1207" name="Rectangle 1206"/>
          <p:cNvSpPr/>
          <p:nvPr/>
        </p:nvSpPr>
        <p:spPr>
          <a:xfrm>
            <a:off x="8083296" y="3941063"/>
            <a:ext cx="94183" cy="137160"/>
          </a:xfrm>
          <a:prstGeom prst="rect">
            <a:avLst/>
          </a:prstGeom>
          <a:solidFill>
            <a:srgbClr val="E9EDF3"/>
          </a:solidFill>
          <a:ln>
            <a:noFill/>
          </a:ln>
        </p:spPr>
        <p:txBody>
          <a:bodyPr rtlCol="0" anchor="ctr"/>
          <a:lstStyle/>
          <a:p>
            <a:pPr algn="ctr"/>
          </a:p>
        </p:txBody>
      </p:sp>
      <p:sp>
        <p:nvSpPr>
          <p:cNvPr id="1208" name="Rectangle 1207"/>
          <p:cNvSpPr/>
          <p:nvPr/>
        </p:nvSpPr>
        <p:spPr>
          <a:xfrm>
            <a:off x="8188452" y="3941063"/>
            <a:ext cx="94183" cy="137160"/>
          </a:xfrm>
          <a:prstGeom prst="rect">
            <a:avLst/>
          </a:prstGeom>
          <a:solidFill>
            <a:srgbClr val="E9EDF3"/>
          </a:solidFill>
          <a:ln>
            <a:noFill/>
          </a:ln>
        </p:spPr>
        <p:txBody>
          <a:bodyPr rtlCol="0" anchor="ctr"/>
          <a:lstStyle/>
          <a:p>
            <a:pPr algn="ctr"/>
          </a:p>
        </p:txBody>
      </p:sp>
      <p:sp>
        <p:nvSpPr>
          <p:cNvPr id="1209" name="TextBox 1208"/>
          <p:cNvSpPr txBox="1"/>
          <p:nvPr/>
        </p:nvSpPr>
        <p:spPr>
          <a:xfrm>
            <a:off x="8330183" y="3936491"/>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4</a:t>
            </a:r>
          </a:p>
        </p:txBody>
      </p:sp>
      <p:sp>
        <p:nvSpPr>
          <p:cNvPr id="1210" name="TextBox 1209"/>
          <p:cNvSpPr txBox="1"/>
          <p:nvPr/>
        </p:nvSpPr>
        <p:spPr>
          <a:xfrm>
            <a:off x="4636008" y="408736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15p</a:t>
            </a:r>
          </a:p>
        </p:txBody>
      </p:sp>
      <p:sp>
        <p:nvSpPr>
          <p:cNvPr id="1211" name="Rectangle 1210"/>
          <p:cNvSpPr/>
          <p:nvPr/>
        </p:nvSpPr>
        <p:spPr>
          <a:xfrm>
            <a:off x="5138928" y="4091940"/>
            <a:ext cx="94183" cy="137160"/>
          </a:xfrm>
          <a:prstGeom prst="rect">
            <a:avLst/>
          </a:prstGeom>
          <a:solidFill>
            <a:srgbClr val="E9EDF3"/>
          </a:solidFill>
          <a:ln>
            <a:noFill/>
          </a:ln>
        </p:spPr>
        <p:txBody>
          <a:bodyPr rtlCol="0" anchor="ctr"/>
          <a:lstStyle/>
          <a:p>
            <a:pPr algn="ctr"/>
          </a:p>
        </p:txBody>
      </p:sp>
      <p:sp>
        <p:nvSpPr>
          <p:cNvPr id="1212" name="Rectangle 1211"/>
          <p:cNvSpPr/>
          <p:nvPr/>
        </p:nvSpPr>
        <p:spPr>
          <a:xfrm>
            <a:off x="5244084" y="4091940"/>
            <a:ext cx="94183" cy="137160"/>
          </a:xfrm>
          <a:prstGeom prst="rect">
            <a:avLst/>
          </a:prstGeom>
          <a:solidFill>
            <a:srgbClr val="E9EDF3"/>
          </a:solidFill>
          <a:ln>
            <a:noFill/>
          </a:ln>
        </p:spPr>
        <p:txBody>
          <a:bodyPr rtlCol="0" anchor="ctr"/>
          <a:lstStyle/>
          <a:p>
            <a:pPr algn="ctr"/>
          </a:p>
        </p:txBody>
      </p:sp>
      <p:sp>
        <p:nvSpPr>
          <p:cNvPr id="1213" name="Rectangle 1212"/>
          <p:cNvSpPr/>
          <p:nvPr/>
        </p:nvSpPr>
        <p:spPr>
          <a:xfrm>
            <a:off x="5349240" y="4091940"/>
            <a:ext cx="94183" cy="137160"/>
          </a:xfrm>
          <a:prstGeom prst="rect">
            <a:avLst/>
          </a:prstGeom>
          <a:solidFill>
            <a:srgbClr val="E9EDF3"/>
          </a:solidFill>
          <a:ln>
            <a:noFill/>
          </a:ln>
        </p:spPr>
        <p:txBody>
          <a:bodyPr rtlCol="0" anchor="ctr"/>
          <a:lstStyle/>
          <a:p>
            <a:pPr algn="ctr"/>
          </a:p>
        </p:txBody>
      </p:sp>
      <p:sp>
        <p:nvSpPr>
          <p:cNvPr id="1214" name="Rectangle 1213"/>
          <p:cNvSpPr/>
          <p:nvPr/>
        </p:nvSpPr>
        <p:spPr>
          <a:xfrm>
            <a:off x="5454396" y="4091940"/>
            <a:ext cx="94183" cy="137160"/>
          </a:xfrm>
          <a:prstGeom prst="rect">
            <a:avLst/>
          </a:prstGeom>
          <a:solidFill>
            <a:srgbClr val="E9EDF3"/>
          </a:solidFill>
          <a:ln>
            <a:noFill/>
          </a:ln>
        </p:spPr>
        <p:txBody>
          <a:bodyPr rtlCol="0" anchor="ctr"/>
          <a:lstStyle/>
          <a:p>
            <a:pPr algn="ctr"/>
          </a:p>
        </p:txBody>
      </p:sp>
      <p:sp>
        <p:nvSpPr>
          <p:cNvPr id="1215" name="Rectangle 1214"/>
          <p:cNvSpPr/>
          <p:nvPr/>
        </p:nvSpPr>
        <p:spPr>
          <a:xfrm>
            <a:off x="5559552" y="4091940"/>
            <a:ext cx="94183" cy="137160"/>
          </a:xfrm>
          <a:prstGeom prst="rect">
            <a:avLst/>
          </a:prstGeom>
          <a:solidFill>
            <a:srgbClr val="E9EDF3"/>
          </a:solidFill>
          <a:ln>
            <a:noFill/>
          </a:ln>
        </p:spPr>
        <p:txBody>
          <a:bodyPr rtlCol="0" anchor="ctr"/>
          <a:lstStyle/>
          <a:p>
            <a:pPr algn="ctr"/>
          </a:p>
        </p:txBody>
      </p:sp>
      <p:sp>
        <p:nvSpPr>
          <p:cNvPr id="1216" name="Rectangle 1215"/>
          <p:cNvSpPr/>
          <p:nvPr/>
        </p:nvSpPr>
        <p:spPr>
          <a:xfrm>
            <a:off x="5664708" y="4091940"/>
            <a:ext cx="94183" cy="137160"/>
          </a:xfrm>
          <a:prstGeom prst="rect">
            <a:avLst/>
          </a:prstGeom>
          <a:solidFill>
            <a:srgbClr val="E9EDF3"/>
          </a:solidFill>
          <a:ln>
            <a:noFill/>
          </a:ln>
        </p:spPr>
        <p:txBody>
          <a:bodyPr rtlCol="0" anchor="ctr"/>
          <a:lstStyle/>
          <a:p>
            <a:pPr algn="ctr"/>
          </a:p>
        </p:txBody>
      </p:sp>
      <p:sp>
        <p:nvSpPr>
          <p:cNvPr id="1217" name="Rectangle 1216"/>
          <p:cNvSpPr/>
          <p:nvPr/>
        </p:nvSpPr>
        <p:spPr>
          <a:xfrm>
            <a:off x="5769864" y="4091940"/>
            <a:ext cx="94183" cy="137160"/>
          </a:xfrm>
          <a:prstGeom prst="rect">
            <a:avLst/>
          </a:prstGeom>
          <a:solidFill>
            <a:srgbClr val="E9EDF3"/>
          </a:solidFill>
          <a:ln>
            <a:noFill/>
          </a:ln>
        </p:spPr>
        <p:txBody>
          <a:bodyPr rtlCol="0" anchor="ctr"/>
          <a:lstStyle/>
          <a:p>
            <a:pPr algn="ctr"/>
          </a:p>
        </p:txBody>
      </p:sp>
      <p:sp>
        <p:nvSpPr>
          <p:cNvPr id="1218" name="Rectangle 1217"/>
          <p:cNvSpPr/>
          <p:nvPr/>
        </p:nvSpPr>
        <p:spPr>
          <a:xfrm>
            <a:off x="5875020" y="4091940"/>
            <a:ext cx="94183" cy="137160"/>
          </a:xfrm>
          <a:prstGeom prst="rect">
            <a:avLst/>
          </a:prstGeom>
          <a:solidFill>
            <a:srgbClr val="E9EDF3"/>
          </a:solidFill>
          <a:ln>
            <a:noFill/>
          </a:ln>
        </p:spPr>
        <p:txBody>
          <a:bodyPr rtlCol="0" anchor="ctr"/>
          <a:lstStyle/>
          <a:p>
            <a:pPr algn="ctr"/>
          </a:p>
        </p:txBody>
      </p:sp>
      <p:sp>
        <p:nvSpPr>
          <p:cNvPr id="1219" name="Rectangle 1218"/>
          <p:cNvSpPr/>
          <p:nvPr/>
        </p:nvSpPr>
        <p:spPr>
          <a:xfrm>
            <a:off x="5980176" y="4091940"/>
            <a:ext cx="94183" cy="137160"/>
          </a:xfrm>
          <a:prstGeom prst="rect">
            <a:avLst/>
          </a:prstGeom>
          <a:solidFill>
            <a:srgbClr val="E9EDF3"/>
          </a:solidFill>
          <a:ln>
            <a:noFill/>
          </a:ln>
        </p:spPr>
        <p:txBody>
          <a:bodyPr rtlCol="0" anchor="ctr"/>
          <a:lstStyle/>
          <a:p>
            <a:pPr algn="ctr"/>
          </a:p>
        </p:txBody>
      </p:sp>
      <p:sp>
        <p:nvSpPr>
          <p:cNvPr id="1220" name="Rectangle 1219"/>
          <p:cNvSpPr/>
          <p:nvPr/>
        </p:nvSpPr>
        <p:spPr>
          <a:xfrm>
            <a:off x="6085332" y="4091940"/>
            <a:ext cx="94183" cy="137160"/>
          </a:xfrm>
          <a:prstGeom prst="rect">
            <a:avLst/>
          </a:prstGeom>
          <a:solidFill>
            <a:srgbClr val="E9EDF3"/>
          </a:solidFill>
          <a:ln>
            <a:noFill/>
          </a:ln>
        </p:spPr>
        <p:txBody>
          <a:bodyPr rtlCol="0" anchor="ctr"/>
          <a:lstStyle/>
          <a:p>
            <a:pPr algn="ctr"/>
          </a:p>
        </p:txBody>
      </p:sp>
      <p:sp>
        <p:nvSpPr>
          <p:cNvPr id="1221" name="Rectangle 1220"/>
          <p:cNvSpPr/>
          <p:nvPr/>
        </p:nvSpPr>
        <p:spPr>
          <a:xfrm>
            <a:off x="6190488" y="4091940"/>
            <a:ext cx="94183" cy="137160"/>
          </a:xfrm>
          <a:prstGeom prst="rect">
            <a:avLst/>
          </a:prstGeom>
          <a:solidFill>
            <a:srgbClr val="E9EDF3"/>
          </a:solidFill>
          <a:ln>
            <a:noFill/>
          </a:ln>
        </p:spPr>
        <p:txBody>
          <a:bodyPr rtlCol="0" anchor="ctr"/>
          <a:lstStyle/>
          <a:p>
            <a:pPr algn="ctr"/>
          </a:p>
        </p:txBody>
      </p:sp>
      <p:sp>
        <p:nvSpPr>
          <p:cNvPr id="1222" name="Rectangle 1221"/>
          <p:cNvSpPr/>
          <p:nvPr/>
        </p:nvSpPr>
        <p:spPr>
          <a:xfrm>
            <a:off x="6295644" y="4091940"/>
            <a:ext cx="94183" cy="137160"/>
          </a:xfrm>
          <a:prstGeom prst="rect">
            <a:avLst/>
          </a:prstGeom>
          <a:solidFill>
            <a:srgbClr val="E9EDF3"/>
          </a:solidFill>
          <a:ln>
            <a:noFill/>
          </a:ln>
        </p:spPr>
        <p:txBody>
          <a:bodyPr rtlCol="0" anchor="ctr"/>
          <a:lstStyle/>
          <a:p>
            <a:pPr algn="ctr"/>
          </a:p>
        </p:txBody>
      </p:sp>
      <p:sp>
        <p:nvSpPr>
          <p:cNvPr id="1223" name="Rectangle 1222"/>
          <p:cNvSpPr/>
          <p:nvPr/>
        </p:nvSpPr>
        <p:spPr>
          <a:xfrm>
            <a:off x="6400800" y="4091940"/>
            <a:ext cx="94183" cy="137160"/>
          </a:xfrm>
          <a:prstGeom prst="rect">
            <a:avLst/>
          </a:prstGeom>
          <a:solidFill>
            <a:srgbClr val="E9EDF3"/>
          </a:solidFill>
          <a:ln>
            <a:noFill/>
          </a:ln>
        </p:spPr>
        <p:txBody>
          <a:bodyPr rtlCol="0" anchor="ctr"/>
          <a:lstStyle/>
          <a:p>
            <a:pPr algn="ctr"/>
          </a:p>
        </p:txBody>
      </p:sp>
      <p:sp>
        <p:nvSpPr>
          <p:cNvPr id="1224" name="Rectangle 1223"/>
          <p:cNvSpPr/>
          <p:nvPr/>
        </p:nvSpPr>
        <p:spPr>
          <a:xfrm>
            <a:off x="6505956" y="4091940"/>
            <a:ext cx="94183" cy="137160"/>
          </a:xfrm>
          <a:prstGeom prst="rect">
            <a:avLst/>
          </a:prstGeom>
          <a:solidFill>
            <a:srgbClr val="E9EDF3"/>
          </a:solidFill>
          <a:ln>
            <a:noFill/>
          </a:ln>
        </p:spPr>
        <p:txBody>
          <a:bodyPr rtlCol="0" anchor="ctr"/>
          <a:lstStyle/>
          <a:p>
            <a:pPr algn="ctr"/>
          </a:p>
        </p:txBody>
      </p:sp>
      <p:sp>
        <p:nvSpPr>
          <p:cNvPr id="1225" name="Rectangle 1224"/>
          <p:cNvSpPr/>
          <p:nvPr/>
        </p:nvSpPr>
        <p:spPr>
          <a:xfrm>
            <a:off x="6611112" y="4091940"/>
            <a:ext cx="94183" cy="137160"/>
          </a:xfrm>
          <a:prstGeom prst="rect">
            <a:avLst/>
          </a:prstGeom>
          <a:solidFill>
            <a:srgbClr val="E9EDF3"/>
          </a:solidFill>
          <a:ln>
            <a:noFill/>
          </a:ln>
        </p:spPr>
        <p:txBody>
          <a:bodyPr rtlCol="0" anchor="ctr"/>
          <a:lstStyle/>
          <a:p>
            <a:pPr algn="ctr"/>
          </a:p>
        </p:txBody>
      </p:sp>
      <p:sp>
        <p:nvSpPr>
          <p:cNvPr id="1226" name="Rectangle 1225"/>
          <p:cNvSpPr/>
          <p:nvPr/>
        </p:nvSpPr>
        <p:spPr>
          <a:xfrm>
            <a:off x="6716268" y="4091940"/>
            <a:ext cx="94183" cy="137160"/>
          </a:xfrm>
          <a:prstGeom prst="rect">
            <a:avLst/>
          </a:prstGeom>
          <a:solidFill>
            <a:srgbClr val="E9EDF3"/>
          </a:solidFill>
          <a:ln>
            <a:noFill/>
          </a:ln>
        </p:spPr>
        <p:txBody>
          <a:bodyPr rtlCol="0" anchor="ctr"/>
          <a:lstStyle/>
          <a:p>
            <a:pPr algn="ctr"/>
          </a:p>
        </p:txBody>
      </p:sp>
      <p:sp>
        <p:nvSpPr>
          <p:cNvPr id="1227" name="Rectangle 1226"/>
          <p:cNvSpPr/>
          <p:nvPr/>
        </p:nvSpPr>
        <p:spPr>
          <a:xfrm>
            <a:off x="6821424" y="4091940"/>
            <a:ext cx="94183" cy="137160"/>
          </a:xfrm>
          <a:prstGeom prst="rect">
            <a:avLst/>
          </a:prstGeom>
          <a:solidFill>
            <a:srgbClr val="FAD9A0"/>
          </a:solidFill>
          <a:ln>
            <a:noFill/>
          </a:ln>
        </p:spPr>
        <p:txBody>
          <a:bodyPr rtlCol="0" anchor="ctr"/>
          <a:lstStyle/>
          <a:p>
            <a:pPr algn="ctr"/>
          </a:p>
        </p:txBody>
      </p:sp>
      <p:sp>
        <p:nvSpPr>
          <p:cNvPr id="1228" name="Rectangle 1227"/>
          <p:cNvSpPr/>
          <p:nvPr/>
        </p:nvSpPr>
        <p:spPr>
          <a:xfrm>
            <a:off x="6926580" y="4091940"/>
            <a:ext cx="94183" cy="137160"/>
          </a:xfrm>
          <a:prstGeom prst="rect">
            <a:avLst/>
          </a:prstGeom>
          <a:solidFill>
            <a:srgbClr val="E9EDF3"/>
          </a:solidFill>
          <a:ln>
            <a:noFill/>
          </a:ln>
        </p:spPr>
        <p:txBody>
          <a:bodyPr rtlCol="0" anchor="ctr"/>
          <a:lstStyle/>
          <a:p>
            <a:pPr algn="ctr"/>
          </a:p>
        </p:txBody>
      </p:sp>
      <p:sp>
        <p:nvSpPr>
          <p:cNvPr id="1229" name="Rectangle 1228"/>
          <p:cNvSpPr/>
          <p:nvPr/>
        </p:nvSpPr>
        <p:spPr>
          <a:xfrm>
            <a:off x="7031736" y="4091940"/>
            <a:ext cx="94183" cy="137160"/>
          </a:xfrm>
          <a:prstGeom prst="rect">
            <a:avLst/>
          </a:prstGeom>
          <a:solidFill>
            <a:srgbClr val="E9EDF3"/>
          </a:solidFill>
          <a:ln>
            <a:noFill/>
          </a:ln>
        </p:spPr>
        <p:txBody>
          <a:bodyPr rtlCol="0" anchor="ctr"/>
          <a:lstStyle/>
          <a:p>
            <a:pPr algn="ctr"/>
          </a:p>
        </p:txBody>
      </p:sp>
      <p:sp>
        <p:nvSpPr>
          <p:cNvPr id="1230" name="Rectangle 1229"/>
          <p:cNvSpPr/>
          <p:nvPr/>
        </p:nvSpPr>
        <p:spPr>
          <a:xfrm>
            <a:off x="7136892" y="4091940"/>
            <a:ext cx="94183" cy="137160"/>
          </a:xfrm>
          <a:prstGeom prst="rect">
            <a:avLst/>
          </a:prstGeom>
          <a:solidFill>
            <a:srgbClr val="E9EDF3"/>
          </a:solidFill>
          <a:ln>
            <a:noFill/>
          </a:ln>
        </p:spPr>
        <p:txBody>
          <a:bodyPr rtlCol="0" anchor="ctr"/>
          <a:lstStyle/>
          <a:p>
            <a:pPr algn="ctr"/>
          </a:p>
        </p:txBody>
      </p:sp>
      <p:sp>
        <p:nvSpPr>
          <p:cNvPr id="1231" name="Rectangle 1230"/>
          <p:cNvSpPr/>
          <p:nvPr/>
        </p:nvSpPr>
        <p:spPr>
          <a:xfrm>
            <a:off x="7242048" y="4091940"/>
            <a:ext cx="94183" cy="137160"/>
          </a:xfrm>
          <a:prstGeom prst="rect">
            <a:avLst/>
          </a:prstGeom>
          <a:solidFill>
            <a:srgbClr val="E9EDF3"/>
          </a:solidFill>
          <a:ln>
            <a:noFill/>
          </a:ln>
        </p:spPr>
        <p:txBody>
          <a:bodyPr rtlCol="0" anchor="ctr"/>
          <a:lstStyle/>
          <a:p>
            <a:pPr algn="ctr"/>
          </a:p>
        </p:txBody>
      </p:sp>
      <p:sp>
        <p:nvSpPr>
          <p:cNvPr id="1232" name="Rectangle 1231"/>
          <p:cNvSpPr/>
          <p:nvPr/>
        </p:nvSpPr>
        <p:spPr>
          <a:xfrm>
            <a:off x="7347204" y="4091940"/>
            <a:ext cx="94183" cy="137160"/>
          </a:xfrm>
          <a:prstGeom prst="rect">
            <a:avLst/>
          </a:prstGeom>
          <a:solidFill>
            <a:srgbClr val="E9EDF3"/>
          </a:solidFill>
          <a:ln>
            <a:noFill/>
          </a:ln>
        </p:spPr>
        <p:txBody>
          <a:bodyPr rtlCol="0" anchor="ctr"/>
          <a:lstStyle/>
          <a:p>
            <a:pPr algn="ctr"/>
          </a:p>
        </p:txBody>
      </p:sp>
      <p:sp>
        <p:nvSpPr>
          <p:cNvPr id="1233" name="Rectangle 1232"/>
          <p:cNvSpPr/>
          <p:nvPr/>
        </p:nvSpPr>
        <p:spPr>
          <a:xfrm>
            <a:off x="7452360" y="4091940"/>
            <a:ext cx="94183" cy="137160"/>
          </a:xfrm>
          <a:prstGeom prst="rect">
            <a:avLst/>
          </a:prstGeom>
          <a:solidFill>
            <a:srgbClr val="E9EDF3"/>
          </a:solidFill>
          <a:ln>
            <a:noFill/>
          </a:ln>
        </p:spPr>
        <p:txBody>
          <a:bodyPr rtlCol="0" anchor="ctr"/>
          <a:lstStyle/>
          <a:p>
            <a:pPr algn="ctr"/>
          </a:p>
        </p:txBody>
      </p:sp>
      <p:sp>
        <p:nvSpPr>
          <p:cNvPr id="1234" name="Rectangle 1233"/>
          <p:cNvSpPr/>
          <p:nvPr/>
        </p:nvSpPr>
        <p:spPr>
          <a:xfrm>
            <a:off x="7557516" y="4091940"/>
            <a:ext cx="94183" cy="137160"/>
          </a:xfrm>
          <a:prstGeom prst="rect">
            <a:avLst/>
          </a:prstGeom>
          <a:solidFill>
            <a:srgbClr val="E9EDF3"/>
          </a:solidFill>
          <a:ln>
            <a:noFill/>
          </a:ln>
        </p:spPr>
        <p:txBody>
          <a:bodyPr rtlCol="0" anchor="ctr"/>
          <a:lstStyle/>
          <a:p>
            <a:pPr algn="ctr"/>
          </a:p>
        </p:txBody>
      </p:sp>
      <p:sp>
        <p:nvSpPr>
          <p:cNvPr id="1235" name="Rectangle 1234"/>
          <p:cNvSpPr/>
          <p:nvPr/>
        </p:nvSpPr>
        <p:spPr>
          <a:xfrm>
            <a:off x="7662672" y="4091940"/>
            <a:ext cx="94183" cy="137160"/>
          </a:xfrm>
          <a:prstGeom prst="rect">
            <a:avLst/>
          </a:prstGeom>
          <a:solidFill>
            <a:srgbClr val="E9EDF3"/>
          </a:solidFill>
          <a:ln>
            <a:noFill/>
          </a:ln>
        </p:spPr>
        <p:txBody>
          <a:bodyPr rtlCol="0" anchor="ctr"/>
          <a:lstStyle/>
          <a:p>
            <a:pPr algn="ctr"/>
          </a:p>
        </p:txBody>
      </p:sp>
      <p:sp>
        <p:nvSpPr>
          <p:cNvPr id="1236" name="Rectangle 1235"/>
          <p:cNvSpPr/>
          <p:nvPr/>
        </p:nvSpPr>
        <p:spPr>
          <a:xfrm>
            <a:off x="7767828" y="4091940"/>
            <a:ext cx="94183" cy="137160"/>
          </a:xfrm>
          <a:prstGeom prst="rect">
            <a:avLst/>
          </a:prstGeom>
          <a:solidFill>
            <a:srgbClr val="E9EDF3"/>
          </a:solidFill>
          <a:ln>
            <a:noFill/>
          </a:ln>
        </p:spPr>
        <p:txBody>
          <a:bodyPr rtlCol="0" anchor="ctr"/>
          <a:lstStyle/>
          <a:p>
            <a:pPr algn="ctr"/>
          </a:p>
        </p:txBody>
      </p:sp>
      <p:sp>
        <p:nvSpPr>
          <p:cNvPr id="1237" name="Rectangle 1236"/>
          <p:cNvSpPr/>
          <p:nvPr/>
        </p:nvSpPr>
        <p:spPr>
          <a:xfrm>
            <a:off x="7872983" y="4091940"/>
            <a:ext cx="94183" cy="137160"/>
          </a:xfrm>
          <a:prstGeom prst="rect">
            <a:avLst/>
          </a:prstGeom>
          <a:solidFill>
            <a:srgbClr val="E9EDF3"/>
          </a:solidFill>
          <a:ln>
            <a:noFill/>
          </a:ln>
        </p:spPr>
        <p:txBody>
          <a:bodyPr rtlCol="0" anchor="ctr"/>
          <a:lstStyle/>
          <a:p>
            <a:pPr algn="ctr"/>
          </a:p>
        </p:txBody>
      </p:sp>
      <p:sp>
        <p:nvSpPr>
          <p:cNvPr id="1238" name="Rectangle 1237"/>
          <p:cNvSpPr/>
          <p:nvPr/>
        </p:nvSpPr>
        <p:spPr>
          <a:xfrm>
            <a:off x="7978140" y="4091940"/>
            <a:ext cx="94183" cy="137160"/>
          </a:xfrm>
          <a:prstGeom prst="rect">
            <a:avLst/>
          </a:prstGeom>
          <a:solidFill>
            <a:srgbClr val="E9EDF3"/>
          </a:solidFill>
          <a:ln>
            <a:noFill/>
          </a:ln>
        </p:spPr>
        <p:txBody>
          <a:bodyPr rtlCol="0" anchor="ctr"/>
          <a:lstStyle/>
          <a:p>
            <a:pPr algn="ctr"/>
          </a:p>
        </p:txBody>
      </p:sp>
      <p:sp>
        <p:nvSpPr>
          <p:cNvPr id="1239" name="Rectangle 1238"/>
          <p:cNvSpPr/>
          <p:nvPr/>
        </p:nvSpPr>
        <p:spPr>
          <a:xfrm>
            <a:off x="8083296" y="4091940"/>
            <a:ext cx="94183" cy="137160"/>
          </a:xfrm>
          <a:prstGeom prst="rect">
            <a:avLst/>
          </a:prstGeom>
          <a:solidFill>
            <a:srgbClr val="E9EDF3"/>
          </a:solidFill>
          <a:ln>
            <a:noFill/>
          </a:ln>
        </p:spPr>
        <p:txBody>
          <a:bodyPr rtlCol="0" anchor="ctr"/>
          <a:lstStyle/>
          <a:p>
            <a:pPr algn="ctr"/>
          </a:p>
        </p:txBody>
      </p:sp>
      <p:sp>
        <p:nvSpPr>
          <p:cNvPr id="1240" name="Rectangle 1239"/>
          <p:cNvSpPr/>
          <p:nvPr/>
        </p:nvSpPr>
        <p:spPr>
          <a:xfrm>
            <a:off x="8188452" y="4091940"/>
            <a:ext cx="94183" cy="137160"/>
          </a:xfrm>
          <a:prstGeom prst="rect">
            <a:avLst/>
          </a:prstGeom>
          <a:solidFill>
            <a:srgbClr val="E9EDF3"/>
          </a:solidFill>
          <a:ln>
            <a:noFill/>
          </a:ln>
        </p:spPr>
        <p:txBody>
          <a:bodyPr rtlCol="0" anchor="ctr"/>
          <a:lstStyle/>
          <a:p>
            <a:pPr algn="ctr"/>
          </a:p>
        </p:txBody>
      </p:sp>
      <p:sp>
        <p:nvSpPr>
          <p:cNvPr id="1241" name="TextBox 1240"/>
          <p:cNvSpPr txBox="1"/>
          <p:nvPr/>
        </p:nvSpPr>
        <p:spPr>
          <a:xfrm>
            <a:off x="8330183" y="4087368"/>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1</a:t>
            </a:r>
          </a:p>
        </p:txBody>
      </p:sp>
      <p:sp>
        <p:nvSpPr>
          <p:cNvPr id="1242" name="TextBox 1241"/>
          <p:cNvSpPr txBox="1"/>
          <p:nvPr/>
        </p:nvSpPr>
        <p:spPr>
          <a:xfrm>
            <a:off x="411480" y="4389120"/>
            <a:ext cx="822960" cy="146304"/>
          </a:xfrm>
          <a:prstGeom prst="rect">
            <a:avLst/>
          </a:prstGeom>
          <a:noFill/>
        </p:spPr>
        <p:txBody>
          <a:bodyPr wrap="square" lIns="0" rIns="0" tIns="0" bIns="0" anchor="ctr">
            <a:spAutoFit/>
          </a:bodyPr>
          <a:lstStyle/>
          <a:p>
            <a:pPr algn="l">
              <a:spcAft>
                <a:spcPts val="0"/>
              </a:spcAft>
            </a:pPr>
            <a:r>
              <a:rPr sz="700" b="1" i="0">
                <a:solidFill>
                  <a:srgbClr val="55636E"/>
                </a:solidFill>
                <a:latin typeface="Calibri"/>
              </a:rPr>
              <a:t>kWh por día:</a:t>
            </a:r>
          </a:p>
        </p:txBody>
      </p:sp>
      <p:sp>
        <p:nvSpPr>
          <p:cNvPr id="1243" name="Rectangle 1242"/>
          <p:cNvSpPr/>
          <p:nvPr/>
        </p:nvSpPr>
        <p:spPr>
          <a:xfrm>
            <a:off x="1188720" y="4407407"/>
            <a:ext cx="128016" cy="109728"/>
          </a:xfrm>
          <a:prstGeom prst="rect">
            <a:avLst/>
          </a:prstGeom>
          <a:solidFill>
            <a:srgbClr val="E9EDF3"/>
          </a:solidFill>
          <a:ln>
            <a:noFill/>
          </a:ln>
        </p:spPr>
        <p:txBody>
          <a:bodyPr rtlCol="0" anchor="ctr"/>
          <a:lstStyle/>
          <a:p>
            <a:pPr algn="ctr"/>
          </a:p>
        </p:txBody>
      </p:sp>
      <p:sp>
        <p:nvSpPr>
          <p:cNvPr id="1244" name="TextBox 1243"/>
          <p:cNvSpPr txBox="1"/>
          <p:nvPr/>
        </p:nvSpPr>
        <p:spPr>
          <a:xfrm>
            <a:off x="1353312"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&lt; 0,5</a:t>
            </a:r>
          </a:p>
        </p:txBody>
      </p:sp>
      <p:sp>
        <p:nvSpPr>
          <p:cNvPr id="1245" name="Rectangle 1244"/>
          <p:cNvSpPr/>
          <p:nvPr/>
        </p:nvSpPr>
        <p:spPr>
          <a:xfrm>
            <a:off x="1965960" y="4407407"/>
            <a:ext cx="128016" cy="109728"/>
          </a:xfrm>
          <a:prstGeom prst="rect">
            <a:avLst/>
          </a:prstGeom>
          <a:solidFill>
            <a:srgbClr val="FAD9A0"/>
          </a:solidFill>
          <a:ln>
            <a:noFill/>
          </a:ln>
        </p:spPr>
        <p:txBody>
          <a:bodyPr rtlCol="0" anchor="ctr"/>
          <a:lstStyle/>
          <a:p>
            <a:pPr algn="ctr"/>
          </a:p>
        </p:txBody>
      </p:sp>
      <p:sp>
        <p:nvSpPr>
          <p:cNvPr id="1246" name="TextBox 1245"/>
          <p:cNvSpPr txBox="1"/>
          <p:nvPr/>
        </p:nvSpPr>
        <p:spPr>
          <a:xfrm>
            <a:off x="2130552"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0,5 - 3</a:t>
            </a:r>
          </a:p>
        </p:txBody>
      </p:sp>
      <p:sp>
        <p:nvSpPr>
          <p:cNvPr id="1247" name="Rectangle 1246"/>
          <p:cNvSpPr/>
          <p:nvPr/>
        </p:nvSpPr>
        <p:spPr>
          <a:xfrm>
            <a:off x="2743200" y="4407407"/>
            <a:ext cx="128016" cy="109728"/>
          </a:xfrm>
          <a:prstGeom prst="rect">
            <a:avLst/>
          </a:prstGeom>
          <a:solidFill>
            <a:srgbClr val="F5A623"/>
          </a:solidFill>
          <a:ln>
            <a:noFill/>
          </a:ln>
        </p:spPr>
        <p:txBody>
          <a:bodyPr rtlCol="0" anchor="ctr"/>
          <a:lstStyle/>
          <a:p>
            <a:pPr algn="ctr"/>
          </a:p>
        </p:txBody>
      </p:sp>
      <p:sp>
        <p:nvSpPr>
          <p:cNvPr id="1248" name="TextBox 1247"/>
          <p:cNvSpPr txBox="1"/>
          <p:nvPr/>
        </p:nvSpPr>
        <p:spPr>
          <a:xfrm>
            <a:off x="2907791"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3 - 6</a:t>
            </a:r>
          </a:p>
        </p:txBody>
      </p:sp>
      <p:sp>
        <p:nvSpPr>
          <p:cNvPr id="1249" name="Rectangle 1248"/>
          <p:cNvSpPr/>
          <p:nvPr/>
        </p:nvSpPr>
        <p:spPr>
          <a:xfrm>
            <a:off x="3520439" y="4407407"/>
            <a:ext cx="128016" cy="109728"/>
          </a:xfrm>
          <a:prstGeom prst="rect">
            <a:avLst/>
          </a:prstGeom>
          <a:solidFill>
            <a:srgbClr val="CA6F1E"/>
          </a:solidFill>
          <a:ln>
            <a:noFill/>
          </a:ln>
        </p:spPr>
        <p:txBody>
          <a:bodyPr rtlCol="0" anchor="ctr"/>
          <a:lstStyle/>
          <a:p>
            <a:pPr algn="ctr"/>
          </a:p>
        </p:txBody>
      </p:sp>
      <p:sp>
        <p:nvSpPr>
          <p:cNvPr id="1250" name="TextBox 1249"/>
          <p:cNvSpPr txBox="1"/>
          <p:nvPr/>
        </p:nvSpPr>
        <p:spPr>
          <a:xfrm>
            <a:off x="3685031"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6 - 10</a:t>
            </a:r>
          </a:p>
        </p:txBody>
      </p:sp>
      <p:sp>
        <p:nvSpPr>
          <p:cNvPr id="1251" name="Rectangle 1250"/>
          <p:cNvSpPr/>
          <p:nvPr/>
        </p:nvSpPr>
        <p:spPr>
          <a:xfrm>
            <a:off x="4297680" y="4407407"/>
            <a:ext cx="128016" cy="109728"/>
          </a:xfrm>
          <a:prstGeom prst="rect">
            <a:avLst/>
          </a:prstGeom>
          <a:solidFill>
            <a:srgbClr val="C0392B"/>
          </a:solidFill>
          <a:ln>
            <a:noFill/>
          </a:ln>
        </p:spPr>
        <p:txBody>
          <a:bodyPr rtlCol="0" anchor="ctr"/>
          <a:lstStyle/>
          <a:p>
            <a:pPr algn="ctr"/>
          </a:p>
        </p:txBody>
      </p:sp>
      <p:sp>
        <p:nvSpPr>
          <p:cNvPr id="1252" name="TextBox 1251"/>
          <p:cNvSpPr txBox="1"/>
          <p:nvPr/>
        </p:nvSpPr>
        <p:spPr>
          <a:xfrm>
            <a:off x="4462272"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 10</a:t>
            </a:r>
          </a:p>
        </p:txBody>
      </p:sp>
      <p:sp>
        <p:nvSpPr>
          <p:cNvPr id="1253" name="TextBox 1252"/>
          <p:cNvSpPr txBox="1"/>
          <p:nvPr/>
        </p:nvSpPr>
        <p:spPr>
          <a:xfrm>
            <a:off x="411480" y="4617720"/>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Cada celda = kWh recortados por el sistema ese día (1 al 30 de septiembre). Ordenado como el ranking: de mayor a menor curtailment del 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CUÁNDO Y POR QUÉ</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El 94% del recorte ocurre entre 11:00 y 16:00, cuando la batería ya está llena y la casa no exporta</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10</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p>
        </p:txBody>
      </p:sp>
      <p:sp>
        <p:nvSpPr>
          <p:cNvPr id="9" name="TextBox 8"/>
          <p:cNvSpPr txBox="1"/>
          <p:nvPr/>
        </p:nvSpPr>
        <p:spPr>
          <a:xfrm>
            <a:off x="548640" y="1243584"/>
            <a:ext cx="4480560"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Curtailment por hora del día (kWh, 38 sistemas, septiembre)</a:t>
            </a:r>
          </a:p>
        </p:txBody>
      </p:sp>
      <p:graphicFrame>
        <p:nvGraphicFramePr>
          <p:cNvPr id="10" name="Chart 9"/>
          <p:cNvGraphicFramePr>
            <a:graphicFrameLocks noGrp="1"/>
          </p:cNvGraphicFramePr>
          <p:nvPr/>
        </p:nvGraphicFramePr>
        <p:xfrm>
          <a:off x="457200" y="1481328"/>
          <a:ext cx="4663440" cy="3017520"/>
        </p:xfrm>
        <a:graphic>
          <a:graphicData uri="http://schemas.openxmlformats.org/drawingml/2006/chart">
            <c:chart xmlns:c="http://schemas.openxmlformats.org/drawingml/2006/chart" r:id="rId3"/>
          </a:graphicData>
        </a:graphic>
      </p:graphicFrame>
      <p:sp>
        <p:nvSpPr>
          <p:cNvPr id="11" name="Rectangle 10"/>
          <p:cNvSpPr/>
          <p:nvPr/>
        </p:nvSpPr>
        <p:spPr>
          <a:xfrm>
            <a:off x="5349240" y="1188720"/>
            <a:ext cx="3383280" cy="475488"/>
          </a:xfrm>
          <a:prstGeom prst="rect">
            <a:avLst/>
          </a:prstGeom>
          <a:solidFill>
            <a:srgbClr val="FFFFFF"/>
          </a:solidFill>
          <a:ln w="10160">
            <a:solidFill>
              <a:srgbClr val="E3E7EA"/>
            </a:solidFill>
          </a:ln>
        </p:spPr>
        <p:txBody>
          <a:bodyPr rtlCol="0" anchor="ctr"/>
          <a:lstStyle/>
          <a:p>
            <a:pPr algn="ctr"/>
          </a:p>
        </p:txBody>
      </p:sp>
      <p:sp>
        <p:nvSpPr>
          <p:cNvPr id="12" name="Rectangle 11"/>
          <p:cNvSpPr/>
          <p:nvPr/>
        </p:nvSpPr>
        <p:spPr>
          <a:xfrm>
            <a:off x="5349240" y="1188720"/>
            <a:ext cx="54864" cy="475488"/>
          </a:xfrm>
          <a:prstGeom prst="rect">
            <a:avLst/>
          </a:prstGeom>
          <a:solidFill>
            <a:srgbClr val="F5A623"/>
          </a:solidFill>
          <a:ln>
            <a:noFill/>
          </a:ln>
        </p:spPr>
        <p:txBody>
          <a:bodyPr rtlCol="0" anchor="ctr"/>
          <a:lstStyle/>
          <a:p>
            <a:pPr algn="ctr"/>
          </a:p>
        </p:txBody>
      </p:sp>
      <p:sp>
        <p:nvSpPr>
          <p:cNvPr id="13" name="TextBox 12"/>
          <p:cNvSpPr txBox="1"/>
          <p:nvPr/>
        </p:nvSpPr>
        <p:spPr>
          <a:xfrm>
            <a:off x="5486400" y="1216152"/>
            <a:ext cx="3200400" cy="155448"/>
          </a:xfrm>
          <a:prstGeom prst="rect">
            <a:avLst/>
          </a:prstGeom>
          <a:noFill/>
        </p:spPr>
        <p:txBody>
          <a:bodyPr wrap="square" lIns="0" rIns="0" tIns="0" bIns="0" anchor="ctr">
            <a:spAutoFit/>
          </a:bodyPr>
          <a:lstStyle/>
          <a:p>
            <a:pPr algn="l">
              <a:spcAft>
                <a:spcPts val="0"/>
              </a:spcAft>
            </a:pPr>
            <a:r>
              <a:rPr sz="800" b="1" i="0">
                <a:solidFill>
                  <a:srgbClr val="1B3A6B"/>
                </a:solidFill>
                <a:latin typeface="Calibri"/>
              </a:rPr>
              <a:t>Batería llena</a:t>
            </a:r>
          </a:p>
        </p:txBody>
      </p:sp>
      <p:sp>
        <p:nvSpPr>
          <p:cNvPr id="14" name="TextBox 13"/>
          <p:cNvSpPr txBox="1"/>
          <p:nvPr/>
        </p:nvSpPr>
        <p:spPr>
          <a:xfrm>
            <a:off x="5486400" y="1371600"/>
            <a:ext cx="3200400" cy="274320"/>
          </a:xfrm>
          <a:prstGeom prst="rect">
            <a:avLst/>
          </a:prstGeom>
          <a:noFill/>
        </p:spPr>
        <p:txBody>
          <a:bodyPr wrap="square" lIns="0" rIns="0" tIns="0" bIns="0" anchor="t">
            <a:spAutoFit/>
          </a:bodyPr>
          <a:lstStyle/>
          <a:p>
            <a:pPr algn="l">
              <a:spcAft>
                <a:spcPts val="0"/>
              </a:spcAft>
            </a:pPr>
            <a:r>
              <a:rPr sz="700" b="0" i="0">
                <a:solidFill>
                  <a:srgbClr val="55636E"/>
                </a:solidFill>
                <a:latin typeface="Calibri"/>
              </a:rPr>
              <a:t>3,0 h/día con SOC ≥ 95% en horas de sol: la PV se limita a lo que consume la casa.</a:t>
            </a:r>
          </a:p>
        </p:txBody>
      </p:sp>
      <p:sp>
        <p:nvSpPr>
          <p:cNvPr id="15" name="Rectangle 14"/>
          <p:cNvSpPr/>
          <p:nvPr/>
        </p:nvSpPr>
        <p:spPr>
          <a:xfrm>
            <a:off x="5349240" y="1719072"/>
            <a:ext cx="3383280" cy="475488"/>
          </a:xfrm>
          <a:prstGeom prst="rect">
            <a:avLst/>
          </a:prstGeom>
          <a:solidFill>
            <a:srgbClr val="FFFFFF"/>
          </a:solidFill>
          <a:ln w="10160">
            <a:solidFill>
              <a:srgbClr val="E3E7EA"/>
            </a:solidFill>
          </a:ln>
        </p:spPr>
        <p:txBody>
          <a:bodyPr rtlCol="0" anchor="ctr"/>
          <a:lstStyle/>
          <a:p>
            <a:pPr algn="ctr"/>
          </a:p>
        </p:txBody>
      </p:sp>
      <p:sp>
        <p:nvSpPr>
          <p:cNvPr id="16" name="Rectangle 15"/>
          <p:cNvSpPr/>
          <p:nvPr/>
        </p:nvSpPr>
        <p:spPr>
          <a:xfrm>
            <a:off x="5349240" y="1719072"/>
            <a:ext cx="54864" cy="475488"/>
          </a:xfrm>
          <a:prstGeom prst="rect">
            <a:avLst/>
          </a:prstGeom>
          <a:solidFill>
            <a:srgbClr val="C0392B"/>
          </a:solidFill>
          <a:ln>
            <a:noFill/>
          </a:ln>
        </p:spPr>
        <p:txBody>
          <a:bodyPr rtlCol="0" anchor="ctr"/>
          <a:lstStyle/>
          <a:p>
            <a:pPr algn="ctr"/>
          </a:p>
        </p:txBody>
      </p:sp>
      <p:sp>
        <p:nvSpPr>
          <p:cNvPr id="17" name="TextBox 16"/>
          <p:cNvSpPr txBox="1"/>
          <p:nvPr/>
        </p:nvSpPr>
        <p:spPr>
          <a:xfrm>
            <a:off x="5486400" y="1746504"/>
            <a:ext cx="3200400" cy="155448"/>
          </a:xfrm>
          <a:prstGeom prst="rect">
            <a:avLst/>
          </a:prstGeom>
          <a:noFill/>
        </p:spPr>
        <p:txBody>
          <a:bodyPr wrap="square" lIns="0" rIns="0" tIns="0" bIns="0" anchor="ctr">
            <a:spAutoFit/>
          </a:bodyPr>
          <a:lstStyle/>
          <a:p>
            <a:pPr algn="l">
              <a:spcAft>
                <a:spcPts val="0"/>
              </a:spcAft>
            </a:pPr>
            <a:r>
              <a:rPr sz="800" b="1" i="0">
                <a:solidFill>
                  <a:srgbClr val="1B3A6B"/>
                </a:solidFill>
                <a:latin typeface="Calibri"/>
              </a:rPr>
              <a:t>Sin exportación</a:t>
            </a:r>
          </a:p>
        </p:txBody>
      </p:sp>
      <p:sp>
        <p:nvSpPr>
          <p:cNvPr id="18" name="TextBox 17"/>
          <p:cNvSpPr txBox="1"/>
          <p:nvPr/>
        </p:nvSpPr>
        <p:spPr>
          <a:xfrm>
            <a:off x="5486400" y="1901952"/>
            <a:ext cx="3200400" cy="274320"/>
          </a:xfrm>
          <a:prstGeom prst="rect">
            <a:avLst/>
          </a:prstGeom>
          <a:noFill/>
        </p:spPr>
        <p:txBody>
          <a:bodyPr wrap="square" lIns="0" rIns="0" tIns="0" bIns="0" anchor="t">
            <a:spAutoFit/>
          </a:bodyPr>
          <a:lstStyle/>
          <a:p>
            <a:pPr algn="l">
              <a:spcAft>
                <a:spcPts val="0"/>
              </a:spcAft>
            </a:pPr>
            <a:r>
              <a:rPr sz="700" b="0" i="0">
                <a:solidFill>
                  <a:srgbClr val="55636E"/>
                </a:solidFill>
                <a:latin typeface="Calibri"/>
              </a:rPr>
              <a:t>Exportación activa del mes: 164,8 kWh, solo 0,9% de la generación (cifra del reporte).</a:t>
            </a:r>
          </a:p>
        </p:txBody>
      </p:sp>
      <p:sp>
        <p:nvSpPr>
          <p:cNvPr id="19" name="Rectangle 18"/>
          <p:cNvSpPr/>
          <p:nvPr/>
        </p:nvSpPr>
        <p:spPr>
          <a:xfrm>
            <a:off x="5349240" y="2249424"/>
            <a:ext cx="3383280" cy="475488"/>
          </a:xfrm>
          <a:prstGeom prst="rect">
            <a:avLst/>
          </a:prstGeom>
          <a:solidFill>
            <a:srgbClr val="FFFFFF"/>
          </a:solidFill>
          <a:ln w="10160">
            <a:solidFill>
              <a:srgbClr val="E3E7EA"/>
            </a:solidFill>
          </a:ln>
        </p:spPr>
        <p:txBody>
          <a:bodyPr rtlCol="0" anchor="ctr"/>
          <a:lstStyle/>
          <a:p>
            <a:pPr algn="ctr"/>
          </a:p>
        </p:txBody>
      </p:sp>
      <p:sp>
        <p:nvSpPr>
          <p:cNvPr id="20" name="Rectangle 19"/>
          <p:cNvSpPr/>
          <p:nvPr/>
        </p:nvSpPr>
        <p:spPr>
          <a:xfrm>
            <a:off x="5349240" y="2249424"/>
            <a:ext cx="54864" cy="475488"/>
          </a:xfrm>
          <a:prstGeom prst="rect">
            <a:avLst/>
          </a:prstGeom>
          <a:solidFill>
            <a:srgbClr val="1F6F78"/>
          </a:solidFill>
          <a:ln>
            <a:noFill/>
          </a:ln>
        </p:spPr>
        <p:txBody>
          <a:bodyPr rtlCol="0" anchor="ctr"/>
          <a:lstStyle/>
          <a:p>
            <a:pPr algn="ctr"/>
          </a:p>
        </p:txBody>
      </p:sp>
      <p:sp>
        <p:nvSpPr>
          <p:cNvPr id="21" name="TextBox 20"/>
          <p:cNvSpPr txBox="1"/>
          <p:nvPr/>
        </p:nvSpPr>
        <p:spPr>
          <a:xfrm>
            <a:off x="5486400" y="2276856"/>
            <a:ext cx="3200400" cy="155448"/>
          </a:xfrm>
          <a:prstGeom prst="rect">
            <a:avLst/>
          </a:prstGeom>
          <a:noFill/>
        </p:spPr>
        <p:txBody>
          <a:bodyPr wrap="square" lIns="0" rIns="0" tIns="0" bIns="0" anchor="ctr">
            <a:spAutoFit/>
          </a:bodyPr>
          <a:lstStyle/>
          <a:p>
            <a:pPr algn="l">
              <a:spcAft>
                <a:spcPts val="0"/>
              </a:spcAft>
            </a:pPr>
            <a:r>
              <a:rPr sz="800" b="1" i="0">
                <a:solidFill>
                  <a:srgbClr val="1B3A6B"/>
                </a:solidFill>
                <a:latin typeface="Calibri"/>
              </a:rPr>
              <a:t>Mismo kit, distinto resultado</a:t>
            </a:r>
          </a:p>
        </p:txBody>
      </p:sp>
      <p:sp>
        <p:nvSpPr>
          <p:cNvPr id="22" name="TextBox 21"/>
          <p:cNvSpPr txBox="1"/>
          <p:nvPr/>
        </p:nvSpPr>
        <p:spPr>
          <a:xfrm>
            <a:off x="5486400" y="2432304"/>
            <a:ext cx="3200400" cy="274320"/>
          </a:xfrm>
          <a:prstGeom prst="rect">
            <a:avLst/>
          </a:prstGeom>
          <a:noFill/>
        </p:spPr>
        <p:txBody>
          <a:bodyPr wrap="square" lIns="0" rIns="0" tIns="0" bIns="0" anchor="t">
            <a:spAutoFit/>
          </a:bodyPr>
          <a:lstStyle/>
          <a:p>
            <a:pPr algn="l">
              <a:spcAft>
                <a:spcPts val="0"/>
              </a:spcAft>
            </a:pPr>
            <a:r>
              <a:rPr sz="700" b="0" i="0">
                <a:solidFill>
                  <a:srgbClr val="55636E"/>
                </a:solidFill>
                <a:latin typeface="Calibri"/>
              </a:rPr>
              <a:t>Casa 111 (Deye) y Casa 15 (Livoltek) tienen el mismo kit: 8,9 kWp y 20,5 kWh de batería. Pierden 41,7% y 7,4%.</a:t>
            </a:r>
          </a:p>
        </p:txBody>
      </p:sp>
      <p:sp>
        <p:nvSpPr>
          <p:cNvPr id="23" name="Rectangle 22"/>
          <p:cNvSpPr/>
          <p:nvPr/>
        </p:nvSpPr>
        <p:spPr>
          <a:xfrm>
            <a:off x="5349240" y="2834640"/>
            <a:ext cx="3383280" cy="1691640"/>
          </a:xfrm>
          <a:prstGeom prst="rect">
            <a:avLst/>
          </a:prstGeom>
          <a:solidFill>
            <a:srgbClr val="1B3A6B"/>
          </a:solidFill>
          <a:ln>
            <a:noFill/>
          </a:ln>
        </p:spPr>
        <p:txBody>
          <a:bodyPr rtlCol="0" anchor="ctr"/>
          <a:lstStyle/>
          <a:p>
            <a:pPr algn="ctr"/>
          </a:p>
        </p:txBody>
      </p:sp>
      <p:sp>
        <p:nvSpPr>
          <p:cNvPr id="24" name="TextBox 23"/>
          <p:cNvSpPr txBox="1"/>
          <p:nvPr/>
        </p:nvSpPr>
        <p:spPr>
          <a:xfrm>
            <a:off x="5504688" y="2889504"/>
            <a:ext cx="3108960" cy="21945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A EVALUAR</a:t>
            </a:r>
          </a:p>
        </p:txBody>
      </p:sp>
      <p:sp>
        <p:nvSpPr>
          <p:cNvPr id="25" name="Oval 24"/>
          <p:cNvSpPr/>
          <p:nvPr/>
        </p:nvSpPr>
        <p:spPr>
          <a:xfrm>
            <a:off x="5504688" y="3227832"/>
            <a:ext cx="219456" cy="219456"/>
          </a:xfrm>
          <a:prstGeom prst="ellipse">
            <a:avLst/>
          </a:prstGeom>
          <a:solidFill>
            <a:srgbClr val="F5A623"/>
          </a:solidFill>
          <a:ln>
            <a:noFill/>
          </a:ln>
        </p:spPr>
        <p:txBody>
          <a:bodyPr rtlCol="0" anchor="ctr"/>
          <a:lstStyle/>
          <a:p>
            <a:pPr algn="ctr"/>
          </a:p>
        </p:txBody>
      </p:sp>
      <p:sp>
        <p:nvSpPr>
          <p:cNvPr id="26" name="TextBox 25"/>
          <p:cNvSpPr txBox="1"/>
          <p:nvPr/>
        </p:nvSpPr>
        <p:spPr>
          <a:xfrm>
            <a:off x="5504688" y="3227832"/>
            <a:ext cx="219456" cy="219456"/>
          </a:xfrm>
          <a:prstGeom prst="rect">
            <a:avLst/>
          </a:prstGeom>
          <a:noFill/>
        </p:spPr>
        <p:txBody>
          <a:bodyPr wrap="square" lIns="0" rIns="0" tIns="0" bIns="0" anchor="ctr">
            <a:spAutoFit/>
          </a:bodyPr>
          <a:lstStyle/>
          <a:p>
            <a:pPr algn="ctr">
              <a:spcAft>
                <a:spcPts val="0"/>
              </a:spcAft>
            </a:pPr>
            <a:r>
              <a:rPr sz="900" b="1" i="0">
                <a:solidFill>
                  <a:srgbClr val="1B3A6B"/>
                </a:solidFill>
                <a:latin typeface="Calibri"/>
              </a:rPr>
              <a:t>1</a:t>
            </a:r>
          </a:p>
        </p:txBody>
      </p:sp>
      <p:sp>
        <p:nvSpPr>
          <p:cNvPr id="27" name="TextBox 26"/>
          <p:cNvSpPr txBox="1"/>
          <p:nvPr/>
        </p:nvSpPr>
        <p:spPr>
          <a:xfrm>
            <a:off x="5833872" y="3182112"/>
            <a:ext cx="2834640" cy="365760"/>
          </a:xfrm>
          <a:prstGeom prst="rect">
            <a:avLst/>
          </a:prstGeom>
          <a:noFill/>
        </p:spPr>
        <p:txBody>
          <a:bodyPr wrap="square" lIns="0" rIns="0" tIns="0" bIns="0" anchor="ctr">
            <a:spAutoFit/>
          </a:bodyPr>
          <a:lstStyle/>
          <a:p>
            <a:pPr algn="l">
              <a:spcAft>
                <a:spcPts val="0"/>
              </a:spcAft>
            </a:pPr>
            <a:r>
              <a:rPr sz="750" b="0" i="0">
                <a:solidFill>
                  <a:srgbClr val="FFFFFF"/>
                </a:solidFill>
                <a:latin typeface="Calibri"/>
              </a:rPr>
              <a:t>Cargas flexibles (calentador, bombas) al mediodía en Casas 111, 10, 70 y 74, y demás sistemas con &gt; 25%.</a:t>
            </a:r>
          </a:p>
        </p:txBody>
      </p:sp>
      <p:sp>
        <p:nvSpPr>
          <p:cNvPr id="28" name="Oval 27"/>
          <p:cNvSpPr/>
          <p:nvPr/>
        </p:nvSpPr>
        <p:spPr>
          <a:xfrm>
            <a:off x="5504688" y="3657600"/>
            <a:ext cx="219456" cy="219456"/>
          </a:xfrm>
          <a:prstGeom prst="ellipse">
            <a:avLst/>
          </a:prstGeom>
          <a:solidFill>
            <a:srgbClr val="F5A623"/>
          </a:solidFill>
          <a:ln>
            <a:noFill/>
          </a:ln>
        </p:spPr>
        <p:txBody>
          <a:bodyPr rtlCol="0" anchor="ctr"/>
          <a:lstStyle/>
          <a:p>
            <a:pPr algn="ctr"/>
          </a:p>
        </p:txBody>
      </p:sp>
      <p:sp>
        <p:nvSpPr>
          <p:cNvPr id="29" name="TextBox 28"/>
          <p:cNvSpPr txBox="1"/>
          <p:nvPr/>
        </p:nvSpPr>
        <p:spPr>
          <a:xfrm>
            <a:off x="5504688" y="3657600"/>
            <a:ext cx="219456" cy="219456"/>
          </a:xfrm>
          <a:prstGeom prst="rect">
            <a:avLst/>
          </a:prstGeom>
          <a:noFill/>
        </p:spPr>
        <p:txBody>
          <a:bodyPr wrap="square" lIns="0" rIns="0" tIns="0" bIns="0" anchor="ctr">
            <a:spAutoFit/>
          </a:bodyPr>
          <a:lstStyle/>
          <a:p>
            <a:pPr algn="ctr">
              <a:spcAft>
                <a:spcPts val="0"/>
              </a:spcAft>
            </a:pPr>
            <a:r>
              <a:rPr sz="900" b="1" i="0">
                <a:solidFill>
                  <a:srgbClr val="1B3A6B"/>
                </a:solidFill>
                <a:latin typeface="Calibri"/>
              </a:rPr>
              <a:t>2</a:t>
            </a:r>
          </a:p>
        </p:txBody>
      </p:sp>
      <p:sp>
        <p:nvSpPr>
          <p:cNvPr id="30" name="TextBox 29"/>
          <p:cNvSpPr txBox="1"/>
          <p:nvPr/>
        </p:nvSpPr>
        <p:spPr>
          <a:xfrm>
            <a:off x="5833872" y="3611880"/>
            <a:ext cx="2834640" cy="365760"/>
          </a:xfrm>
          <a:prstGeom prst="rect">
            <a:avLst/>
          </a:prstGeom>
          <a:noFill/>
        </p:spPr>
        <p:txBody>
          <a:bodyPr wrap="square" lIns="0" rIns="0" tIns="0" bIns="0" anchor="ctr">
            <a:spAutoFit/>
          </a:bodyPr>
          <a:lstStyle/>
          <a:p>
            <a:pPr algn="l">
              <a:spcAft>
                <a:spcPts val="0"/>
              </a:spcAft>
            </a:pPr>
            <a:r>
              <a:rPr sz="750" b="0" i="0">
                <a:solidFill>
                  <a:srgbClr val="FFFFFF"/>
                </a:solidFill>
                <a:latin typeface="Calibri"/>
              </a:rPr>
              <a:t>Con el operador de red, permitir excedentes en los Deye con recorte alto (hoy exportan ≈ 0).</a:t>
            </a:r>
          </a:p>
        </p:txBody>
      </p:sp>
      <p:sp>
        <p:nvSpPr>
          <p:cNvPr id="31" name="Oval 30"/>
          <p:cNvSpPr/>
          <p:nvPr/>
        </p:nvSpPr>
        <p:spPr>
          <a:xfrm>
            <a:off x="5504688" y="4087368"/>
            <a:ext cx="219456" cy="219456"/>
          </a:xfrm>
          <a:prstGeom prst="ellipse">
            <a:avLst/>
          </a:prstGeom>
          <a:solidFill>
            <a:srgbClr val="F5A623"/>
          </a:solidFill>
          <a:ln>
            <a:noFill/>
          </a:ln>
        </p:spPr>
        <p:txBody>
          <a:bodyPr rtlCol="0" anchor="ctr"/>
          <a:lstStyle/>
          <a:p>
            <a:pPr algn="ctr"/>
          </a:p>
        </p:txBody>
      </p:sp>
      <p:sp>
        <p:nvSpPr>
          <p:cNvPr id="32" name="TextBox 31"/>
          <p:cNvSpPr txBox="1"/>
          <p:nvPr/>
        </p:nvSpPr>
        <p:spPr>
          <a:xfrm>
            <a:off x="5504688" y="4087368"/>
            <a:ext cx="219456" cy="219456"/>
          </a:xfrm>
          <a:prstGeom prst="rect">
            <a:avLst/>
          </a:prstGeom>
          <a:noFill/>
        </p:spPr>
        <p:txBody>
          <a:bodyPr wrap="square" lIns="0" rIns="0" tIns="0" bIns="0" anchor="ctr">
            <a:spAutoFit/>
          </a:bodyPr>
          <a:lstStyle/>
          <a:p>
            <a:pPr algn="ctr">
              <a:spcAft>
                <a:spcPts val="0"/>
              </a:spcAft>
            </a:pPr>
            <a:r>
              <a:rPr sz="900" b="1" i="0">
                <a:solidFill>
                  <a:srgbClr val="1B3A6B"/>
                </a:solidFill>
                <a:latin typeface="Calibri"/>
              </a:rPr>
              <a:t>3</a:t>
            </a:r>
          </a:p>
        </p:txBody>
      </p:sp>
      <p:sp>
        <p:nvSpPr>
          <p:cNvPr id="33" name="TextBox 32"/>
          <p:cNvSpPr txBox="1"/>
          <p:nvPr/>
        </p:nvSpPr>
        <p:spPr>
          <a:xfrm>
            <a:off x="5833872" y="4041648"/>
            <a:ext cx="2834640" cy="365760"/>
          </a:xfrm>
          <a:prstGeom prst="rect">
            <a:avLst/>
          </a:prstGeom>
          <a:noFill/>
        </p:spPr>
        <p:txBody>
          <a:bodyPr wrap="square" lIns="0" rIns="0" tIns="0" bIns="0" anchor="ctr">
            <a:spAutoFit/>
          </a:bodyPr>
          <a:lstStyle/>
          <a:p>
            <a:pPr algn="l">
              <a:spcAft>
                <a:spcPts val="0"/>
              </a:spcAft>
            </a:pPr>
            <a:r>
              <a:rPr sz="750" b="0" i="0">
                <a:solidFill>
                  <a:srgbClr val="FFFFFF"/>
                </a:solidFill>
                <a:latin typeface="Calibri"/>
              </a:rPr>
              <a:t>Comparar la configuración de los Deye (modo de trabajo, límites de carga y exportación) con la de Livoltek de igual kit.</a:t>
            </a:r>
          </a:p>
        </p:txBody>
      </p:sp>
      <p:sp>
        <p:nvSpPr>
          <p:cNvPr id="34" name="TextBox 33"/>
          <p:cNvSpPr txBox="1"/>
          <p:nvPr/>
        </p:nvSpPr>
        <p:spPr>
          <a:xfrm>
            <a:off x="411480" y="4617720"/>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Curtailment horario = suma de los 38 sistemas en cada hora local. En naranja, la ventana 11:00 - 16:00. Las acciones son hipótesis a validar con cliente y operador de 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IMPACTO EN EL YIELD</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Sin curtailment el yield de la flota subiría 20%, de 1.081 a 1.297 kWh/kWp/año, y las 10 casas bajo la meta la superarían</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11</a:t>
            </a:r>
          </a:p>
        </p:txBody>
      </p:sp>
      <p:sp>
        <p:nvSpPr>
          <p:cNvPr id="8" name="Rectangle 7"/>
          <p:cNvSpPr/>
          <p:nvPr/>
        </p:nvSpPr>
        <p:spPr>
          <a:xfrm>
            <a:off x="411480" y="1143000"/>
            <a:ext cx="2697480" cy="658368"/>
          </a:xfrm>
          <a:prstGeom prst="rect">
            <a:avLst/>
          </a:prstGeom>
          <a:solidFill>
            <a:srgbClr val="FFFFFF"/>
          </a:solidFill>
          <a:ln w="10160">
            <a:solidFill>
              <a:srgbClr val="E3E7EA"/>
            </a:solidFill>
          </a:ln>
        </p:spPr>
        <p:txBody>
          <a:bodyPr rtlCol="0" anchor="ctr"/>
          <a:lstStyle/>
          <a:p>
            <a:pPr algn="ctr"/>
          </a:p>
        </p:txBody>
      </p:sp>
      <p:sp>
        <p:nvSpPr>
          <p:cNvPr id="9" name="Rectangle 8"/>
          <p:cNvSpPr/>
          <p:nvPr/>
        </p:nvSpPr>
        <p:spPr>
          <a:xfrm>
            <a:off x="411480" y="1143000"/>
            <a:ext cx="54864" cy="658368"/>
          </a:xfrm>
          <a:prstGeom prst="rect">
            <a:avLst/>
          </a:prstGeom>
          <a:solidFill>
            <a:srgbClr val="1F6F78"/>
          </a:solidFill>
          <a:ln>
            <a:noFill/>
          </a:ln>
        </p:spPr>
        <p:txBody>
          <a:bodyPr rtlCol="0" anchor="ctr"/>
          <a:lstStyle/>
          <a:p>
            <a:pPr algn="ctr"/>
          </a:p>
        </p:txBody>
      </p:sp>
      <p:sp>
        <p:nvSpPr>
          <p:cNvPr id="10" name="TextBox 9"/>
          <p:cNvSpPr txBox="1"/>
          <p:nvPr/>
        </p:nvSpPr>
        <p:spPr>
          <a:xfrm>
            <a:off x="557784" y="1179576"/>
            <a:ext cx="2496312" cy="338328"/>
          </a:xfrm>
          <a:prstGeom prst="rect">
            <a:avLst/>
          </a:prstGeom>
          <a:noFill/>
        </p:spPr>
        <p:txBody>
          <a:bodyPr wrap="square" lIns="0" rIns="0" tIns="0" bIns="0" anchor="ctr">
            <a:spAutoFit/>
          </a:bodyPr>
          <a:lstStyle/>
          <a:p>
            <a:pPr algn="l">
              <a:spcAft>
                <a:spcPts val="0"/>
              </a:spcAft>
            </a:pPr>
            <a:r>
              <a:rPr sz="1700" b="1" i="0">
                <a:solidFill>
                  <a:srgbClr val="1F6F78"/>
                </a:solidFill>
                <a:latin typeface="Calibri"/>
              </a:rPr>
              <a:t>1.081 → 1.297</a:t>
            </a:r>
          </a:p>
        </p:txBody>
      </p:sp>
      <p:sp>
        <p:nvSpPr>
          <p:cNvPr id="11" name="TextBox 10"/>
          <p:cNvSpPr txBox="1"/>
          <p:nvPr/>
        </p:nvSpPr>
        <p:spPr>
          <a:xfrm>
            <a:off x="557784" y="1499616"/>
            <a:ext cx="2496312"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yield de la flota: real vs sin curtailment</a:t>
            </a:r>
          </a:p>
        </p:txBody>
      </p:sp>
      <p:sp>
        <p:nvSpPr>
          <p:cNvPr id="12" name="TextBox 11"/>
          <p:cNvSpPr txBox="1"/>
          <p:nvPr/>
        </p:nvSpPr>
        <p:spPr>
          <a:xfrm>
            <a:off x="557784" y="1627632"/>
            <a:ext cx="2496312"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kWh/kWp/año; +20% si no hubiera recorte</a:t>
            </a:r>
          </a:p>
        </p:txBody>
      </p:sp>
      <p:sp>
        <p:nvSpPr>
          <p:cNvPr id="13" name="Rectangle 12"/>
          <p:cNvSpPr/>
          <p:nvPr/>
        </p:nvSpPr>
        <p:spPr>
          <a:xfrm>
            <a:off x="3223260" y="1143000"/>
            <a:ext cx="2697480" cy="658368"/>
          </a:xfrm>
          <a:prstGeom prst="rect">
            <a:avLst/>
          </a:prstGeom>
          <a:solidFill>
            <a:srgbClr val="FFFFFF"/>
          </a:solidFill>
          <a:ln w="10160">
            <a:solidFill>
              <a:srgbClr val="E3E7EA"/>
            </a:solidFill>
          </a:ln>
        </p:spPr>
        <p:txBody>
          <a:bodyPr rtlCol="0" anchor="ctr"/>
          <a:lstStyle/>
          <a:p>
            <a:pPr algn="ctr"/>
          </a:p>
        </p:txBody>
      </p:sp>
      <p:sp>
        <p:nvSpPr>
          <p:cNvPr id="14" name="Rectangle 13"/>
          <p:cNvSpPr/>
          <p:nvPr/>
        </p:nvSpPr>
        <p:spPr>
          <a:xfrm>
            <a:off x="3223260" y="1143000"/>
            <a:ext cx="54864" cy="658368"/>
          </a:xfrm>
          <a:prstGeom prst="rect">
            <a:avLst/>
          </a:prstGeom>
          <a:solidFill>
            <a:srgbClr val="1E8449"/>
          </a:solidFill>
          <a:ln>
            <a:noFill/>
          </a:ln>
        </p:spPr>
        <p:txBody>
          <a:bodyPr rtlCol="0" anchor="ctr"/>
          <a:lstStyle/>
          <a:p>
            <a:pPr algn="ctr"/>
          </a:p>
        </p:txBody>
      </p:sp>
      <p:sp>
        <p:nvSpPr>
          <p:cNvPr id="15" name="TextBox 14"/>
          <p:cNvSpPr txBox="1"/>
          <p:nvPr/>
        </p:nvSpPr>
        <p:spPr>
          <a:xfrm>
            <a:off x="3369564" y="1179576"/>
            <a:ext cx="2496312" cy="338328"/>
          </a:xfrm>
          <a:prstGeom prst="rect">
            <a:avLst/>
          </a:prstGeom>
          <a:noFill/>
        </p:spPr>
        <p:txBody>
          <a:bodyPr wrap="square" lIns="0" rIns="0" tIns="0" bIns="0" anchor="ctr">
            <a:spAutoFit/>
          </a:bodyPr>
          <a:lstStyle/>
          <a:p>
            <a:pPr algn="l">
              <a:spcAft>
                <a:spcPts val="0"/>
              </a:spcAft>
            </a:pPr>
            <a:r>
              <a:rPr sz="1700" b="1" i="0">
                <a:solidFill>
                  <a:srgbClr val="1E8449"/>
                </a:solidFill>
                <a:latin typeface="Calibri"/>
              </a:rPr>
              <a:t>5 → 23 de 38</a:t>
            </a:r>
          </a:p>
        </p:txBody>
      </p:sp>
      <p:sp>
        <p:nvSpPr>
          <p:cNvPr id="16" name="TextBox 15"/>
          <p:cNvSpPr txBox="1"/>
          <p:nvPr/>
        </p:nvSpPr>
        <p:spPr>
          <a:xfrm>
            <a:off x="3369564" y="1499616"/>
            <a:ext cx="2496312"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sistemas con yield ≥ diseño</a:t>
            </a:r>
          </a:p>
        </p:txBody>
      </p:sp>
      <p:sp>
        <p:nvSpPr>
          <p:cNvPr id="17" name="TextBox 16"/>
          <p:cNvSpPr txBox="1"/>
          <p:nvPr/>
        </p:nvSpPr>
        <p:spPr>
          <a:xfrm>
            <a:off x="3369564" y="1627632"/>
            <a:ext cx="2496312"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real frente a sin curtailment</a:t>
            </a:r>
          </a:p>
        </p:txBody>
      </p:sp>
      <p:sp>
        <p:nvSpPr>
          <p:cNvPr id="18" name="Rectangle 17"/>
          <p:cNvSpPr/>
          <p:nvPr/>
        </p:nvSpPr>
        <p:spPr>
          <a:xfrm>
            <a:off x="6035040" y="1143000"/>
            <a:ext cx="2697480" cy="658368"/>
          </a:xfrm>
          <a:prstGeom prst="rect">
            <a:avLst/>
          </a:prstGeom>
          <a:solidFill>
            <a:srgbClr val="FFFFFF"/>
          </a:solidFill>
          <a:ln w="10160">
            <a:solidFill>
              <a:srgbClr val="E3E7EA"/>
            </a:solidFill>
          </a:ln>
        </p:spPr>
        <p:txBody>
          <a:bodyPr rtlCol="0" anchor="ctr"/>
          <a:lstStyle/>
          <a:p>
            <a:pPr algn="ctr"/>
          </a:p>
        </p:txBody>
      </p:sp>
      <p:sp>
        <p:nvSpPr>
          <p:cNvPr id="19" name="Rectangle 18"/>
          <p:cNvSpPr/>
          <p:nvPr/>
        </p:nvSpPr>
        <p:spPr>
          <a:xfrm>
            <a:off x="6035040" y="1143000"/>
            <a:ext cx="54864" cy="658368"/>
          </a:xfrm>
          <a:prstGeom prst="rect">
            <a:avLst/>
          </a:prstGeom>
          <a:solidFill>
            <a:srgbClr val="E63946"/>
          </a:solidFill>
          <a:ln>
            <a:noFill/>
          </a:ln>
        </p:spPr>
        <p:txBody>
          <a:bodyPr rtlCol="0" anchor="ctr"/>
          <a:lstStyle/>
          <a:p>
            <a:pPr algn="ctr"/>
          </a:p>
        </p:txBody>
      </p:sp>
      <p:sp>
        <p:nvSpPr>
          <p:cNvPr id="20" name="TextBox 19"/>
          <p:cNvSpPr txBox="1"/>
          <p:nvPr/>
        </p:nvSpPr>
        <p:spPr>
          <a:xfrm>
            <a:off x="6181344" y="1179576"/>
            <a:ext cx="2496312" cy="338328"/>
          </a:xfrm>
          <a:prstGeom prst="rect">
            <a:avLst/>
          </a:prstGeom>
          <a:noFill/>
        </p:spPr>
        <p:txBody>
          <a:bodyPr wrap="square" lIns="0" rIns="0" tIns="0" bIns="0" anchor="ctr">
            <a:spAutoFit/>
          </a:bodyPr>
          <a:lstStyle/>
          <a:p>
            <a:pPr algn="l">
              <a:spcAft>
                <a:spcPts val="0"/>
              </a:spcAft>
            </a:pPr>
            <a:r>
              <a:rPr sz="1700" b="1" i="0">
                <a:solidFill>
                  <a:srgbClr val="E63946"/>
                </a:solidFill>
                <a:latin typeface="Calibri"/>
              </a:rPr>
              <a:t>r = -0,73</a:t>
            </a:r>
          </a:p>
        </p:txBody>
      </p:sp>
      <p:sp>
        <p:nvSpPr>
          <p:cNvPr id="21" name="TextBox 20"/>
          <p:cNvSpPr txBox="1"/>
          <p:nvPr/>
        </p:nvSpPr>
        <p:spPr>
          <a:xfrm>
            <a:off x="6181344" y="1499616"/>
            <a:ext cx="2496312"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yield real vs % de curtailment</a:t>
            </a:r>
          </a:p>
        </p:txBody>
      </p:sp>
      <p:sp>
        <p:nvSpPr>
          <p:cNvPr id="22" name="TextBox 21"/>
          <p:cNvSpPr txBox="1"/>
          <p:nvPr/>
        </p:nvSpPr>
        <p:spPr>
          <a:xfrm>
            <a:off x="6181344" y="1627632"/>
            <a:ext cx="2496312"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a mayor recorte, menor yield real del sistema</a:t>
            </a:r>
          </a:p>
        </p:txBody>
      </p:sp>
      <p:sp>
        <p:nvSpPr>
          <p:cNvPr id="23" name="Rectangle 22"/>
          <p:cNvSpPr/>
          <p:nvPr/>
        </p:nvSpPr>
        <p:spPr>
          <a:xfrm>
            <a:off x="411480" y="1920240"/>
            <a:ext cx="4206240" cy="2606040"/>
          </a:xfrm>
          <a:prstGeom prst="rect">
            <a:avLst/>
          </a:prstGeom>
          <a:solidFill>
            <a:srgbClr val="FFFFFF"/>
          </a:solidFill>
          <a:ln w="10160">
            <a:solidFill>
              <a:srgbClr val="E3E7EA"/>
            </a:solidFill>
          </a:ln>
        </p:spPr>
        <p:txBody>
          <a:bodyPr rtlCol="0" anchor="ctr"/>
          <a:lstStyle/>
          <a:p>
            <a:pPr algn="ctr"/>
          </a:p>
        </p:txBody>
      </p:sp>
      <p:sp>
        <p:nvSpPr>
          <p:cNvPr id="24" name="TextBox 23"/>
          <p:cNvSpPr txBox="1"/>
          <p:nvPr/>
        </p:nvSpPr>
        <p:spPr>
          <a:xfrm>
            <a:off x="548640" y="1975104"/>
            <a:ext cx="3931920"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Yield real vs curtailment, por sistema</a:t>
            </a:r>
          </a:p>
        </p:txBody>
      </p:sp>
      <p:graphicFrame>
        <p:nvGraphicFramePr>
          <p:cNvPr id="25" name="Chart 24"/>
          <p:cNvGraphicFramePr>
            <a:graphicFrameLocks noGrp="1"/>
          </p:cNvGraphicFramePr>
          <p:nvPr/>
        </p:nvGraphicFramePr>
        <p:xfrm>
          <a:off x="457200" y="2194560"/>
          <a:ext cx="4114800" cy="2286000"/>
        </p:xfrm>
        <a:graphic>
          <a:graphicData uri="http://schemas.openxmlformats.org/drawingml/2006/chart">
            <c:chart xmlns:c="http://schemas.openxmlformats.org/drawingml/2006/chart" r:id="rId3"/>
          </a:graphicData>
        </a:graphic>
      </p:graphicFrame>
      <p:sp>
        <p:nvSpPr>
          <p:cNvPr id="26" name="Rectangle 25"/>
          <p:cNvSpPr/>
          <p:nvPr/>
        </p:nvSpPr>
        <p:spPr>
          <a:xfrm>
            <a:off x="4754880" y="1920240"/>
            <a:ext cx="3977639" cy="2606040"/>
          </a:xfrm>
          <a:prstGeom prst="rect">
            <a:avLst/>
          </a:prstGeom>
          <a:solidFill>
            <a:srgbClr val="FFFFFF"/>
          </a:solidFill>
          <a:ln w="10160">
            <a:solidFill>
              <a:srgbClr val="E3E7EA"/>
            </a:solidFill>
          </a:ln>
        </p:spPr>
        <p:txBody>
          <a:bodyPr rtlCol="0" anchor="ctr"/>
          <a:lstStyle/>
          <a:p>
            <a:pPr algn="ctr"/>
          </a:p>
        </p:txBody>
      </p:sp>
      <p:sp>
        <p:nvSpPr>
          <p:cNvPr id="27" name="TextBox 26"/>
          <p:cNvSpPr txBox="1"/>
          <p:nvPr/>
        </p:nvSpPr>
        <p:spPr>
          <a:xfrm>
            <a:off x="4892040" y="1975104"/>
            <a:ext cx="3749039"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Yield por conjunto (kWh/kWp/año)</a:t>
            </a:r>
          </a:p>
        </p:txBody>
      </p:sp>
      <p:graphicFrame>
        <p:nvGraphicFramePr>
          <p:cNvPr id="28" name="Chart 27"/>
          <p:cNvGraphicFramePr>
            <a:graphicFrameLocks noGrp="1"/>
          </p:cNvGraphicFramePr>
          <p:nvPr/>
        </p:nvGraphicFramePr>
        <p:xfrm>
          <a:off x="4800600" y="2194560"/>
          <a:ext cx="3886200" cy="2286000"/>
        </p:xfrm>
        <a:graphic>
          <a:graphicData uri="http://schemas.openxmlformats.org/drawingml/2006/chart">
            <c:chart xmlns:c="http://schemas.openxmlformats.org/drawingml/2006/chart" r:id="rId4"/>
          </a:graphicData>
        </a:graphic>
      </p:graphicFrame>
      <p:sp>
        <p:nvSpPr>
          <p:cNvPr id="29" name="TextBox 28"/>
          <p:cNvSpPr txBox="1"/>
          <p:nvPr/>
        </p:nvSpPr>
        <p:spPr>
          <a:xfrm>
            <a:off x="411480" y="4617720"/>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Yield sin curtailment = (generación + curtailment) × 365 / 30 / kWp: estimación que supone aprovechable toda la energía recortada. Anualizado desde septiembre, igual que el resto del reporte.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INIC 4</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La batería sostuvo 94,8% del tiempo sin red: cumple la meta de 90%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12</a:t>
            </a:r>
          </a:p>
        </p:txBody>
      </p:sp>
      <p:sp>
        <p:nvSpPr>
          <p:cNvPr id="8" name="Rectangle 7"/>
          <p:cNvSpPr/>
          <p:nvPr/>
        </p:nvSpPr>
        <p:spPr>
          <a:xfrm>
            <a:off x="411480" y="1188720"/>
            <a:ext cx="4114800" cy="1691640"/>
          </a:xfrm>
          <a:prstGeom prst="rect">
            <a:avLst/>
          </a:prstGeom>
          <a:solidFill>
            <a:srgbClr val="FFFFFF"/>
          </a:solidFill>
          <a:ln w="10160">
            <a:solidFill>
              <a:srgbClr val="E3E7EA"/>
            </a:solidFill>
          </a:ln>
        </p:spPr>
        <p:txBody>
          <a:bodyPr rtlCol="0" anchor="ctr"/>
          <a:lstStyle/>
          <a:p>
            <a:pPr algn="ctr"/>
            <a:endParaRPr/>
          </a:p>
        </p:txBody>
      </p:sp>
      <p:pic>
        <p:nvPicPr>
          <p:cNvPr id="9" name="Picture 8" descr="soled.gif"/>
          <p:cNvPicPr>
            <a:picLocks noChangeAspect="1"/>
          </p:cNvPicPr>
          <p:nvPr/>
        </p:nvPicPr>
        <p:blipFill>
          <a:blip r:embed="rId3"/>
          <a:stretch>
            <a:fillRect/>
          </a:stretch>
        </p:blipFill>
        <p:spPr>
          <a:xfrm>
            <a:off x="1078992" y="1207008"/>
            <a:ext cx="2743200" cy="1682496"/>
          </a:xfrm>
          <a:prstGeom prst="rect">
            <a:avLst/>
          </a:prstGeom>
        </p:spPr>
      </p:pic>
      <p:sp>
        <p:nvSpPr>
          <p:cNvPr id="10" name="Rounded Rectangle 9"/>
          <p:cNvSpPr/>
          <p:nvPr/>
        </p:nvSpPr>
        <p:spPr>
          <a:xfrm>
            <a:off x="502920" y="1261872"/>
            <a:ext cx="1737360" cy="219456"/>
          </a:xfrm>
          <a:prstGeom prst="roundRect">
            <a:avLst/>
          </a:prstGeom>
          <a:solidFill>
            <a:srgbClr val="1B3A6B"/>
          </a:solidFill>
          <a:ln w="12700">
            <a:solidFill>
              <a:srgbClr val="1B3A6B"/>
            </a:solidFill>
          </a:ln>
        </p:spPr>
        <p:txBody>
          <a:bodyPr rtlCol="0" anchor="ctr"/>
          <a:lstStyle/>
          <a:p>
            <a:pPr algn="ctr"/>
            <a:endParaRPr/>
          </a:p>
        </p:txBody>
      </p:sp>
      <p:sp>
        <p:nvSpPr>
          <p:cNvPr id="11" name="TextBox 10"/>
          <p:cNvSpPr txBox="1"/>
          <p:nvPr/>
        </p:nvSpPr>
        <p:spPr>
          <a:xfrm>
            <a:off x="502920" y="1261872"/>
            <a:ext cx="1737360" cy="219456"/>
          </a:xfrm>
          <a:prstGeom prst="rect">
            <a:avLst/>
          </a:prstGeom>
          <a:noFill/>
        </p:spPr>
        <p:txBody>
          <a:bodyPr wrap="square" lIns="0" tIns="0" rIns="0" bIns="0" anchor="ctr">
            <a:spAutoFit/>
          </a:bodyPr>
          <a:lstStyle/>
          <a:p>
            <a:pPr algn="ctr">
              <a:spcAft>
                <a:spcPts val="0"/>
              </a:spcAft>
            </a:pPr>
            <a:r>
              <a:rPr sz="700" b="1" i="0">
                <a:solidFill>
                  <a:srgbClr val="FFFFFF"/>
                </a:solidFill>
                <a:latin typeface="Calibri"/>
              </a:rPr>
              <a:t>FLUJO DE ENERGÍA</a:t>
            </a:r>
          </a:p>
        </p:txBody>
      </p:sp>
      <p:sp>
        <p:nvSpPr>
          <p:cNvPr id="12" name="Rectangle 11"/>
          <p:cNvSpPr/>
          <p:nvPr/>
        </p:nvSpPr>
        <p:spPr>
          <a:xfrm>
            <a:off x="411480" y="2971800"/>
            <a:ext cx="1325880" cy="914400"/>
          </a:xfrm>
          <a:prstGeom prst="rect">
            <a:avLst/>
          </a:prstGeom>
          <a:solidFill>
            <a:srgbClr val="FFFFFF"/>
          </a:solidFill>
          <a:ln w="10160">
            <a:solidFill>
              <a:srgbClr val="E3E7EA"/>
            </a:solidFill>
          </a:ln>
        </p:spPr>
        <p:txBody>
          <a:bodyPr rtlCol="0" anchor="ctr"/>
          <a:lstStyle/>
          <a:p>
            <a:pPr algn="ctr"/>
            <a:endParaRPr/>
          </a:p>
        </p:txBody>
      </p:sp>
      <p:sp>
        <p:nvSpPr>
          <p:cNvPr id="13" name="Rectangle 12"/>
          <p:cNvSpPr/>
          <p:nvPr/>
        </p:nvSpPr>
        <p:spPr>
          <a:xfrm>
            <a:off x="411480" y="2971800"/>
            <a:ext cx="54864" cy="914400"/>
          </a:xfrm>
          <a:prstGeom prst="rect">
            <a:avLst/>
          </a:prstGeom>
          <a:solidFill>
            <a:srgbClr val="1B3A6B"/>
          </a:solidFill>
          <a:ln w="12700">
            <a:solidFill>
              <a:srgbClr val="1B3A6B"/>
            </a:solidFill>
          </a:ln>
        </p:spPr>
        <p:txBody>
          <a:bodyPr rtlCol="0" anchor="ctr"/>
          <a:lstStyle/>
          <a:p>
            <a:pPr algn="ctr"/>
            <a:endParaRPr/>
          </a:p>
        </p:txBody>
      </p:sp>
      <p:sp>
        <p:nvSpPr>
          <p:cNvPr id="14" name="TextBox 13"/>
          <p:cNvSpPr txBox="1"/>
          <p:nvPr/>
        </p:nvSpPr>
        <p:spPr>
          <a:xfrm>
            <a:off x="557784" y="3008376"/>
            <a:ext cx="1124712" cy="475488"/>
          </a:xfrm>
          <a:prstGeom prst="rect">
            <a:avLst/>
          </a:prstGeom>
          <a:noFill/>
        </p:spPr>
        <p:txBody>
          <a:bodyPr wrap="square" lIns="0" tIns="0" rIns="0" bIns="0" anchor="ctr">
            <a:spAutoFit/>
          </a:bodyPr>
          <a:lstStyle/>
          <a:p>
            <a:pPr algn="l">
              <a:spcAft>
                <a:spcPts val="0"/>
              </a:spcAft>
            </a:pPr>
            <a:r>
              <a:rPr sz="1800" b="1" i="0">
                <a:solidFill>
                  <a:srgbClr val="1B3A6B"/>
                </a:solidFill>
                <a:latin typeface="Calibri"/>
              </a:rPr>
              <a:t>106,7 h</a:t>
            </a:r>
          </a:p>
        </p:txBody>
      </p:sp>
      <p:sp>
        <p:nvSpPr>
          <p:cNvPr id="15" name="TextBox 14"/>
          <p:cNvSpPr txBox="1"/>
          <p:nvPr/>
        </p:nvSpPr>
        <p:spPr>
          <a:xfrm>
            <a:off x="557784" y="3465576"/>
            <a:ext cx="112471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sin red (sistema-horas)</a:t>
            </a:r>
          </a:p>
        </p:txBody>
      </p:sp>
      <p:sp>
        <p:nvSpPr>
          <p:cNvPr id="16" name="Rectangle 15"/>
          <p:cNvSpPr/>
          <p:nvPr/>
        </p:nvSpPr>
        <p:spPr>
          <a:xfrm>
            <a:off x="1810512" y="2971800"/>
            <a:ext cx="1325880" cy="914400"/>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1810512" y="2971800"/>
            <a:ext cx="54864" cy="914400"/>
          </a:xfrm>
          <a:prstGeom prst="rect">
            <a:avLst/>
          </a:prstGeom>
          <a:solidFill>
            <a:srgbClr val="1E8449"/>
          </a:solidFill>
          <a:ln w="12700">
            <a:solidFill>
              <a:srgbClr val="1E8449"/>
            </a:solidFill>
          </a:ln>
        </p:spPr>
        <p:txBody>
          <a:bodyPr rtlCol="0" anchor="ctr"/>
          <a:lstStyle/>
          <a:p>
            <a:pPr algn="ctr"/>
            <a:endParaRPr/>
          </a:p>
        </p:txBody>
      </p:sp>
      <p:sp>
        <p:nvSpPr>
          <p:cNvPr id="18" name="TextBox 17"/>
          <p:cNvSpPr txBox="1"/>
          <p:nvPr/>
        </p:nvSpPr>
        <p:spPr>
          <a:xfrm>
            <a:off x="1956816" y="3008376"/>
            <a:ext cx="1124712" cy="475488"/>
          </a:xfrm>
          <a:prstGeom prst="rect">
            <a:avLst/>
          </a:prstGeom>
          <a:noFill/>
        </p:spPr>
        <p:txBody>
          <a:bodyPr wrap="square" lIns="0" tIns="0" rIns="0" bIns="0" anchor="ctr">
            <a:spAutoFit/>
          </a:bodyPr>
          <a:lstStyle/>
          <a:p>
            <a:pPr algn="l">
              <a:spcAft>
                <a:spcPts val="0"/>
              </a:spcAft>
            </a:pPr>
            <a:r>
              <a:rPr sz="1800" b="1" i="0">
                <a:solidFill>
                  <a:srgbClr val="1E8449"/>
                </a:solidFill>
                <a:latin typeface="Calibri"/>
              </a:rPr>
              <a:t>101,1 h</a:t>
            </a:r>
          </a:p>
        </p:txBody>
      </p:sp>
      <p:sp>
        <p:nvSpPr>
          <p:cNvPr id="19" name="TextBox 18"/>
          <p:cNvSpPr txBox="1"/>
          <p:nvPr/>
        </p:nvSpPr>
        <p:spPr>
          <a:xfrm>
            <a:off x="1956816" y="3465576"/>
            <a:ext cx="112471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respaldadas por la batería</a:t>
            </a:r>
          </a:p>
        </p:txBody>
      </p:sp>
      <p:sp>
        <p:nvSpPr>
          <p:cNvPr id="20" name="Rectangle 19"/>
          <p:cNvSpPr/>
          <p:nvPr/>
        </p:nvSpPr>
        <p:spPr>
          <a:xfrm>
            <a:off x="3209544" y="2971800"/>
            <a:ext cx="1325880" cy="914400"/>
          </a:xfrm>
          <a:prstGeom prst="rect">
            <a:avLst/>
          </a:prstGeom>
          <a:solidFill>
            <a:srgbClr val="FFFFFF"/>
          </a:solidFill>
          <a:ln w="10160">
            <a:solidFill>
              <a:srgbClr val="E3E7EA"/>
            </a:solidFill>
          </a:ln>
        </p:spPr>
        <p:txBody>
          <a:bodyPr rtlCol="0" anchor="ctr"/>
          <a:lstStyle/>
          <a:p>
            <a:pPr algn="ctr"/>
            <a:endParaRPr/>
          </a:p>
        </p:txBody>
      </p:sp>
      <p:sp>
        <p:nvSpPr>
          <p:cNvPr id="21" name="Rectangle 20"/>
          <p:cNvSpPr/>
          <p:nvPr/>
        </p:nvSpPr>
        <p:spPr>
          <a:xfrm>
            <a:off x="3209544" y="2971800"/>
            <a:ext cx="54864" cy="914400"/>
          </a:xfrm>
          <a:prstGeom prst="rect">
            <a:avLst/>
          </a:prstGeom>
          <a:solidFill>
            <a:srgbClr val="CA6F1E"/>
          </a:solidFill>
          <a:ln w="12700">
            <a:solidFill>
              <a:srgbClr val="CA6F1E"/>
            </a:solidFill>
          </a:ln>
        </p:spPr>
        <p:txBody>
          <a:bodyPr rtlCol="0" anchor="ctr"/>
          <a:lstStyle/>
          <a:p>
            <a:pPr algn="ctr"/>
            <a:endParaRPr/>
          </a:p>
        </p:txBody>
      </p:sp>
      <p:sp>
        <p:nvSpPr>
          <p:cNvPr id="22" name="TextBox 21"/>
          <p:cNvSpPr txBox="1"/>
          <p:nvPr/>
        </p:nvSpPr>
        <p:spPr>
          <a:xfrm>
            <a:off x="3355848" y="3008376"/>
            <a:ext cx="1124712" cy="475488"/>
          </a:xfrm>
          <a:prstGeom prst="rect">
            <a:avLst/>
          </a:prstGeom>
          <a:noFill/>
        </p:spPr>
        <p:txBody>
          <a:bodyPr wrap="square" lIns="0" tIns="0" rIns="0" bIns="0" anchor="ctr">
            <a:spAutoFit/>
          </a:bodyPr>
          <a:lstStyle/>
          <a:p>
            <a:pPr algn="l">
              <a:spcAft>
                <a:spcPts val="0"/>
              </a:spcAft>
            </a:pPr>
            <a:r>
              <a:rPr sz="1800" b="1" i="0">
                <a:solidFill>
                  <a:srgbClr val="CA6F1E"/>
                </a:solidFill>
                <a:latin typeface="Calibri"/>
              </a:rPr>
              <a:t>5,5 h</a:t>
            </a:r>
          </a:p>
        </p:txBody>
      </p:sp>
      <p:sp>
        <p:nvSpPr>
          <p:cNvPr id="23" name="TextBox 22"/>
          <p:cNvSpPr txBox="1"/>
          <p:nvPr/>
        </p:nvSpPr>
        <p:spPr>
          <a:xfrm>
            <a:off x="3355848" y="3465576"/>
            <a:ext cx="112471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sin respaldo</a:t>
            </a:r>
          </a:p>
        </p:txBody>
      </p:sp>
      <p:sp>
        <p:nvSpPr>
          <p:cNvPr id="24" name="TextBox 23"/>
          <p:cNvSpPr txBox="1"/>
          <p:nvPr/>
        </p:nvSpPr>
        <p:spPr>
          <a:xfrm>
            <a:off x="4800600" y="1188720"/>
            <a:ext cx="3931920" cy="640080"/>
          </a:xfrm>
          <a:prstGeom prst="rect">
            <a:avLst/>
          </a:prstGeom>
          <a:noFill/>
        </p:spPr>
        <p:txBody>
          <a:bodyPr wrap="square" lIns="0" tIns="0" rIns="0" bIns="0" anchor="ctr">
            <a:spAutoFit/>
          </a:bodyPr>
          <a:lstStyle/>
          <a:p>
            <a:pPr algn="l">
              <a:spcAft>
                <a:spcPts val="0"/>
              </a:spcAft>
            </a:pPr>
            <a:r>
              <a:rPr sz="4400" b="1" i="0">
                <a:solidFill>
                  <a:srgbClr val="1E8449"/>
                </a:solidFill>
                <a:latin typeface="Calibri"/>
              </a:rPr>
              <a:t>94,8%</a:t>
            </a:r>
          </a:p>
        </p:txBody>
      </p:sp>
      <p:sp>
        <p:nvSpPr>
          <p:cNvPr id="25" name="Rounded Rectangle 24"/>
          <p:cNvSpPr/>
          <p:nvPr/>
        </p:nvSpPr>
        <p:spPr>
          <a:xfrm>
            <a:off x="6995160" y="1371600"/>
            <a:ext cx="1737360" cy="274320"/>
          </a:xfrm>
          <a:prstGeom prst="roundRect">
            <a:avLst/>
          </a:prstGeom>
          <a:solidFill>
            <a:srgbClr val="1E8449"/>
          </a:solidFill>
          <a:ln w="12700">
            <a:solidFill>
              <a:srgbClr val="1E8449"/>
            </a:solidFill>
          </a:ln>
        </p:spPr>
        <p:txBody>
          <a:bodyPr rtlCol="0" anchor="ctr"/>
          <a:lstStyle/>
          <a:p>
            <a:pPr algn="ctr"/>
            <a:endParaRPr/>
          </a:p>
        </p:txBody>
      </p:sp>
      <p:sp>
        <p:nvSpPr>
          <p:cNvPr id="26" name="TextBox 25"/>
          <p:cNvSpPr txBox="1"/>
          <p:nvPr/>
        </p:nvSpPr>
        <p:spPr>
          <a:xfrm>
            <a:off x="6995160" y="1371600"/>
            <a:ext cx="173736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CUMPLE META ≥ 90%</a:t>
            </a:r>
          </a:p>
        </p:txBody>
      </p:sp>
      <p:graphicFrame>
        <p:nvGraphicFramePr>
          <p:cNvPr id="27" name="Table 26"/>
          <p:cNvGraphicFramePr>
            <a:graphicFrameLocks noGrp="1"/>
          </p:cNvGraphicFramePr>
          <p:nvPr/>
        </p:nvGraphicFramePr>
        <p:xfrm>
          <a:off x="4800600" y="1965960"/>
          <a:ext cx="3931920" cy="1920240"/>
        </p:xfrm>
        <a:graphic>
          <a:graphicData uri="http://schemas.openxmlformats.org/drawingml/2006/table">
            <a:tbl>
              <a:tblPr>
                <a:tableStyleId>{2D5ABB26-0587-4C30-8999-92F81FD0307C}</a:tableStyleId>
              </a:tblPr>
              <a:tblGrid>
                <a:gridCol w="141732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74320">
                <a:tc>
                  <a:txBody>
                    <a:bodyPr/>
                    <a:lstStyle/>
                    <a:p>
                      <a:pPr algn="l"/>
                      <a:r>
                        <a:rPr sz="750" b="1">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750" b="1">
                          <a:solidFill>
                            <a:srgbClr val="FFFFFF"/>
                          </a:solidFill>
                          <a:latin typeface="Calibri"/>
                        </a:rPr>
                        <a:t>Casas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750" b="1">
                          <a:solidFill>
                            <a:srgbClr val="FFFFFF"/>
                          </a:solidFill>
                          <a:latin typeface="Calibri"/>
                        </a:rPr>
                        <a:t>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750" b="1">
                          <a:solidFill>
                            <a:srgbClr val="FFFFFF"/>
                          </a:solidFill>
                          <a:latin typeface="Calibri"/>
                        </a:rPr>
                        <a:t>%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750" b="1">
                          <a:solidFill>
                            <a:srgbClr val="FFFFFF"/>
                          </a:solidFill>
                          <a:latin typeface="Calibri"/>
                        </a:rPr>
                        <a:t>Estado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extLst>
                  <a:ext uri="{0D108BD9-81ED-4DB2-BD59-A6C34878D82A}">
                    <a16:rowId xmlns:a16="http://schemas.microsoft.com/office/drawing/2014/main" val="10000"/>
                  </a:ext>
                </a:extLst>
              </a:tr>
              <a:tr h="274320">
                <a:tc>
                  <a:txBody>
                    <a:bodyPr/>
                    <a:lstStyle/>
                    <a:p>
                      <a:pPr algn="l"/>
                      <a:r>
                        <a:rPr sz="800" b="1">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45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98,4%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1"/>
                  </a:ext>
                </a:extLst>
              </a:tr>
              <a:tr h="274320">
                <a:tc>
                  <a:txBody>
                    <a:bodyPr/>
                    <a:lstStyle/>
                    <a:p>
                      <a:pPr algn="l"/>
                      <a:r>
                        <a:rPr sz="800" b="1">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30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99,0%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2"/>
                  </a:ext>
                </a:extLst>
              </a:tr>
              <a:tr h="274320">
                <a:tc>
                  <a:txBody>
                    <a:bodyPr/>
                    <a:lstStyle/>
                    <a:p>
                      <a:pPr algn="l"/>
                      <a:r>
                        <a:rPr sz="800" b="1">
                          <a:solidFill>
                            <a:srgbClr val="333333"/>
                          </a:solidFill>
                          <a:latin typeface="Calibri"/>
                        </a:rPr>
                        <a:t>Terra by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99,1%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3"/>
                  </a:ext>
                </a:extLst>
              </a:tr>
              <a:tr h="274320">
                <a:tc>
                  <a:txBody>
                    <a:bodyPr/>
                    <a:lstStyle/>
                    <a:p>
                      <a:pPr algn="l"/>
                      <a:r>
                        <a:rPr sz="800" b="1">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SIN 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B0B7BD"/>
                    </a:solidFill>
                  </a:tcPr>
                </a:tc>
                <a:extLst>
                  <a:ext uri="{0D108BD9-81ED-4DB2-BD59-A6C34878D82A}">
                    <a16:rowId xmlns:a16="http://schemas.microsoft.com/office/drawing/2014/main" val="10004"/>
                  </a:ext>
                </a:extLst>
              </a:tr>
              <a:tr h="274320">
                <a:tc>
                  <a:txBody>
                    <a:bodyPr/>
                    <a:lstStyle/>
                    <a:p>
                      <a:pPr algn="l"/>
                      <a:r>
                        <a:rPr sz="800" b="1">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37,7%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CRÍTICO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extLst>
                  <a:ext uri="{0D108BD9-81ED-4DB2-BD59-A6C34878D82A}">
                    <a16:rowId xmlns:a16="http://schemas.microsoft.com/office/drawing/2014/main" val="10005"/>
                  </a:ext>
                </a:extLst>
              </a:tr>
              <a:tr h="274320">
                <a:tc>
                  <a:txBody>
                    <a:bodyPr/>
                    <a:lstStyle/>
                    <a:p>
                      <a:pPr algn="l"/>
                      <a:r>
                        <a:rPr sz="800" b="1">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94,9%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6"/>
                  </a:ext>
                </a:extLst>
              </a:tr>
            </a:tbl>
          </a:graphicData>
        </a:graphic>
      </p:graphicFrame>
      <p:sp>
        <p:nvSpPr>
          <p:cNvPr id="28" name="TextBox 27"/>
          <p:cNvSpPr txBox="1"/>
          <p:nvPr/>
        </p:nvSpPr>
        <p:spPr>
          <a:xfrm>
            <a:off x="411480" y="3977639"/>
            <a:ext cx="4114800" cy="548640"/>
          </a:xfrm>
          <a:prstGeom prst="rect">
            <a:avLst/>
          </a:prstGeom>
          <a:noFill/>
        </p:spPr>
        <p:txBody>
          <a:bodyPr wrap="square" lIns="0" tIns="0" rIns="0" bIns="0" anchor="t">
            <a:spAutoFit/>
          </a:bodyPr>
          <a:lstStyle/>
          <a:p>
            <a:pPr algn="l">
              <a:spcAft>
                <a:spcPts val="0"/>
              </a:spcAft>
            </a:pPr>
            <a:r>
              <a:rPr sz="800" b="0" i="0">
                <a:solidFill>
                  <a:srgbClr val="55636E"/>
                </a:solidFill>
                <a:latin typeface="Calibri"/>
              </a:rPr>
              <a:t>88 eventos de red mayores a 2 min en 37 de 38 viviendas. Los Abedules (Casa 12) baja el indicador: su 37,7% se explica por batería sin carga, no por falla (diapositiva 15).</a:t>
            </a:r>
          </a:p>
        </p:txBody>
      </p:sp>
      <p:sp>
        <p:nvSpPr>
          <p:cNvPr id="29" name="TextBox 28"/>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 respaldo = Σ(T_red − T_solar) / Σ T_red · eventos &gt; 2 min, agrupados cuando están a menos de 15 min.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CUÁNDO SE CAYÓ LA RED</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El 91% de las horas sin red se concentró en dos cortes: 18/09 y 29/09</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13</a:t>
            </a:r>
          </a:p>
        </p:txBody>
      </p:sp>
      <p:sp>
        <p:nvSpPr>
          <p:cNvPr id="8" name="Rectangle 7"/>
          <p:cNvSpPr/>
          <p:nvPr/>
        </p:nvSpPr>
        <p:spPr>
          <a:xfrm>
            <a:off x="411480" y="1188720"/>
            <a:ext cx="5394960" cy="3337560"/>
          </a:xfrm>
          <a:prstGeom prst="rect">
            <a:avLst/>
          </a:prstGeom>
          <a:solidFill>
            <a:srgbClr val="FFFFFF"/>
          </a:solidFill>
          <a:ln w="10160">
            <a:solidFill>
              <a:srgbClr val="E3E7EA"/>
            </a:solidFill>
          </a:ln>
        </p:spPr>
        <p:txBody>
          <a:bodyPr rtlCol="0" anchor="ctr"/>
          <a:lstStyle/>
          <a:p>
            <a:pPr algn="ctr"/>
            <a:endParaRPr/>
          </a:p>
        </p:txBody>
      </p:sp>
      <p:sp>
        <p:nvSpPr>
          <p:cNvPr id="9" name="TextBox 8"/>
          <p:cNvSpPr txBox="1"/>
          <p:nvPr/>
        </p:nvSpPr>
        <p:spPr>
          <a:xfrm>
            <a:off x="548640" y="1243584"/>
            <a:ext cx="512064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Horas de salida de red por fecha (sistema-horas)</a:t>
            </a:r>
          </a:p>
        </p:txBody>
      </p:sp>
      <p:graphicFrame>
        <p:nvGraphicFramePr>
          <p:cNvPr id="10" name="Chart 9"/>
          <p:cNvGraphicFramePr>
            <a:graphicFrameLocks noGrp="1"/>
          </p:cNvGraphicFramePr>
          <p:nvPr>
            <p:extLst>
              <p:ext uri="{D42A27DB-BD31-4B8C-83A1-F6EECF244321}">
                <p14:modId xmlns:p14="http://schemas.microsoft.com/office/powerpoint/2010/main" val="1562935549"/>
              </p:ext>
            </p:extLst>
          </p:nvPr>
        </p:nvGraphicFramePr>
        <p:xfrm>
          <a:off x="502920" y="1444752"/>
          <a:ext cx="52120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989320" y="1188720"/>
            <a:ext cx="2743200" cy="777240"/>
          </a:xfrm>
          <a:prstGeom prst="rect">
            <a:avLst/>
          </a:prstGeom>
          <a:solidFill>
            <a:srgbClr val="FFFFFF"/>
          </a:solidFill>
          <a:ln w="10160">
            <a:solidFill>
              <a:srgbClr val="E3E7EA"/>
            </a:solidFill>
          </a:ln>
        </p:spPr>
        <p:txBody>
          <a:bodyPr rtlCol="0" anchor="ctr"/>
          <a:lstStyle/>
          <a:p>
            <a:pPr algn="ctr"/>
            <a:endParaRPr/>
          </a:p>
        </p:txBody>
      </p:sp>
      <p:sp>
        <p:nvSpPr>
          <p:cNvPr id="12" name="Rectangle 11"/>
          <p:cNvSpPr/>
          <p:nvPr/>
        </p:nvSpPr>
        <p:spPr>
          <a:xfrm>
            <a:off x="5989320" y="1188720"/>
            <a:ext cx="54864" cy="777240"/>
          </a:xfrm>
          <a:prstGeom prst="rect">
            <a:avLst/>
          </a:prstGeom>
          <a:solidFill>
            <a:srgbClr val="1E8449"/>
          </a:solidFill>
          <a:ln w="12700">
            <a:solidFill>
              <a:srgbClr val="1E8449"/>
            </a:solidFill>
          </a:ln>
        </p:spPr>
        <p:txBody>
          <a:bodyPr rtlCol="0" anchor="ctr"/>
          <a:lstStyle/>
          <a:p>
            <a:pPr algn="ctr"/>
            <a:endParaRPr/>
          </a:p>
        </p:txBody>
      </p:sp>
      <p:sp>
        <p:nvSpPr>
          <p:cNvPr id="13" name="TextBox 12"/>
          <p:cNvSpPr txBox="1"/>
          <p:nvPr/>
        </p:nvSpPr>
        <p:spPr>
          <a:xfrm>
            <a:off x="6126480" y="1216152"/>
            <a:ext cx="256032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29/09 · 13:46</a:t>
            </a:r>
          </a:p>
        </p:txBody>
      </p:sp>
      <p:sp>
        <p:nvSpPr>
          <p:cNvPr id="14" name="TextBox 13"/>
          <p:cNvSpPr txBox="1"/>
          <p:nvPr/>
        </p:nvSpPr>
        <p:spPr>
          <a:xfrm>
            <a:off x="6126480" y="1435608"/>
            <a:ext cx="2560320" cy="274320"/>
          </a:xfrm>
          <a:prstGeom prst="rect">
            <a:avLst/>
          </a:prstGeom>
          <a:noFill/>
        </p:spPr>
        <p:txBody>
          <a:bodyPr wrap="square" lIns="0" tIns="0" rIns="0" bIns="0" anchor="t">
            <a:spAutoFit/>
          </a:bodyPr>
          <a:lstStyle/>
          <a:p>
            <a:pPr algn="l">
              <a:spcAft>
                <a:spcPts val="0"/>
              </a:spcAft>
            </a:pPr>
            <a:r>
              <a:rPr sz="800" b="0" i="0">
                <a:solidFill>
                  <a:srgbClr val="1A1A2E"/>
                </a:solidFill>
                <a:latin typeface="Calibri"/>
              </a:rPr>
              <a:t>22 casas en Reservas de Pance, 2 h 55 min</a:t>
            </a:r>
          </a:p>
        </p:txBody>
      </p:sp>
      <p:sp>
        <p:nvSpPr>
          <p:cNvPr id="15" name="TextBox 14"/>
          <p:cNvSpPr txBox="1"/>
          <p:nvPr/>
        </p:nvSpPr>
        <p:spPr>
          <a:xfrm>
            <a:off x="6126480" y="1719072"/>
            <a:ext cx="2560320" cy="201168"/>
          </a:xfrm>
          <a:prstGeom prst="rect">
            <a:avLst/>
          </a:prstGeom>
          <a:noFill/>
        </p:spPr>
        <p:txBody>
          <a:bodyPr wrap="square" lIns="0" tIns="0" rIns="0" bIns="0" anchor="ctr">
            <a:spAutoFit/>
          </a:bodyPr>
          <a:lstStyle/>
          <a:p>
            <a:pPr algn="l">
              <a:spcAft>
                <a:spcPts val="0"/>
              </a:spcAft>
            </a:pPr>
            <a:r>
              <a:rPr sz="800" b="1" i="0">
                <a:solidFill>
                  <a:srgbClr val="1E8449"/>
                </a:solidFill>
                <a:latin typeface="Calibri"/>
              </a:rPr>
              <a:t>Respaldo 98,8%</a:t>
            </a:r>
          </a:p>
        </p:txBody>
      </p:sp>
      <p:sp>
        <p:nvSpPr>
          <p:cNvPr id="16" name="Rectangle 15"/>
          <p:cNvSpPr/>
          <p:nvPr/>
        </p:nvSpPr>
        <p:spPr>
          <a:xfrm>
            <a:off x="5989320" y="2039112"/>
            <a:ext cx="2743200" cy="777240"/>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5989320" y="2039112"/>
            <a:ext cx="54864" cy="777240"/>
          </a:xfrm>
          <a:prstGeom prst="rect">
            <a:avLst/>
          </a:prstGeom>
          <a:solidFill>
            <a:srgbClr val="1E8449"/>
          </a:solidFill>
          <a:ln w="12700">
            <a:solidFill>
              <a:srgbClr val="1E8449"/>
            </a:solidFill>
          </a:ln>
        </p:spPr>
        <p:txBody>
          <a:bodyPr rtlCol="0" anchor="ctr"/>
          <a:lstStyle/>
          <a:p>
            <a:pPr algn="ctr"/>
            <a:endParaRPr/>
          </a:p>
        </p:txBody>
      </p:sp>
      <p:sp>
        <p:nvSpPr>
          <p:cNvPr id="18" name="TextBox 17"/>
          <p:cNvSpPr txBox="1"/>
          <p:nvPr/>
        </p:nvSpPr>
        <p:spPr>
          <a:xfrm>
            <a:off x="6126480" y="2066543"/>
            <a:ext cx="256032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18/09 · 10:11</a:t>
            </a:r>
          </a:p>
        </p:txBody>
      </p:sp>
      <p:sp>
        <p:nvSpPr>
          <p:cNvPr id="19" name="TextBox 18"/>
          <p:cNvSpPr txBox="1"/>
          <p:nvPr/>
        </p:nvSpPr>
        <p:spPr>
          <a:xfrm>
            <a:off x="6126480" y="2286000"/>
            <a:ext cx="2560320" cy="274320"/>
          </a:xfrm>
          <a:prstGeom prst="rect">
            <a:avLst/>
          </a:prstGeom>
          <a:noFill/>
        </p:spPr>
        <p:txBody>
          <a:bodyPr wrap="square" lIns="0" tIns="0" rIns="0" bIns="0" anchor="t">
            <a:spAutoFit/>
          </a:bodyPr>
          <a:lstStyle/>
          <a:p>
            <a:pPr algn="l">
              <a:spcAft>
                <a:spcPts val="0"/>
              </a:spcAft>
            </a:pPr>
            <a:r>
              <a:rPr sz="800" b="0" i="0">
                <a:solidFill>
                  <a:srgbClr val="1A1A2E"/>
                </a:solidFill>
                <a:latin typeface="Calibri"/>
              </a:rPr>
              <a:t>Prado Verde, 10 casas, 2 h 40 min</a:t>
            </a:r>
          </a:p>
        </p:txBody>
      </p:sp>
      <p:sp>
        <p:nvSpPr>
          <p:cNvPr id="20" name="TextBox 19"/>
          <p:cNvSpPr txBox="1"/>
          <p:nvPr/>
        </p:nvSpPr>
        <p:spPr>
          <a:xfrm>
            <a:off x="6126480" y="2569464"/>
            <a:ext cx="2560320" cy="201168"/>
          </a:xfrm>
          <a:prstGeom prst="rect">
            <a:avLst/>
          </a:prstGeom>
          <a:noFill/>
        </p:spPr>
        <p:txBody>
          <a:bodyPr wrap="square" lIns="0" tIns="0" rIns="0" bIns="0" anchor="ctr">
            <a:spAutoFit/>
          </a:bodyPr>
          <a:lstStyle/>
          <a:p>
            <a:pPr algn="l">
              <a:spcAft>
                <a:spcPts val="0"/>
              </a:spcAft>
            </a:pPr>
            <a:r>
              <a:rPr sz="800" b="1" i="0">
                <a:solidFill>
                  <a:srgbClr val="1E8449"/>
                </a:solidFill>
                <a:latin typeface="Calibri"/>
              </a:rPr>
              <a:t>Respaldo 99,8%</a:t>
            </a:r>
          </a:p>
        </p:txBody>
      </p:sp>
      <p:sp>
        <p:nvSpPr>
          <p:cNvPr id="21" name="Rectangle 20"/>
          <p:cNvSpPr/>
          <p:nvPr/>
        </p:nvSpPr>
        <p:spPr>
          <a:xfrm>
            <a:off x="5989320" y="2889504"/>
            <a:ext cx="2743200" cy="777240"/>
          </a:xfrm>
          <a:prstGeom prst="rect">
            <a:avLst/>
          </a:prstGeom>
          <a:solidFill>
            <a:srgbClr val="FFFFFF"/>
          </a:solidFill>
          <a:ln w="10160">
            <a:solidFill>
              <a:srgbClr val="E3E7EA"/>
            </a:solidFill>
          </a:ln>
        </p:spPr>
        <p:txBody>
          <a:bodyPr rtlCol="0" anchor="ctr"/>
          <a:lstStyle/>
          <a:p>
            <a:pPr algn="ctr"/>
            <a:endParaRPr/>
          </a:p>
        </p:txBody>
      </p:sp>
      <p:sp>
        <p:nvSpPr>
          <p:cNvPr id="22" name="Rectangle 21"/>
          <p:cNvSpPr/>
          <p:nvPr/>
        </p:nvSpPr>
        <p:spPr>
          <a:xfrm>
            <a:off x="5989320" y="2889504"/>
            <a:ext cx="54864" cy="777240"/>
          </a:xfrm>
          <a:prstGeom prst="rect">
            <a:avLst/>
          </a:prstGeom>
          <a:solidFill>
            <a:srgbClr val="C0392B"/>
          </a:solidFill>
          <a:ln w="12700">
            <a:solidFill>
              <a:srgbClr val="C0392B"/>
            </a:solidFill>
          </a:ln>
        </p:spPr>
        <p:txBody>
          <a:bodyPr rtlCol="0" anchor="ctr"/>
          <a:lstStyle/>
          <a:p>
            <a:pPr algn="ctr"/>
            <a:endParaRPr/>
          </a:p>
        </p:txBody>
      </p:sp>
      <p:sp>
        <p:nvSpPr>
          <p:cNvPr id="23" name="TextBox 22"/>
          <p:cNvSpPr txBox="1"/>
          <p:nvPr/>
        </p:nvSpPr>
        <p:spPr>
          <a:xfrm>
            <a:off x="6126480" y="2916936"/>
            <a:ext cx="256032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20 y 22/09</a:t>
            </a:r>
          </a:p>
        </p:txBody>
      </p:sp>
      <p:sp>
        <p:nvSpPr>
          <p:cNvPr id="24" name="TextBox 23"/>
          <p:cNvSpPr txBox="1"/>
          <p:nvPr/>
        </p:nvSpPr>
        <p:spPr>
          <a:xfrm>
            <a:off x="6126480" y="3136392"/>
            <a:ext cx="2560320" cy="274320"/>
          </a:xfrm>
          <a:prstGeom prst="rect">
            <a:avLst/>
          </a:prstGeom>
          <a:noFill/>
        </p:spPr>
        <p:txBody>
          <a:bodyPr wrap="square" lIns="0" tIns="0" rIns="0" bIns="0" anchor="t">
            <a:spAutoFit/>
          </a:bodyPr>
          <a:lstStyle/>
          <a:p>
            <a:pPr algn="l">
              <a:spcAft>
                <a:spcPts val="0"/>
              </a:spcAft>
            </a:pPr>
            <a:r>
              <a:rPr sz="800" b="0" i="0">
                <a:solidFill>
                  <a:srgbClr val="1A1A2E"/>
                </a:solidFill>
                <a:latin typeface="Calibri"/>
              </a:rPr>
              <a:t>Los Abedules: dos cortes de ~2 h</a:t>
            </a:r>
          </a:p>
        </p:txBody>
      </p:sp>
      <p:sp>
        <p:nvSpPr>
          <p:cNvPr id="25" name="TextBox 24"/>
          <p:cNvSpPr txBox="1"/>
          <p:nvPr/>
        </p:nvSpPr>
        <p:spPr>
          <a:xfrm>
            <a:off x="6126480" y="3419856"/>
            <a:ext cx="2560320" cy="201168"/>
          </a:xfrm>
          <a:prstGeom prst="rect">
            <a:avLst/>
          </a:prstGeom>
          <a:noFill/>
        </p:spPr>
        <p:txBody>
          <a:bodyPr wrap="square" lIns="0" tIns="0" rIns="0" bIns="0" anchor="ctr">
            <a:spAutoFit/>
          </a:bodyPr>
          <a:lstStyle/>
          <a:p>
            <a:pPr algn="l">
              <a:spcAft>
                <a:spcPts val="0"/>
              </a:spcAft>
            </a:pPr>
            <a:r>
              <a:rPr sz="800" b="1" i="0">
                <a:solidFill>
                  <a:srgbClr val="C0392B"/>
                </a:solidFill>
                <a:latin typeface="Calibri"/>
              </a:rPr>
              <a:t>Batería de Casa 12 en el piso: 4% de respaldo</a:t>
            </a:r>
          </a:p>
        </p:txBody>
      </p:sp>
      <p:sp>
        <p:nvSpPr>
          <p:cNvPr id="26" name="Rectangle 25"/>
          <p:cNvSpPr/>
          <p:nvPr/>
        </p:nvSpPr>
        <p:spPr>
          <a:xfrm>
            <a:off x="5989320" y="3739896"/>
            <a:ext cx="2743200" cy="777240"/>
          </a:xfrm>
          <a:prstGeom prst="rect">
            <a:avLst/>
          </a:prstGeom>
          <a:solidFill>
            <a:srgbClr val="FFFFFF"/>
          </a:solidFill>
          <a:ln w="10160">
            <a:solidFill>
              <a:srgbClr val="E3E7EA"/>
            </a:solidFill>
          </a:ln>
        </p:spPr>
        <p:txBody>
          <a:bodyPr rtlCol="0" anchor="ctr"/>
          <a:lstStyle/>
          <a:p>
            <a:pPr algn="ctr"/>
            <a:endParaRPr/>
          </a:p>
        </p:txBody>
      </p:sp>
      <p:sp>
        <p:nvSpPr>
          <p:cNvPr id="27" name="Rectangle 26"/>
          <p:cNvSpPr/>
          <p:nvPr/>
        </p:nvSpPr>
        <p:spPr>
          <a:xfrm>
            <a:off x="5989320" y="3739896"/>
            <a:ext cx="54864" cy="777240"/>
          </a:xfrm>
          <a:prstGeom prst="rect">
            <a:avLst/>
          </a:prstGeom>
          <a:solidFill>
            <a:srgbClr val="7F8C8D"/>
          </a:solidFill>
          <a:ln w="12700">
            <a:solidFill>
              <a:srgbClr val="7F8C8D"/>
            </a:solidFill>
          </a:ln>
        </p:spPr>
        <p:txBody>
          <a:bodyPr rtlCol="0" anchor="ctr"/>
          <a:lstStyle/>
          <a:p>
            <a:pPr algn="ctr"/>
            <a:endParaRPr/>
          </a:p>
        </p:txBody>
      </p:sp>
      <p:sp>
        <p:nvSpPr>
          <p:cNvPr id="28" name="TextBox 27"/>
          <p:cNvSpPr txBox="1"/>
          <p:nvPr/>
        </p:nvSpPr>
        <p:spPr>
          <a:xfrm>
            <a:off x="6126480" y="3767328"/>
            <a:ext cx="256032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Otras 6 fechas</a:t>
            </a:r>
          </a:p>
        </p:txBody>
      </p:sp>
      <p:sp>
        <p:nvSpPr>
          <p:cNvPr id="29" name="TextBox 28"/>
          <p:cNvSpPr txBox="1"/>
          <p:nvPr/>
        </p:nvSpPr>
        <p:spPr>
          <a:xfrm>
            <a:off x="6126480" y="3986783"/>
            <a:ext cx="2560320" cy="274320"/>
          </a:xfrm>
          <a:prstGeom prst="rect">
            <a:avLst/>
          </a:prstGeom>
          <a:noFill/>
        </p:spPr>
        <p:txBody>
          <a:bodyPr wrap="square" lIns="0" tIns="0" rIns="0" bIns="0" anchor="t">
            <a:spAutoFit/>
          </a:bodyPr>
          <a:lstStyle/>
          <a:p>
            <a:pPr algn="l">
              <a:spcAft>
                <a:spcPts val="0"/>
              </a:spcAft>
            </a:pPr>
            <a:r>
              <a:rPr sz="800" b="0" i="0">
                <a:solidFill>
                  <a:srgbClr val="1A1A2E"/>
                </a:solidFill>
                <a:latin typeface="Calibri"/>
              </a:rPr>
              <a:t>3,7 h en total</a:t>
            </a:r>
          </a:p>
        </p:txBody>
      </p:sp>
      <p:sp>
        <p:nvSpPr>
          <p:cNvPr id="30" name="TextBox 29"/>
          <p:cNvSpPr txBox="1"/>
          <p:nvPr/>
        </p:nvSpPr>
        <p:spPr>
          <a:xfrm>
            <a:off x="6126480" y="4270248"/>
            <a:ext cx="2560320" cy="201168"/>
          </a:xfrm>
          <a:prstGeom prst="rect">
            <a:avLst/>
          </a:prstGeom>
          <a:noFill/>
        </p:spPr>
        <p:txBody>
          <a:bodyPr wrap="square" lIns="0" tIns="0" rIns="0" bIns="0" anchor="ctr">
            <a:spAutoFit/>
          </a:bodyPr>
          <a:lstStyle/>
          <a:p>
            <a:pPr algn="l">
              <a:spcAft>
                <a:spcPts val="0"/>
              </a:spcAft>
            </a:pPr>
            <a:r>
              <a:rPr sz="800" b="1" i="0">
                <a:solidFill>
                  <a:srgbClr val="7F8C8D"/>
                </a:solidFill>
                <a:latin typeface="Calibri"/>
              </a:rPr>
              <a:t>Cortes cortos</a:t>
            </a:r>
          </a:p>
        </p:txBody>
      </p:sp>
      <p:sp>
        <p:nvSpPr>
          <p:cNvPr id="31" name="TextBox 30"/>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En naranja, las dos fechas que concentran la interrupción. Cada evento se cuenta en el día en que empezó.</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POR QUÉ FALTÓ</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De 5,5 h sin respaldo, 4,5 h fueron batería sin carga y 1,0 h falla de transición</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14</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a:p>
        </p:txBody>
      </p:sp>
      <p:sp>
        <p:nvSpPr>
          <p:cNvPr id="9" name="TextBox 8"/>
          <p:cNvSpPr txBox="1"/>
          <p:nvPr/>
        </p:nvSpPr>
        <p:spPr>
          <a:xfrm>
            <a:off x="548640" y="1243584"/>
            <a:ext cx="448056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Horas sin respaldo por causa (SOC al apagarse la casa)</a:t>
            </a:r>
          </a:p>
        </p:txBody>
      </p:sp>
      <p:graphicFrame>
        <p:nvGraphicFramePr>
          <p:cNvPr id="10" name="Chart 9"/>
          <p:cNvGraphicFramePr>
            <a:graphicFrameLocks noGrp="1"/>
          </p:cNvGraphicFramePr>
          <p:nvPr>
            <p:extLst>
              <p:ext uri="{D42A27DB-BD31-4B8C-83A1-F6EECF244321}">
                <p14:modId xmlns:p14="http://schemas.microsoft.com/office/powerpoint/2010/main" val="3452120533"/>
              </p:ext>
            </p:extLst>
          </p:nvPr>
        </p:nvGraphicFramePr>
        <p:xfrm>
          <a:off x="502920" y="1463040"/>
          <a:ext cx="45720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349240" y="1188720"/>
            <a:ext cx="1645920" cy="914400"/>
          </a:xfrm>
          <a:prstGeom prst="rect">
            <a:avLst/>
          </a:prstGeom>
          <a:solidFill>
            <a:srgbClr val="FFFFFF"/>
          </a:solidFill>
          <a:ln w="10160">
            <a:solidFill>
              <a:srgbClr val="E3E7EA"/>
            </a:solidFill>
          </a:ln>
        </p:spPr>
        <p:txBody>
          <a:bodyPr rtlCol="0" anchor="ctr"/>
          <a:lstStyle/>
          <a:p>
            <a:pPr algn="ctr"/>
            <a:endParaRPr/>
          </a:p>
        </p:txBody>
      </p:sp>
      <p:sp>
        <p:nvSpPr>
          <p:cNvPr id="12" name="Rectangle 11"/>
          <p:cNvSpPr/>
          <p:nvPr/>
        </p:nvSpPr>
        <p:spPr>
          <a:xfrm>
            <a:off x="5349240" y="1188720"/>
            <a:ext cx="54864" cy="914400"/>
          </a:xfrm>
          <a:prstGeom prst="rect">
            <a:avLst/>
          </a:prstGeom>
          <a:solidFill>
            <a:srgbClr val="F5A623"/>
          </a:solidFill>
          <a:ln w="12700">
            <a:solidFill>
              <a:srgbClr val="F5A623"/>
            </a:solidFill>
          </a:ln>
        </p:spPr>
        <p:txBody>
          <a:bodyPr rtlCol="0" anchor="ctr"/>
          <a:lstStyle/>
          <a:p>
            <a:pPr algn="ctr"/>
            <a:endParaRPr/>
          </a:p>
        </p:txBody>
      </p:sp>
      <p:sp>
        <p:nvSpPr>
          <p:cNvPr id="13" name="TextBox 12"/>
          <p:cNvSpPr txBox="1"/>
          <p:nvPr/>
        </p:nvSpPr>
        <p:spPr>
          <a:xfrm>
            <a:off x="5495544" y="1316846"/>
            <a:ext cx="1444752" cy="292388"/>
          </a:xfrm>
          <a:prstGeom prst="rect">
            <a:avLst/>
          </a:prstGeom>
          <a:noFill/>
        </p:spPr>
        <p:txBody>
          <a:bodyPr wrap="square" lIns="0" tIns="0" rIns="0" bIns="0" anchor="ctr">
            <a:spAutoFit/>
          </a:bodyPr>
          <a:lstStyle/>
          <a:p>
            <a:pPr algn="l">
              <a:spcAft>
                <a:spcPts val="0"/>
              </a:spcAft>
            </a:pPr>
            <a:r>
              <a:rPr sz="1900" b="1" i="0" dirty="0">
                <a:solidFill>
                  <a:srgbClr val="F5A623"/>
                </a:solidFill>
                <a:latin typeface="Calibri"/>
              </a:rPr>
              <a:t>4,2 </a:t>
            </a:r>
            <a:r>
              <a:rPr lang="es-CO" sz="1900" b="1" dirty="0">
                <a:solidFill>
                  <a:srgbClr val="F5A623"/>
                </a:solidFill>
                <a:latin typeface="Calibri"/>
              </a:rPr>
              <a:t>%</a:t>
            </a:r>
            <a:endParaRPr sz="1900" b="1" i="0" dirty="0">
              <a:solidFill>
                <a:srgbClr val="F5A623"/>
              </a:solidFill>
              <a:latin typeface="Calibri"/>
            </a:endParaRPr>
          </a:p>
        </p:txBody>
      </p:sp>
      <p:sp>
        <p:nvSpPr>
          <p:cNvPr id="14" name="TextBox 13"/>
          <p:cNvSpPr txBox="1"/>
          <p:nvPr/>
        </p:nvSpPr>
        <p:spPr>
          <a:xfrm>
            <a:off x="5495544" y="1682496"/>
            <a:ext cx="144475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del INIC por batería</a:t>
            </a:r>
          </a:p>
        </p:txBody>
      </p:sp>
      <p:sp>
        <p:nvSpPr>
          <p:cNvPr id="15" name="TextBox 14"/>
          <p:cNvSpPr txBox="1"/>
          <p:nvPr/>
        </p:nvSpPr>
        <p:spPr>
          <a:xfrm>
            <a:off x="5495544" y="1865376"/>
            <a:ext cx="1444752" cy="219456"/>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Casa 12 aporta 4,1 h</a:t>
            </a:r>
          </a:p>
        </p:txBody>
      </p:sp>
      <p:sp>
        <p:nvSpPr>
          <p:cNvPr id="16" name="Rectangle 15"/>
          <p:cNvSpPr/>
          <p:nvPr/>
        </p:nvSpPr>
        <p:spPr>
          <a:xfrm>
            <a:off x="7086600" y="1188720"/>
            <a:ext cx="1645920" cy="914400"/>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7086600" y="1188720"/>
            <a:ext cx="54864" cy="914400"/>
          </a:xfrm>
          <a:prstGeom prst="rect">
            <a:avLst/>
          </a:prstGeom>
          <a:solidFill>
            <a:srgbClr val="E63946"/>
          </a:solidFill>
          <a:ln w="12700">
            <a:solidFill>
              <a:srgbClr val="E63946"/>
            </a:solidFill>
          </a:ln>
        </p:spPr>
        <p:txBody>
          <a:bodyPr rtlCol="0" anchor="ctr"/>
          <a:lstStyle/>
          <a:p>
            <a:pPr algn="ctr"/>
            <a:endParaRPr/>
          </a:p>
        </p:txBody>
      </p:sp>
      <p:sp>
        <p:nvSpPr>
          <p:cNvPr id="18" name="TextBox 17"/>
          <p:cNvSpPr txBox="1"/>
          <p:nvPr/>
        </p:nvSpPr>
        <p:spPr>
          <a:xfrm>
            <a:off x="7232904" y="1316846"/>
            <a:ext cx="1444752" cy="292388"/>
          </a:xfrm>
          <a:prstGeom prst="rect">
            <a:avLst/>
          </a:prstGeom>
          <a:noFill/>
        </p:spPr>
        <p:txBody>
          <a:bodyPr wrap="square" lIns="0" tIns="0" rIns="0" bIns="0" anchor="ctr">
            <a:spAutoFit/>
          </a:bodyPr>
          <a:lstStyle/>
          <a:p>
            <a:pPr algn="l">
              <a:spcAft>
                <a:spcPts val="0"/>
              </a:spcAft>
            </a:pPr>
            <a:r>
              <a:rPr sz="1900" b="1" i="0" dirty="0">
                <a:solidFill>
                  <a:srgbClr val="E63946"/>
                </a:solidFill>
                <a:latin typeface="Calibri"/>
              </a:rPr>
              <a:t>1,0 </a:t>
            </a:r>
            <a:r>
              <a:rPr lang="es-CO" sz="1900" b="1" dirty="0">
                <a:solidFill>
                  <a:srgbClr val="E63946"/>
                </a:solidFill>
                <a:latin typeface="Calibri"/>
              </a:rPr>
              <a:t>%</a:t>
            </a:r>
            <a:endParaRPr sz="1900" b="1" i="0" dirty="0">
              <a:solidFill>
                <a:srgbClr val="E63946"/>
              </a:solidFill>
              <a:latin typeface="Calibri"/>
            </a:endParaRPr>
          </a:p>
        </p:txBody>
      </p:sp>
      <p:sp>
        <p:nvSpPr>
          <p:cNvPr id="19" name="TextBox 18"/>
          <p:cNvSpPr txBox="1"/>
          <p:nvPr/>
        </p:nvSpPr>
        <p:spPr>
          <a:xfrm>
            <a:off x="7232904" y="1682496"/>
            <a:ext cx="144475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por falla o demora</a:t>
            </a:r>
          </a:p>
        </p:txBody>
      </p:sp>
      <p:sp>
        <p:nvSpPr>
          <p:cNvPr id="20" name="TextBox 19"/>
          <p:cNvSpPr txBox="1"/>
          <p:nvPr/>
        </p:nvSpPr>
        <p:spPr>
          <a:xfrm>
            <a:off x="7232904" y="1865376"/>
            <a:ext cx="1444752" cy="219456"/>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Equipo con SOC suficiente</a:t>
            </a:r>
          </a:p>
        </p:txBody>
      </p:sp>
      <p:sp>
        <p:nvSpPr>
          <p:cNvPr id="21" name="Rectangle 20"/>
          <p:cNvSpPr/>
          <p:nvPr/>
        </p:nvSpPr>
        <p:spPr>
          <a:xfrm>
            <a:off x="5349240" y="2194560"/>
            <a:ext cx="3383280" cy="777240"/>
          </a:xfrm>
          <a:prstGeom prst="rect">
            <a:avLst/>
          </a:prstGeom>
          <a:solidFill>
            <a:srgbClr val="FFFFFF"/>
          </a:solidFill>
          <a:ln w="10160">
            <a:solidFill>
              <a:srgbClr val="E3E7EA"/>
            </a:solidFill>
          </a:ln>
        </p:spPr>
        <p:txBody>
          <a:bodyPr rtlCol="0" anchor="ctr"/>
          <a:lstStyle/>
          <a:p>
            <a:pPr algn="ctr"/>
            <a:endParaRPr/>
          </a:p>
        </p:txBody>
      </p:sp>
      <p:sp>
        <p:nvSpPr>
          <p:cNvPr id="22" name="Rectangle 21"/>
          <p:cNvSpPr/>
          <p:nvPr/>
        </p:nvSpPr>
        <p:spPr>
          <a:xfrm>
            <a:off x="5349240" y="2194560"/>
            <a:ext cx="54864" cy="777240"/>
          </a:xfrm>
          <a:prstGeom prst="rect">
            <a:avLst/>
          </a:prstGeom>
          <a:solidFill>
            <a:srgbClr val="1E8449"/>
          </a:solidFill>
          <a:ln w="12700">
            <a:solidFill>
              <a:srgbClr val="1E8449"/>
            </a:solidFill>
          </a:ln>
        </p:spPr>
        <p:txBody>
          <a:bodyPr rtlCol="0" anchor="ctr"/>
          <a:lstStyle/>
          <a:p>
            <a:pPr algn="ctr"/>
            <a:endParaRPr/>
          </a:p>
        </p:txBody>
      </p:sp>
      <p:sp>
        <p:nvSpPr>
          <p:cNvPr id="23" name="TextBox 22"/>
          <p:cNvSpPr txBox="1"/>
          <p:nvPr/>
        </p:nvSpPr>
        <p:spPr>
          <a:xfrm>
            <a:off x="5495544" y="2231136"/>
            <a:ext cx="3182112" cy="404164"/>
          </a:xfrm>
          <a:prstGeom prst="rect">
            <a:avLst/>
          </a:prstGeom>
          <a:noFill/>
        </p:spPr>
        <p:txBody>
          <a:bodyPr wrap="square" lIns="0" tIns="0" rIns="0" bIns="0" anchor="ctr">
            <a:spAutoFit/>
          </a:bodyPr>
          <a:lstStyle/>
          <a:p>
            <a:pPr algn="l">
              <a:spcAft>
                <a:spcPts val="0"/>
              </a:spcAft>
            </a:pPr>
            <a:r>
              <a:rPr sz="2000" b="1" i="0">
                <a:solidFill>
                  <a:srgbClr val="1E8449"/>
                </a:solidFill>
                <a:latin typeface="Calibri"/>
              </a:rPr>
              <a:t>99,0%</a:t>
            </a:r>
          </a:p>
        </p:txBody>
      </p:sp>
      <p:sp>
        <p:nvSpPr>
          <p:cNvPr id="24" name="TextBox 23"/>
          <p:cNvSpPr txBox="1"/>
          <p:nvPr/>
        </p:nvSpPr>
        <p:spPr>
          <a:xfrm>
            <a:off x="5495544" y="2614269"/>
            <a:ext cx="3182112" cy="170992"/>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INIC sin pérdidas por batería sin carga</a:t>
            </a:r>
          </a:p>
        </p:txBody>
      </p:sp>
      <p:sp>
        <p:nvSpPr>
          <p:cNvPr id="25" name="TextBox 24"/>
          <p:cNvSpPr txBox="1"/>
          <p:nvPr/>
        </p:nvSpPr>
        <p:spPr>
          <a:xfrm>
            <a:off x="5495544" y="2769717"/>
            <a:ext cx="3182112" cy="186537"/>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Referencia: el oficial se mantiene en 94,8%</a:t>
            </a:r>
          </a:p>
        </p:txBody>
      </p:sp>
      <p:sp>
        <p:nvSpPr>
          <p:cNvPr id="26" name="Rectangle 25"/>
          <p:cNvSpPr/>
          <p:nvPr/>
        </p:nvSpPr>
        <p:spPr>
          <a:xfrm>
            <a:off x="5349240" y="3063240"/>
            <a:ext cx="3383280" cy="457200"/>
          </a:xfrm>
          <a:prstGeom prst="rect">
            <a:avLst/>
          </a:prstGeom>
          <a:solidFill>
            <a:srgbClr val="FFFFFF"/>
          </a:solidFill>
          <a:ln w="10160">
            <a:solidFill>
              <a:srgbClr val="E3E7EA"/>
            </a:solidFill>
          </a:ln>
        </p:spPr>
        <p:txBody>
          <a:bodyPr rtlCol="0" anchor="ctr"/>
          <a:lstStyle/>
          <a:p>
            <a:pPr algn="ctr"/>
            <a:endParaRPr/>
          </a:p>
        </p:txBody>
      </p:sp>
      <p:sp>
        <p:nvSpPr>
          <p:cNvPr id="27" name="Rectangle 26"/>
          <p:cNvSpPr/>
          <p:nvPr/>
        </p:nvSpPr>
        <p:spPr>
          <a:xfrm>
            <a:off x="5349240" y="3063240"/>
            <a:ext cx="54864" cy="457200"/>
          </a:xfrm>
          <a:prstGeom prst="rect">
            <a:avLst/>
          </a:prstGeom>
          <a:solidFill>
            <a:srgbClr val="F5A623"/>
          </a:solidFill>
          <a:ln w="12700">
            <a:solidFill>
              <a:srgbClr val="F5A623"/>
            </a:solidFill>
          </a:ln>
        </p:spPr>
        <p:txBody>
          <a:bodyPr rtlCol="0" anchor="ctr"/>
          <a:lstStyle/>
          <a:p>
            <a:pPr algn="ctr"/>
            <a:endParaRPr/>
          </a:p>
        </p:txBody>
      </p:sp>
      <p:sp>
        <p:nvSpPr>
          <p:cNvPr id="28" name="TextBox 27"/>
          <p:cNvSpPr txBox="1"/>
          <p:nvPr/>
        </p:nvSpPr>
        <p:spPr>
          <a:xfrm>
            <a:off x="5486400" y="3081528"/>
            <a:ext cx="3200400" cy="164592"/>
          </a:xfrm>
          <a:prstGeom prst="rect">
            <a:avLst/>
          </a:prstGeom>
          <a:noFill/>
        </p:spPr>
        <p:txBody>
          <a:bodyPr wrap="square" lIns="0" tIns="0" rIns="0" bIns="0" anchor="ctr">
            <a:spAutoFit/>
          </a:bodyPr>
          <a:lstStyle/>
          <a:p>
            <a:pPr algn="l">
              <a:spcAft>
                <a:spcPts val="0"/>
              </a:spcAft>
            </a:pPr>
            <a:r>
              <a:rPr sz="800" b="1" i="0">
                <a:solidFill>
                  <a:srgbClr val="1B3A6B"/>
                </a:solidFill>
                <a:latin typeface="Calibri"/>
              </a:rPr>
              <a:t>Batería sin carga</a:t>
            </a:r>
          </a:p>
        </p:txBody>
      </p:sp>
      <p:sp>
        <p:nvSpPr>
          <p:cNvPr id="29" name="TextBox 28"/>
          <p:cNvSpPr txBox="1"/>
          <p:nvPr/>
        </p:nvSpPr>
        <p:spPr>
          <a:xfrm>
            <a:off x="5486400" y="3246120"/>
            <a:ext cx="3200400" cy="274320"/>
          </a:xfrm>
          <a:prstGeom prst="rect">
            <a:avLst/>
          </a:prstGeom>
          <a:noFill/>
        </p:spPr>
        <p:txBody>
          <a:bodyPr wrap="square" lIns="0" tIns="0" rIns="0" bIns="0" anchor="t">
            <a:spAutoFit/>
          </a:bodyPr>
          <a:lstStyle/>
          <a:p>
            <a:pPr algn="l">
              <a:spcAft>
                <a:spcPts val="0"/>
              </a:spcAft>
            </a:pPr>
            <a:r>
              <a:rPr sz="700" b="0" i="0">
                <a:solidFill>
                  <a:srgbClr val="55636E"/>
                </a:solidFill>
                <a:latin typeface="Calibri"/>
              </a:rPr>
              <a:t>Reserva mínima de SOC nocturna; revisar la autonomía frente al consumo de Casas 12 y 93p.</a:t>
            </a:r>
          </a:p>
        </p:txBody>
      </p:sp>
      <p:sp>
        <p:nvSpPr>
          <p:cNvPr id="30" name="Rectangle 29"/>
          <p:cNvSpPr/>
          <p:nvPr/>
        </p:nvSpPr>
        <p:spPr>
          <a:xfrm>
            <a:off x="5349240" y="3566160"/>
            <a:ext cx="3383280" cy="457200"/>
          </a:xfrm>
          <a:prstGeom prst="rect">
            <a:avLst/>
          </a:prstGeom>
          <a:solidFill>
            <a:srgbClr val="FFFFFF"/>
          </a:solidFill>
          <a:ln w="10160">
            <a:solidFill>
              <a:srgbClr val="E3E7EA"/>
            </a:solidFill>
          </a:ln>
        </p:spPr>
        <p:txBody>
          <a:bodyPr rtlCol="0" anchor="ctr"/>
          <a:lstStyle/>
          <a:p>
            <a:pPr algn="ctr"/>
            <a:endParaRPr/>
          </a:p>
        </p:txBody>
      </p:sp>
      <p:sp>
        <p:nvSpPr>
          <p:cNvPr id="31" name="Rectangle 30"/>
          <p:cNvSpPr/>
          <p:nvPr/>
        </p:nvSpPr>
        <p:spPr>
          <a:xfrm>
            <a:off x="5349240" y="3566160"/>
            <a:ext cx="54864" cy="457200"/>
          </a:xfrm>
          <a:prstGeom prst="rect">
            <a:avLst/>
          </a:prstGeom>
          <a:solidFill>
            <a:srgbClr val="E63946"/>
          </a:solidFill>
          <a:ln w="12700">
            <a:solidFill>
              <a:srgbClr val="E63946"/>
            </a:solidFill>
          </a:ln>
        </p:spPr>
        <p:txBody>
          <a:bodyPr rtlCol="0" anchor="ctr"/>
          <a:lstStyle/>
          <a:p>
            <a:pPr algn="ctr"/>
            <a:endParaRPr/>
          </a:p>
        </p:txBody>
      </p:sp>
      <p:sp>
        <p:nvSpPr>
          <p:cNvPr id="32" name="TextBox 31"/>
          <p:cNvSpPr txBox="1"/>
          <p:nvPr/>
        </p:nvSpPr>
        <p:spPr>
          <a:xfrm>
            <a:off x="5486400" y="3584448"/>
            <a:ext cx="3200400" cy="164592"/>
          </a:xfrm>
          <a:prstGeom prst="rect">
            <a:avLst/>
          </a:prstGeom>
          <a:noFill/>
        </p:spPr>
        <p:txBody>
          <a:bodyPr wrap="square" lIns="0" tIns="0" rIns="0" bIns="0" anchor="ctr">
            <a:spAutoFit/>
          </a:bodyPr>
          <a:lstStyle/>
          <a:p>
            <a:pPr algn="l">
              <a:spcAft>
                <a:spcPts val="0"/>
              </a:spcAft>
            </a:pPr>
            <a:r>
              <a:rPr sz="800" b="1" i="0">
                <a:solidFill>
                  <a:srgbClr val="1B3A6B"/>
                </a:solidFill>
                <a:latin typeface="Calibri"/>
              </a:rPr>
              <a:t>Transición a OFF-GRID</a:t>
            </a:r>
          </a:p>
        </p:txBody>
      </p:sp>
      <p:sp>
        <p:nvSpPr>
          <p:cNvPr id="33" name="TextBox 32"/>
          <p:cNvSpPr txBox="1"/>
          <p:nvPr/>
        </p:nvSpPr>
        <p:spPr>
          <a:xfrm>
            <a:off x="5486400" y="3749040"/>
            <a:ext cx="3200400" cy="274320"/>
          </a:xfrm>
          <a:prstGeom prst="rect">
            <a:avLst/>
          </a:prstGeom>
          <a:noFill/>
        </p:spPr>
        <p:txBody>
          <a:bodyPr wrap="square" lIns="0" tIns="0" rIns="0" bIns="0" anchor="t">
            <a:spAutoFit/>
          </a:bodyPr>
          <a:lstStyle/>
          <a:p>
            <a:pPr algn="l">
              <a:spcAft>
                <a:spcPts val="0"/>
              </a:spcAft>
            </a:pPr>
            <a:r>
              <a:rPr sz="700" b="0" i="0">
                <a:solidFill>
                  <a:srgbClr val="55636E"/>
                </a:solidFill>
                <a:latin typeface="Calibri"/>
              </a:rPr>
              <a:t>Caso formal con Livoltek: 9 casas apagadas 2 min 35 s en el corte del 29/09.</a:t>
            </a:r>
          </a:p>
        </p:txBody>
      </p:sp>
      <p:sp>
        <p:nvSpPr>
          <p:cNvPr id="34" name="Rectangle 33"/>
          <p:cNvSpPr/>
          <p:nvPr/>
        </p:nvSpPr>
        <p:spPr>
          <a:xfrm>
            <a:off x="5349240" y="4069080"/>
            <a:ext cx="3383280" cy="457200"/>
          </a:xfrm>
          <a:prstGeom prst="rect">
            <a:avLst/>
          </a:prstGeom>
          <a:solidFill>
            <a:srgbClr val="FFFFFF"/>
          </a:solidFill>
          <a:ln w="10160">
            <a:solidFill>
              <a:srgbClr val="E3E7EA"/>
            </a:solidFill>
          </a:ln>
        </p:spPr>
        <p:txBody>
          <a:bodyPr rtlCol="0" anchor="ctr"/>
          <a:lstStyle/>
          <a:p>
            <a:pPr algn="ctr"/>
            <a:endParaRPr/>
          </a:p>
        </p:txBody>
      </p:sp>
      <p:sp>
        <p:nvSpPr>
          <p:cNvPr id="35" name="Rectangle 34"/>
          <p:cNvSpPr/>
          <p:nvPr/>
        </p:nvSpPr>
        <p:spPr>
          <a:xfrm>
            <a:off x="5349240" y="4069080"/>
            <a:ext cx="54864" cy="457200"/>
          </a:xfrm>
          <a:prstGeom prst="rect">
            <a:avLst/>
          </a:prstGeom>
          <a:solidFill>
            <a:srgbClr val="C0392B"/>
          </a:solidFill>
          <a:ln w="12700">
            <a:solidFill>
              <a:srgbClr val="C0392B"/>
            </a:solidFill>
          </a:ln>
        </p:spPr>
        <p:txBody>
          <a:bodyPr rtlCol="0" anchor="ctr"/>
          <a:lstStyle/>
          <a:p>
            <a:pPr algn="ctr"/>
            <a:endParaRPr/>
          </a:p>
        </p:txBody>
      </p:sp>
      <p:sp>
        <p:nvSpPr>
          <p:cNvPr id="36" name="TextBox 35"/>
          <p:cNvSpPr txBox="1"/>
          <p:nvPr/>
        </p:nvSpPr>
        <p:spPr>
          <a:xfrm>
            <a:off x="5486400" y="4087368"/>
            <a:ext cx="3200400" cy="164592"/>
          </a:xfrm>
          <a:prstGeom prst="rect">
            <a:avLst/>
          </a:prstGeom>
          <a:noFill/>
        </p:spPr>
        <p:txBody>
          <a:bodyPr wrap="square" lIns="0" tIns="0" rIns="0" bIns="0" anchor="ctr">
            <a:spAutoFit/>
          </a:bodyPr>
          <a:lstStyle/>
          <a:p>
            <a:pPr algn="l">
              <a:spcAft>
                <a:spcPts val="0"/>
              </a:spcAft>
            </a:pPr>
            <a:r>
              <a:rPr sz="800" b="1" i="0">
                <a:solidFill>
                  <a:srgbClr val="1B3A6B"/>
                </a:solidFill>
                <a:latin typeface="Calibri"/>
              </a:rPr>
              <a:t>Durante el corte / retorno</a:t>
            </a:r>
          </a:p>
        </p:txBody>
      </p:sp>
      <p:sp>
        <p:nvSpPr>
          <p:cNvPr id="37" name="TextBox 36"/>
          <p:cNvSpPr txBox="1"/>
          <p:nvPr/>
        </p:nvSpPr>
        <p:spPr>
          <a:xfrm>
            <a:off x="5486400" y="4251960"/>
            <a:ext cx="3200400" cy="274320"/>
          </a:xfrm>
          <a:prstGeom prst="rect">
            <a:avLst/>
          </a:prstGeom>
          <a:noFill/>
        </p:spPr>
        <p:txBody>
          <a:bodyPr wrap="square" lIns="0" tIns="0" rIns="0" bIns="0" anchor="t">
            <a:spAutoFit/>
          </a:bodyPr>
          <a:lstStyle/>
          <a:p>
            <a:pPr algn="l">
              <a:spcAft>
                <a:spcPts val="0"/>
              </a:spcAft>
            </a:pPr>
            <a:r>
              <a:rPr sz="700" b="0" i="0">
                <a:solidFill>
                  <a:srgbClr val="55636E"/>
                </a:solidFill>
                <a:latin typeface="Calibri"/>
              </a:rPr>
              <a:t>Código de falla (Casas 42 y 56) y revisión de la reconexión Deye y Livoltek.</a:t>
            </a:r>
          </a:p>
        </p:txBody>
      </p:sp>
      <p:sp>
        <p:nvSpPr>
          <p:cNvPr id="38" name="TextBox 37"/>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SOC leído cada 15 min. Con SOC ≤ 21% al apagarse la casa = batería sin carga; con SOC suficiente se clasifica por el momento del apagón (inicio, medio o fin).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LOS ABEDULES (CASA 12)</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Casa 12: 37,7% de respaldo por batería sin carga, no por falla del equipo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15</a:t>
            </a:r>
          </a:p>
        </p:txBody>
      </p:sp>
      <p:sp>
        <p:nvSpPr>
          <p:cNvPr id="8" name="Rectangle 7"/>
          <p:cNvSpPr/>
          <p:nvPr/>
        </p:nvSpPr>
        <p:spPr>
          <a:xfrm>
            <a:off x="411480" y="1188720"/>
            <a:ext cx="4114800" cy="2331720"/>
          </a:xfrm>
          <a:prstGeom prst="rect">
            <a:avLst/>
          </a:prstGeom>
          <a:solidFill>
            <a:srgbClr val="FFFFFF"/>
          </a:solidFill>
          <a:ln w="10160">
            <a:solidFill>
              <a:srgbClr val="E3E7EA"/>
            </a:solidFill>
          </a:ln>
        </p:spPr>
        <p:txBody>
          <a:bodyPr rtlCol="0" anchor="ctr"/>
          <a:lstStyle/>
          <a:p>
            <a:pPr algn="ctr"/>
            <a:endParaRPr/>
          </a:p>
        </p:txBody>
      </p:sp>
      <p:sp>
        <p:nvSpPr>
          <p:cNvPr id="9" name="TextBox 8"/>
          <p:cNvSpPr txBox="1"/>
          <p:nvPr/>
        </p:nvSpPr>
        <p:spPr>
          <a:xfrm>
            <a:off x="548640" y="1243584"/>
            <a:ext cx="384048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SOC por hora del día (%)</a:t>
            </a:r>
          </a:p>
        </p:txBody>
      </p:sp>
      <p:graphicFrame>
        <p:nvGraphicFramePr>
          <p:cNvPr id="10" name="Chart 9"/>
          <p:cNvGraphicFramePr>
            <a:graphicFrameLocks noGrp="1"/>
          </p:cNvGraphicFramePr>
          <p:nvPr/>
        </p:nvGraphicFramePr>
        <p:xfrm>
          <a:off x="457200" y="1417320"/>
          <a:ext cx="402336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4617720" y="1188720"/>
            <a:ext cx="4114800" cy="2331720"/>
          </a:xfrm>
          <a:prstGeom prst="rect">
            <a:avLst/>
          </a:prstGeom>
          <a:solidFill>
            <a:srgbClr val="FFFFFF"/>
          </a:solidFill>
          <a:ln w="10160">
            <a:solidFill>
              <a:srgbClr val="E3E7EA"/>
            </a:solidFill>
          </a:ln>
        </p:spPr>
        <p:txBody>
          <a:bodyPr rtlCol="0" anchor="ctr"/>
          <a:lstStyle/>
          <a:p>
            <a:pPr algn="ctr"/>
            <a:endParaRPr/>
          </a:p>
        </p:txBody>
      </p:sp>
      <p:sp>
        <p:nvSpPr>
          <p:cNvPr id="12" name="TextBox 11"/>
          <p:cNvSpPr txBox="1"/>
          <p:nvPr/>
        </p:nvSpPr>
        <p:spPr>
          <a:xfrm>
            <a:off x="4754880" y="1243584"/>
            <a:ext cx="384048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Consumo por hora (kW)</a:t>
            </a:r>
          </a:p>
        </p:txBody>
      </p:sp>
      <p:graphicFrame>
        <p:nvGraphicFramePr>
          <p:cNvPr id="13" name="Chart 12"/>
          <p:cNvGraphicFramePr>
            <a:graphicFrameLocks noGrp="1"/>
          </p:cNvGraphicFramePr>
          <p:nvPr/>
        </p:nvGraphicFramePr>
        <p:xfrm>
          <a:off x="4663440" y="1417320"/>
          <a:ext cx="4023360"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14" name="Rectangle 13"/>
          <p:cNvSpPr/>
          <p:nvPr/>
        </p:nvSpPr>
        <p:spPr>
          <a:xfrm>
            <a:off x="411480" y="3639312"/>
            <a:ext cx="2697480" cy="868680"/>
          </a:xfrm>
          <a:prstGeom prst="rect">
            <a:avLst/>
          </a:prstGeom>
          <a:solidFill>
            <a:srgbClr val="FFFFFF"/>
          </a:solidFill>
          <a:ln w="10160">
            <a:solidFill>
              <a:srgbClr val="E3E7EA"/>
            </a:solidFill>
          </a:ln>
        </p:spPr>
        <p:txBody>
          <a:bodyPr rtlCol="0" anchor="ctr"/>
          <a:lstStyle/>
          <a:p>
            <a:pPr algn="ctr"/>
            <a:endParaRPr/>
          </a:p>
        </p:txBody>
      </p:sp>
      <p:sp>
        <p:nvSpPr>
          <p:cNvPr id="15" name="Rectangle 14"/>
          <p:cNvSpPr/>
          <p:nvPr/>
        </p:nvSpPr>
        <p:spPr>
          <a:xfrm>
            <a:off x="411480" y="3639312"/>
            <a:ext cx="54864" cy="868680"/>
          </a:xfrm>
          <a:prstGeom prst="rect">
            <a:avLst/>
          </a:prstGeom>
          <a:solidFill>
            <a:srgbClr val="F5A623"/>
          </a:solidFill>
          <a:ln w="12700">
            <a:solidFill>
              <a:srgbClr val="F5A623"/>
            </a:solidFill>
          </a:ln>
        </p:spPr>
        <p:txBody>
          <a:bodyPr rtlCol="0" anchor="ctr"/>
          <a:lstStyle/>
          <a:p>
            <a:pPr algn="ctr"/>
            <a:endParaRPr/>
          </a:p>
        </p:txBody>
      </p:sp>
      <p:sp>
        <p:nvSpPr>
          <p:cNvPr id="16" name="TextBox 15"/>
          <p:cNvSpPr txBox="1"/>
          <p:nvPr/>
        </p:nvSpPr>
        <p:spPr>
          <a:xfrm>
            <a:off x="557784" y="3675887"/>
            <a:ext cx="2496312" cy="451713"/>
          </a:xfrm>
          <a:prstGeom prst="rect">
            <a:avLst/>
          </a:prstGeom>
          <a:noFill/>
        </p:spPr>
        <p:txBody>
          <a:bodyPr wrap="square" lIns="0" tIns="0" rIns="0" bIns="0" anchor="ctr">
            <a:spAutoFit/>
          </a:bodyPr>
          <a:lstStyle/>
          <a:p>
            <a:pPr algn="l">
              <a:spcAft>
                <a:spcPts val="0"/>
              </a:spcAft>
            </a:pPr>
            <a:r>
              <a:rPr sz="1900" b="1" i="0">
                <a:solidFill>
                  <a:srgbClr val="F5A623"/>
                </a:solidFill>
                <a:latin typeface="Calibri"/>
              </a:rPr>
              <a:t>30,6 kWh</a:t>
            </a:r>
          </a:p>
        </p:txBody>
      </p:sp>
      <p:sp>
        <p:nvSpPr>
          <p:cNvPr id="17" name="TextBox 16"/>
          <p:cNvSpPr txBox="1"/>
          <p:nvPr/>
        </p:nvSpPr>
        <p:spPr>
          <a:xfrm>
            <a:off x="557784" y="4108399"/>
            <a:ext cx="2496312" cy="191109"/>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consumo nocturno (18:00 a 06:00) vs 10,2 kWh de la mediana</a:t>
            </a:r>
          </a:p>
        </p:txBody>
      </p:sp>
      <p:sp>
        <p:nvSpPr>
          <p:cNvPr id="18" name="Rectangle 17"/>
          <p:cNvSpPr/>
          <p:nvPr/>
        </p:nvSpPr>
        <p:spPr>
          <a:xfrm>
            <a:off x="3246120" y="3639312"/>
            <a:ext cx="2697480" cy="868680"/>
          </a:xfrm>
          <a:prstGeom prst="rect">
            <a:avLst/>
          </a:prstGeom>
          <a:solidFill>
            <a:srgbClr val="FFFFFF"/>
          </a:solidFill>
          <a:ln w="10160">
            <a:solidFill>
              <a:srgbClr val="E3E7EA"/>
            </a:solidFill>
          </a:ln>
        </p:spPr>
        <p:txBody>
          <a:bodyPr rtlCol="0" anchor="ctr"/>
          <a:lstStyle/>
          <a:p>
            <a:pPr algn="ctr"/>
            <a:endParaRPr/>
          </a:p>
        </p:txBody>
      </p:sp>
      <p:sp>
        <p:nvSpPr>
          <p:cNvPr id="19" name="Rectangle 18"/>
          <p:cNvSpPr/>
          <p:nvPr/>
        </p:nvSpPr>
        <p:spPr>
          <a:xfrm>
            <a:off x="3246120" y="3639312"/>
            <a:ext cx="54864" cy="868680"/>
          </a:xfrm>
          <a:prstGeom prst="rect">
            <a:avLst/>
          </a:prstGeom>
          <a:solidFill>
            <a:srgbClr val="E63946"/>
          </a:solidFill>
          <a:ln w="12700">
            <a:solidFill>
              <a:srgbClr val="E63946"/>
            </a:solidFill>
          </a:ln>
        </p:spPr>
        <p:txBody>
          <a:bodyPr rtlCol="0" anchor="ctr"/>
          <a:lstStyle/>
          <a:p>
            <a:pPr algn="ctr"/>
            <a:endParaRPr/>
          </a:p>
        </p:txBody>
      </p:sp>
      <p:sp>
        <p:nvSpPr>
          <p:cNvPr id="20" name="TextBox 19"/>
          <p:cNvSpPr txBox="1"/>
          <p:nvPr/>
        </p:nvSpPr>
        <p:spPr>
          <a:xfrm>
            <a:off x="3392424" y="3675887"/>
            <a:ext cx="2496312" cy="451713"/>
          </a:xfrm>
          <a:prstGeom prst="rect">
            <a:avLst/>
          </a:prstGeom>
          <a:noFill/>
        </p:spPr>
        <p:txBody>
          <a:bodyPr wrap="square" lIns="0" tIns="0" rIns="0" bIns="0" anchor="ctr">
            <a:spAutoFit/>
          </a:bodyPr>
          <a:lstStyle/>
          <a:p>
            <a:pPr algn="l">
              <a:spcAft>
                <a:spcPts val="0"/>
              </a:spcAft>
            </a:pPr>
            <a:r>
              <a:rPr sz="1900" b="1" i="0">
                <a:solidFill>
                  <a:srgbClr val="E63946"/>
                </a:solidFill>
                <a:latin typeface="Calibri"/>
              </a:rPr>
              <a:t>15%</a:t>
            </a:r>
          </a:p>
        </p:txBody>
      </p:sp>
      <p:sp>
        <p:nvSpPr>
          <p:cNvPr id="21" name="TextBox 20"/>
          <p:cNvSpPr txBox="1"/>
          <p:nvPr/>
        </p:nvSpPr>
        <p:spPr>
          <a:xfrm>
            <a:off x="3392424" y="4108399"/>
            <a:ext cx="2496312" cy="191109"/>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SOC al iniciar los cortes del 20 y 22/09</a:t>
            </a:r>
          </a:p>
        </p:txBody>
      </p:sp>
      <p:sp>
        <p:nvSpPr>
          <p:cNvPr id="22" name="Rectangle 21"/>
          <p:cNvSpPr/>
          <p:nvPr/>
        </p:nvSpPr>
        <p:spPr>
          <a:xfrm>
            <a:off x="6080760" y="3639312"/>
            <a:ext cx="2697480" cy="868680"/>
          </a:xfrm>
          <a:prstGeom prst="rect">
            <a:avLst/>
          </a:prstGeom>
          <a:solidFill>
            <a:srgbClr val="FFFFFF"/>
          </a:solidFill>
          <a:ln w="10160">
            <a:solidFill>
              <a:srgbClr val="E3E7EA"/>
            </a:solidFill>
          </a:ln>
        </p:spPr>
        <p:txBody>
          <a:bodyPr rtlCol="0" anchor="ctr"/>
          <a:lstStyle/>
          <a:p>
            <a:pPr algn="ctr"/>
            <a:endParaRPr/>
          </a:p>
        </p:txBody>
      </p:sp>
      <p:sp>
        <p:nvSpPr>
          <p:cNvPr id="23" name="Rectangle 22"/>
          <p:cNvSpPr/>
          <p:nvPr/>
        </p:nvSpPr>
        <p:spPr>
          <a:xfrm>
            <a:off x="6080760" y="3639312"/>
            <a:ext cx="54864" cy="868680"/>
          </a:xfrm>
          <a:prstGeom prst="rect">
            <a:avLst/>
          </a:prstGeom>
          <a:solidFill>
            <a:srgbClr val="1B3A6B"/>
          </a:solidFill>
          <a:ln w="12700">
            <a:solidFill>
              <a:srgbClr val="1B3A6B"/>
            </a:solidFill>
          </a:ln>
        </p:spPr>
        <p:txBody>
          <a:bodyPr rtlCol="0" anchor="ctr"/>
          <a:lstStyle/>
          <a:p>
            <a:pPr algn="ctr"/>
            <a:endParaRPr/>
          </a:p>
        </p:txBody>
      </p:sp>
      <p:sp>
        <p:nvSpPr>
          <p:cNvPr id="24" name="TextBox 23"/>
          <p:cNvSpPr txBox="1"/>
          <p:nvPr/>
        </p:nvSpPr>
        <p:spPr>
          <a:xfrm>
            <a:off x="6227064" y="3675887"/>
            <a:ext cx="2496312" cy="451713"/>
          </a:xfrm>
          <a:prstGeom prst="rect">
            <a:avLst/>
          </a:prstGeom>
          <a:noFill/>
        </p:spPr>
        <p:txBody>
          <a:bodyPr wrap="square" lIns="0" tIns="0" rIns="0" bIns="0" anchor="ctr">
            <a:spAutoFit/>
          </a:bodyPr>
          <a:lstStyle/>
          <a:p>
            <a:pPr algn="l">
              <a:spcAft>
                <a:spcPts val="0"/>
              </a:spcAft>
            </a:pPr>
            <a:r>
              <a:rPr sz="1900" b="1" i="0">
                <a:solidFill>
                  <a:srgbClr val="1B3A6B"/>
                </a:solidFill>
                <a:latin typeface="Calibri"/>
              </a:rPr>
              <a:t>4,1 h</a:t>
            </a:r>
          </a:p>
        </p:txBody>
      </p:sp>
      <p:sp>
        <p:nvSpPr>
          <p:cNvPr id="25" name="TextBox 24"/>
          <p:cNvSpPr txBox="1"/>
          <p:nvPr/>
        </p:nvSpPr>
        <p:spPr>
          <a:xfrm>
            <a:off x="6227064" y="4108399"/>
            <a:ext cx="2496312" cy="191109"/>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sin respaldo en septiembre (74% del total de Casa 12)</a:t>
            </a:r>
          </a:p>
        </p:txBody>
      </p:sp>
      <p:sp>
        <p:nvSpPr>
          <p:cNvPr id="26" name="TextBox 25"/>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Casa 12: Livoltek HP3-15KL2, 13,1 kWp. Acciones: reserva mínima de SOC nocturna, mover consumos al día o evaluar más capacidad de batería.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FALLAS DE EQUIPO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Cuatro casos de falla de equipo para gestionar con Livoltek y Deye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16</a:t>
            </a:r>
          </a:p>
        </p:txBody>
      </p:sp>
      <p:graphicFrame>
        <p:nvGraphicFramePr>
          <p:cNvPr id="8" name="Table 7"/>
          <p:cNvGraphicFramePr>
            <a:graphicFrameLocks noGrp="1"/>
          </p:cNvGraphicFramePr>
          <p:nvPr/>
        </p:nvGraphicFramePr>
        <p:xfrm>
          <a:off x="411480" y="1188720"/>
          <a:ext cx="8321039" cy="2542032"/>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3566159">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74320">
                <a:tc>
                  <a:txBody>
                    <a:bodyPr/>
                    <a:lstStyle/>
                    <a:p>
                      <a:pPr algn="l"/>
                      <a:r>
                        <a:rPr sz="800" b="1">
                          <a:solidFill>
                            <a:srgbClr val="FFFFFF"/>
                          </a:solidFill>
                          <a:latin typeface="Calibri"/>
                        </a:rPr>
                        <a:t>Caso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800" b="1">
                          <a:solidFill>
                            <a:srgbClr val="FFFFFF"/>
                          </a:solidFill>
                          <a:latin typeface="Calibri"/>
                        </a:rPr>
                        <a:t>Qué se observó</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800" b="1">
                          <a:solidFill>
                            <a:srgbClr val="FFFFFF"/>
                          </a:solidFill>
                          <a:latin typeface="Calibri"/>
                        </a:rPr>
                        <a:t>Impacto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800" b="1">
                          <a:solidFill>
                            <a:srgbClr val="FFFFFF"/>
                          </a:solidFill>
                          <a:latin typeface="Calibri"/>
                        </a:rPr>
                        <a:t>Acción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extLst>
                  <a:ext uri="{0D108BD9-81ED-4DB2-BD59-A6C34878D82A}">
                    <a16:rowId xmlns:a16="http://schemas.microsoft.com/office/drawing/2014/main" val="10000"/>
                  </a:ext>
                </a:extLst>
              </a:tr>
              <a:tr h="566928">
                <a:tc>
                  <a:txBody>
                    <a:bodyPr/>
                    <a:lstStyle/>
                    <a:p>
                      <a:pPr algn="l"/>
                      <a:r>
                        <a:rPr sz="819" b="1">
                          <a:solidFill>
                            <a:srgbClr val="333333"/>
                          </a:solidFill>
                          <a:latin typeface="Calibri"/>
                        </a:rPr>
                        <a:t>Transición a OFF-GRID
Livoltek · Reservas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29/09: 9 de 15 casas se apagaron 2 min 35 s al inicio del corte (SOC 82 - 100%).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0,45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Caso formal con Livoltek</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extLst>
                  <a:ext uri="{0D108BD9-81ED-4DB2-BD59-A6C34878D82A}">
                    <a16:rowId xmlns:a16="http://schemas.microsoft.com/office/drawing/2014/main" val="10001"/>
                  </a:ext>
                </a:extLst>
              </a:tr>
              <a:tr h="566928">
                <a:tc>
                  <a:txBody>
                    <a:bodyPr/>
                    <a:lstStyle/>
                    <a:p>
                      <a:pPr algn="l"/>
                      <a:r>
                        <a:rPr sz="819" b="1">
                          <a:solidFill>
                            <a:srgbClr val="333333"/>
                          </a:solidFill>
                          <a:latin typeface="Calibri"/>
                        </a:rPr>
                        <a:t>Falla a mitad del corte
Casas 42 y 56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29/09: 8 min sin energía con SOC 100% (485 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0,27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Pedir código de falla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extLst>
                  <a:ext uri="{0D108BD9-81ED-4DB2-BD59-A6C34878D82A}">
                    <a16:rowId xmlns:a16="http://schemas.microsoft.com/office/drawing/2014/main" val="10002"/>
                  </a:ext>
                </a:extLst>
              </a:tr>
              <a:tr h="566928">
                <a:tc>
                  <a:txBody>
                    <a:bodyPr/>
                    <a:lstStyle/>
                    <a:p>
                      <a:pPr algn="l"/>
                      <a:r>
                        <a:rPr sz="819" b="1">
                          <a:solidFill>
                            <a:srgbClr val="333333"/>
                          </a:solidFill>
                          <a:latin typeface="Calibri"/>
                        </a:rPr>
                        <a:t>Retorno a la red
Deye y Livoltek</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Al volver la red, 31 casas se apagaron unos segundos (Deye ≈ 31 s, Livoltek ≈ 15 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0,32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Revisar reconexión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extLst>
                  <a:ext uri="{0D108BD9-81ED-4DB2-BD59-A6C34878D82A}">
                    <a16:rowId xmlns:a16="http://schemas.microsoft.com/office/drawing/2014/main" val="10003"/>
                  </a:ext>
                </a:extLst>
              </a:tr>
              <a:tr h="566928">
                <a:tc>
                  <a:txBody>
                    <a:bodyPr/>
                    <a:lstStyle/>
                    <a:p>
                      <a:pPr algn="l"/>
                      <a:r>
                        <a:rPr sz="819" b="1">
                          <a:solidFill>
                            <a:srgbClr val="333333"/>
                          </a:solidFill>
                          <a:latin typeface="Calibri"/>
                        </a:rPr>
                        <a:t>Alarmas de inversor
13 casas · 25 alarmas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Casa 382p (25,9 h), Casa 74 (8 alarmas) y Casa 48 (17,3 h): fallas largas; el resto son de 15 - 30 min.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No afecta el INIC</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Revisar con el fabricante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411480" y="3840480"/>
            <a:ext cx="2697480" cy="713232"/>
          </a:xfrm>
          <a:prstGeom prst="rect">
            <a:avLst/>
          </a:prstGeom>
          <a:solidFill>
            <a:srgbClr val="FFFFFF"/>
          </a:solidFill>
          <a:ln w="10160">
            <a:solidFill>
              <a:srgbClr val="E3E7EA"/>
            </a:solidFill>
          </a:ln>
        </p:spPr>
        <p:txBody>
          <a:bodyPr rtlCol="0" anchor="ctr"/>
          <a:lstStyle/>
          <a:p>
            <a:pPr algn="ctr"/>
            <a:endParaRPr/>
          </a:p>
        </p:txBody>
      </p:sp>
      <p:sp>
        <p:nvSpPr>
          <p:cNvPr id="10" name="Rectangle 9"/>
          <p:cNvSpPr/>
          <p:nvPr/>
        </p:nvSpPr>
        <p:spPr>
          <a:xfrm>
            <a:off x="411480" y="3840480"/>
            <a:ext cx="54864" cy="713232"/>
          </a:xfrm>
          <a:prstGeom prst="rect">
            <a:avLst/>
          </a:prstGeom>
          <a:solidFill>
            <a:srgbClr val="E63946"/>
          </a:solidFill>
          <a:ln w="12700">
            <a:solidFill>
              <a:srgbClr val="E63946"/>
            </a:solidFill>
          </a:ln>
        </p:spPr>
        <p:txBody>
          <a:bodyPr rtlCol="0" anchor="ctr"/>
          <a:lstStyle/>
          <a:p>
            <a:pPr algn="ctr"/>
            <a:endParaRPr/>
          </a:p>
        </p:txBody>
      </p:sp>
      <p:sp>
        <p:nvSpPr>
          <p:cNvPr id="11" name="TextBox 10"/>
          <p:cNvSpPr txBox="1"/>
          <p:nvPr/>
        </p:nvSpPr>
        <p:spPr>
          <a:xfrm>
            <a:off x="557784" y="3877056"/>
            <a:ext cx="2496312" cy="370880"/>
          </a:xfrm>
          <a:prstGeom prst="rect">
            <a:avLst/>
          </a:prstGeom>
          <a:noFill/>
        </p:spPr>
        <p:txBody>
          <a:bodyPr wrap="square" lIns="0" tIns="0" rIns="0" bIns="0" anchor="ctr">
            <a:spAutoFit/>
          </a:bodyPr>
          <a:lstStyle/>
          <a:p>
            <a:pPr algn="l">
              <a:spcAft>
                <a:spcPts val="0"/>
              </a:spcAft>
            </a:pPr>
            <a:r>
              <a:rPr sz="1800" b="1" i="0">
                <a:solidFill>
                  <a:srgbClr val="E63946"/>
                </a:solidFill>
                <a:latin typeface="Calibri"/>
              </a:rPr>
              <a:t>9 + 2</a:t>
            </a:r>
          </a:p>
        </p:txBody>
      </p:sp>
      <p:sp>
        <p:nvSpPr>
          <p:cNvPr id="12" name="TextBox 11"/>
          <p:cNvSpPr txBox="1"/>
          <p:nvPr/>
        </p:nvSpPr>
        <p:spPr>
          <a:xfrm>
            <a:off x="557784" y="4225625"/>
            <a:ext cx="2496312" cy="156911"/>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casas Livoltek con falla de transición el 29/09</a:t>
            </a:r>
          </a:p>
        </p:txBody>
      </p:sp>
      <p:sp>
        <p:nvSpPr>
          <p:cNvPr id="13" name="Rectangle 12"/>
          <p:cNvSpPr/>
          <p:nvPr/>
        </p:nvSpPr>
        <p:spPr>
          <a:xfrm>
            <a:off x="3246120" y="3840480"/>
            <a:ext cx="2697480" cy="713232"/>
          </a:xfrm>
          <a:prstGeom prst="rect">
            <a:avLst/>
          </a:prstGeom>
          <a:solidFill>
            <a:srgbClr val="FFFFFF"/>
          </a:solidFill>
          <a:ln w="10160">
            <a:solidFill>
              <a:srgbClr val="E3E7EA"/>
            </a:solidFill>
          </a:ln>
        </p:spPr>
        <p:txBody>
          <a:bodyPr rtlCol="0" anchor="ctr"/>
          <a:lstStyle/>
          <a:p>
            <a:pPr algn="ctr"/>
            <a:endParaRPr/>
          </a:p>
        </p:txBody>
      </p:sp>
      <p:sp>
        <p:nvSpPr>
          <p:cNvPr id="14" name="Rectangle 13"/>
          <p:cNvSpPr/>
          <p:nvPr/>
        </p:nvSpPr>
        <p:spPr>
          <a:xfrm>
            <a:off x="3246120" y="3840480"/>
            <a:ext cx="54864" cy="713232"/>
          </a:xfrm>
          <a:prstGeom prst="rect">
            <a:avLst/>
          </a:prstGeom>
          <a:solidFill>
            <a:srgbClr val="F5A623"/>
          </a:solidFill>
          <a:ln w="12700">
            <a:solidFill>
              <a:srgbClr val="F5A623"/>
            </a:solidFill>
          </a:ln>
        </p:spPr>
        <p:txBody>
          <a:bodyPr rtlCol="0" anchor="ctr"/>
          <a:lstStyle/>
          <a:p>
            <a:pPr algn="ctr"/>
            <a:endParaRPr/>
          </a:p>
        </p:txBody>
      </p:sp>
      <p:sp>
        <p:nvSpPr>
          <p:cNvPr id="15" name="TextBox 14"/>
          <p:cNvSpPr txBox="1"/>
          <p:nvPr/>
        </p:nvSpPr>
        <p:spPr>
          <a:xfrm>
            <a:off x="3392424" y="3877056"/>
            <a:ext cx="2496312" cy="370880"/>
          </a:xfrm>
          <a:prstGeom prst="rect">
            <a:avLst/>
          </a:prstGeom>
          <a:noFill/>
        </p:spPr>
        <p:txBody>
          <a:bodyPr wrap="square" lIns="0" tIns="0" rIns="0" bIns="0" anchor="ctr">
            <a:spAutoFit/>
          </a:bodyPr>
          <a:lstStyle/>
          <a:p>
            <a:pPr algn="l">
              <a:spcAft>
                <a:spcPts val="0"/>
              </a:spcAft>
            </a:pPr>
            <a:r>
              <a:rPr sz="1800" b="1" i="0">
                <a:solidFill>
                  <a:srgbClr val="F5A623"/>
                </a:solidFill>
                <a:latin typeface="Calibri"/>
              </a:rPr>
              <a:t>1,0 h</a:t>
            </a:r>
          </a:p>
        </p:txBody>
      </p:sp>
      <p:sp>
        <p:nvSpPr>
          <p:cNvPr id="16" name="TextBox 15"/>
          <p:cNvSpPr txBox="1"/>
          <p:nvPr/>
        </p:nvSpPr>
        <p:spPr>
          <a:xfrm>
            <a:off x="3392424" y="4225625"/>
            <a:ext cx="2496312" cy="156911"/>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sin respaldo por falla o demora de equipo</a:t>
            </a:r>
          </a:p>
        </p:txBody>
      </p:sp>
      <p:sp>
        <p:nvSpPr>
          <p:cNvPr id="17" name="Rectangle 16"/>
          <p:cNvSpPr/>
          <p:nvPr/>
        </p:nvSpPr>
        <p:spPr>
          <a:xfrm>
            <a:off x="6080760" y="3840480"/>
            <a:ext cx="2697480" cy="713232"/>
          </a:xfrm>
          <a:prstGeom prst="rect">
            <a:avLst/>
          </a:prstGeom>
          <a:solidFill>
            <a:srgbClr val="FFFFFF"/>
          </a:solidFill>
          <a:ln w="10160">
            <a:solidFill>
              <a:srgbClr val="E3E7EA"/>
            </a:solidFill>
          </a:ln>
        </p:spPr>
        <p:txBody>
          <a:bodyPr rtlCol="0" anchor="ctr"/>
          <a:lstStyle/>
          <a:p>
            <a:pPr algn="ctr"/>
            <a:endParaRPr/>
          </a:p>
        </p:txBody>
      </p:sp>
      <p:sp>
        <p:nvSpPr>
          <p:cNvPr id="18" name="Rectangle 17"/>
          <p:cNvSpPr/>
          <p:nvPr/>
        </p:nvSpPr>
        <p:spPr>
          <a:xfrm>
            <a:off x="6080760" y="3840480"/>
            <a:ext cx="54864" cy="713232"/>
          </a:xfrm>
          <a:prstGeom prst="rect">
            <a:avLst/>
          </a:prstGeom>
          <a:solidFill>
            <a:srgbClr val="1B3A6B"/>
          </a:solidFill>
          <a:ln w="12700">
            <a:solidFill>
              <a:srgbClr val="1B3A6B"/>
            </a:solidFill>
          </a:ln>
        </p:spPr>
        <p:txBody>
          <a:bodyPr rtlCol="0" anchor="ctr"/>
          <a:lstStyle/>
          <a:p>
            <a:pPr algn="ctr"/>
            <a:endParaRPr/>
          </a:p>
        </p:txBody>
      </p:sp>
      <p:sp>
        <p:nvSpPr>
          <p:cNvPr id="19" name="TextBox 18"/>
          <p:cNvSpPr txBox="1"/>
          <p:nvPr/>
        </p:nvSpPr>
        <p:spPr>
          <a:xfrm>
            <a:off x="6227064" y="3877056"/>
            <a:ext cx="2496312" cy="370880"/>
          </a:xfrm>
          <a:prstGeom prst="rect">
            <a:avLst/>
          </a:prstGeom>
          <a:noFill/>
        </p:spPr>
        <p:txBody>
          <a:bodyPr wrap="square" lIns="0" tIns="0" rIns="0" bIns="0" anchor="ctr">
            <a:spAutoFit/>
          </a:bodyPr>
          <a:lstStyle/>
          <a:p>
            <a:pPr algn="l">
              <a:spcAft>
                <a:spcPts val="0"/>
              </a:spcAft>
            </a:pPr>
            <a:r>
              <a:rPr sz="1800" b="1" i="0">
                <a:solidFill>
                  <a:srgbClr val="1B3A6B"/>
                </a:solidFill>
                <a:latin typeface="Calibri"/>
              </a:rPr>
              <a:t>25</a:t>
            </a:r>
          </a:p>
        </p:txBody>
      </p:sp>
      <p:sp>
        <p:nvSpPr>
          <p:cNvPr id="20" name="TextBox 19"/>
          <p:cNvSpPr txBox="1"/>
          <p:nvPr/>
        </p:nvSpPr>
        <p:spPr>
          <a:xfrm>
            <a:off x="6227064" y="4225625"/>
            <a:ext cx="2496312" cy="156911"/>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alarmas de falla de inversor en 13 casas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PLAN DE ACCIÓN</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2100" b="1" i="0">
                <a:solidFill>
                  <a:srgbClr val="1B3A6B"/>
                </a:solidFill>
                <a:latin typeface="Calibri"/>
              </a:rPr>
              <a:t>Cinco acciones para llevar el respaldo de 94,8% hacia 99%</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17</a:t>
            </a:r>
          </a:p>
        </p:txBody>
      </p:sp>
      <p:sp>
        <p:nvSpPr>
          <p:cNvPr id="8" name="Rectangle 7"/>
          <p:cNvSpPr/>
          <p:nvPr/>
        </p:nvSpPr>
        <p:spPr>
          <a:xfrm>
            <a:off x="411480" y="1207008"/>
            <a:ext cx="8321040" cy="530352"/>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207008"/>
            <a:ext cx="54864" cy="530352"/>
          </a:xfrm>
          <a:prstGeom prst="rect">
            <a:avLst/>
          </a:prstGeom>
          <a:solidFill>
            <a:srgbClr val="E63946"/>
          </a:solidFill>
          <a:ln w="12700">
            <a:solidFill>
              <a:srgbClr val="E63946"/>
            </a:solidFill>
          </a:ln>
        </p:spPr>
        <p:txBody>
          <a:bodyPr rtlCol="0" anchor="ctr"/>
          <a:lstStyle/>
          <a:p>
            <a:pPr algn="ctr"/>
            <a:endParaRPr/>
          </a:p>
        </p:txBody>
      </p:sp>
      <p:sp>
        <p:nvSpPr>
          <p:cNvPr id="10" name="Oval 9"/>
          <p:cNvSpPr/>
          <p:nvPr/>
        </p:nvSpPr>
        <p:spPr>
          <a:xfrm>
            <a:off x="594360" y="1316736"/>
            <a:ext cx="310896" cy="310896"/>
          </a:xfrm>
          <a:prstGeom prst="ellipse">
            <a:avLst/>
          </a:prstGeom>
          <a:solidFill>
            <a:srgbClr val="E63946"/>
          </a:solidFill>
          <a:ln w="12700">
            <a:solidFill>
              <a:srgbClr val="E63946"/>
            </a:solidFill>
          </a:ln>
        </p:spPr>
        <p:txBody>
          <a:bodyPr rtlCol="0" anchor="ctr"/>
          <a:lstStyle/>
          <a:p>
            <a:pPr algn="ctr"/>
            <a:endParaRPr/>
          </a:p>
        </p:txBody>
      </p:sp>
      <p:sp>
        <p:nvSpPr>
          <p:cNvPr id="11" name="TextBox 10"/>
          <p:cNvSpPr txBox="1"/>
          <p:nvPr/>
        </p:nvSpPr>
        <p:spPr>
          <a:xfrm>
            <a:off x="594360" y="1316736"/>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1</a:t>
            </a:r>
          </a:p>
        </p:txBody>
      </p:sp>
      <p:sp>
        <p:nvSpPr>
          <p:cNvPr id="12" name="TextBox 11"/>
          <p:cNvSpPr txBox="1"/>
          <p:nvPr/>
        </p:nvSpPr>
        <p:spPr>
          <a:xfrm>
            <a:off x="1051560" y="1234440"/>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Caso formal con Livoltek</a:t>
            </a:r>
          </a:p>
        </p:txBody>
      </p:sp>
      <p:sp>
        <p:nvSpPr>
          <p:cNvPr id="13" name="TextBox 12"/>
          <p:cNvSpPr txBox="1"/>
          <p:nvPr/>
        </p:nvSpPr>
        <p:spPr>
          <a:xfrm>
            <a:off x="1051560" y="1472184"/>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Transición a OFF-GRID: 9 casas del 29/09 y Casas 42 y 56</a:t>
            </a:r>
          </a:p>
        </p:txBody>
      </p:sp>
      <p:sp>
        <p:nvSpPr>
          <p:cNvPr id="14" name="Rounded Rectangle 13"/>
          <p:cNvSpPr/>
          <p:nvPr/>
        </p:nvSpPr>
        <p:spPr>
          <a:xfrm>
            <a:off x="7269480" y="1335024"/>
            <a:ext cx="1325880" cy="274320"/>
          </a:xfrm>
          <a:prstGeom prst="roundRect">
            <a:avLst/>
          </a:prstGeom>
          <a:solidFill>
            <a:srgbClr val="E63946"/>
          </a:solidFill>
          <a:ln w="12700">
            <a:solidFill>
              <a:srgbClr val="E63946"/>
            </a:solidFill>
          </a:ln>
        </p:spPr>
        <p:txBody>
          <a:bodyPr rtlCol="0" anchor="ctr"/>
          <a:lstStyle/>
          <a:p>
            <a:pPr algn="ctr"/>
            <a:endParaRPr/>
          </a:p>
        </p:txBody>
      </p:sp>
      <p:sp>
        <p:nvSpPr>
          <p:cNvPr id="15" name="TextBox 14"/>
          <p:cNvSpPr txBox="1"/>
          <p:nvPr/>
        </p:nvSpPr>
        <p:spPr>
          <a:xfrm>
            <a:off x="7269480" y="1335024"/>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0,72 h</a:t>
            </a:r>
          </a:p>
        </p:txBody>
      </p:sp>
      <p:sp>
        <p:nvSpPr>
          <p:cNvPr id="16" name="Rectangle 15"/>
          <p:cNvSpPr/>
          <p:nvPr/>
        </p:nvSpPr>
        <p:spPr>
          <a:xfrm>
            <a:off x="411480" y="1810512"/>
            <a:ext cx="8321040" cy="530352"/>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411480" y="1810512"/>
            <a:ext cx="54864" cy="530352"/>
          </a:xfrm>
          <a:prstGeom prst="rect">
            <a:avLst/>
          </a:prstGeom>
          <a:solidFill>
            <a:srgbClr val="F5A623"/>
          </a:solidFill>
          <a:ln w="12700">
            <a:solidFill>
              <a:srgbClr val="F5A623"/>
            </a:solidFill>
          </a:ln>
        </p:spPr>
        <p:txBody>
          <a:bodyPr rtlCol="0" anchor="ctr"/>
          <a:lstStyle/>
          <a:p>
            <a:pPr algn="ctr"/>
            <a:endParaRPr/>
          </a:p>
        </p:txBody>
      </p:sp>
      <p:sp>
        <p:nvSpPr>
          <p:cNvPr id="18" name="Oval 17"/>
          <p:cNvSpPr/>
          <p:nvPr/>
        </p:nvSpPr>
        <p:spPr>
          <a:xfrm>
            <a:off x="594360" y="1920240"/>
            <a:ext cx="310896" cy="310896"/>
          </a:xfrm>
          <a:prstGeom prst="ellipse">
            <a:avLst/>
          </a:prstGeom>
          <a:solidFill>
            <a:srgbClr val="F5A623"/>
          </a:solidFill>
          <a:ln w="12700">
            <a:solidFill>
              <a:srgbClr val="F5A623"/>
            </a:solidFill>
          </a:ln>
        </p:spPr>
        <p:txBody>
          <a:bodyPr rtlCol="0" anchor="ctr"/>
          <a:lstStyle/>
          <a:p>
            <a:pPr algn="ctr"/>
            <a:endParaRPr/>
          </a:p>
        </p:txBody>
      </p:sp>
      <p:sp>
        <p:nvSpPr>
          <p:cNvPr id="19" name="TextBox 18"/>
          <p:cNvSpPr txBox="1"/>
          <p:nvPr/>
        </p:nvSpPr>
        <p:spPr>
          <a:xfrm>
            <a:off x="594360" y="1920240"/>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2</a:t>
            </a:r>
          </a:p>
        </p:txBody>
      </p:sp>
      <p:sp>
        <p:nvSpPr>
          <p:cNvPr id="20" name="TextBox 19"/>
          <p:cNvSpPr txBox="1"/>
          <p:nvPr/>
        </p:nvSpPr>
        <p:spPr>
          <a:xfrm>
            <a:off x="1051560" y="1837943"/>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Reserva mínima de SOC nocturna</a:t>
            </a:r>
          </a:p>
        </p:txBody>
      </p:sp>
      <p:sp>
        <p:nvSpPr>
          <p:cNvPr id="21" name="TextBox 20"/>
          <p:cNvSpPr txBox="1"/>
          <p:nvPr/>
        </p:nvSpPr>
        <p:spPr>
          <a:xfrm>
            <a:off x="1051560" y="2075688"/>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Casas 12 y 93p (y revisar 23, 15p, 102p)</a:t>
            </a:r>
          </a:p>
        </p:txBody>
      </p:sp>
      <p:sp>
        <p:nvSpPr>
          <p:cNvPr id="22" name="Rounded Rectangle 21"/>
          <p:cNvSpPr/>
          <p:nvPr/>
        </p:nvSpPr>
        <p:spPr>
          <a:xfrm>
            <a:off x="7269480" y="1938528"/>
            <a:ext cx="1325880" cy="274320"/>
          </a:xfrm>
          <a:prstGeom prst="roundRect">
            <a:avLst/>
          </a:prstGeom>
          <a:solidFill>
            <a:srgbClr val="F5A623"/>
          </a:solidFill>
          <a:ln w="12700">
            <a:solidFill>
              <a:srgbClr val="F5A623"/>
            </a:solidFill>
          </a:ln>
        </p:spPr>
        <p:txBody>
          <a:bodyPr rtlCol="0" anchor="ctr"/>
          <a:lstStyle/>
          <a:p>
            <a:pPr algn="ctr"/>
            <a:endParaRPr/>
          </a:p>
        </p:txBody>
      </p:sp>
      <p:sp>
        <p:nvSpPr>
          <p:cNvPr id="23" name="TextBox 22"/>
          <p:cNvSpPr txBox="1"/>
          <p:nvPr/>
        </p:nvSpPr>
        <p:spPr>
          <a:xfrm>
            <a:off x="7269480" y="1938528"/>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4,5 h</a:t>
            </a:r>
          </a:p>
        </p:txBody>
      </p:sp>
      <p:sp>
        <p:nvSpPr>
          <p:cNvPr id="24" name="Rectangle 23"/>
          <p:cNvSpPr/>
          <p:nvPr/>
        </p:nvSpPr>
        <p:spPr>
          <a:xfrm>
            <a:off x="411480" y="2414016"/>
            <a:ext cx="8321040" cy="530352"/>
          </a:xfrm>
          <a:prstGeom prst="rect">
            <a:avLst/>
          </a:prstGeom>
          <a:solidFill>
            <a:srgbClr val="FFFFFF"/>
          </a:solidFill>
          <a:ln w="10160">
            <a:solidFill>
              <a:srgbClr val="E3E7EA"/>
            </a:solidFill>
          </a:ln>
        </p:spPr>
        <p:txBody>
          <a:bodyPr rtlCol="0" anchor="ctr"/>
          <a:lstStyle/>
          <a:p>
            <a:pPr algn="ctr"/>
            <a:endParaRPr/>
          </a:p>
        </p:txBody>
      </p:sp>
      <p:sp>
        <p:nvSpPr>
          <p:cNvPr id="25" name="Rectangle 24"/>
          <p:cNvSpPr/>
          <p:nvPr/>
        </p:nvSpPr>
        <p:spPr>
          <a:xfrm>
            <a:off x="411480" y="2414016"/>
            <a:ext cx="54864" cy="530352"/>
          </a:xfrm>
          <a:prstGeom prst="rect">
            <a:avLst/>
          </a:prstGeom>
          <a:solidFill>
            <a:srgbClr val="C0392B"/>
          </a:solidFill>
          <a:ln w="12700">
            <a:solidFill>
              <a:srgbClr val="C0392B"/>
            </a:solidFill>
          </a:ln>
        </p:spPr>
        <p:txBody>
          <a:bodyPr rtlCol="0" anchor="ctr"/>
          <a:lstStyle/>
          <a:p>
            <a:pPr algn="ctr"/>
            <a:endParaRPr/>
          </a:p>
        </p:txBody>
      </p:sp>
      <p:sp>
        <p:nvSpPr>
          <p:cNvPr id="26" name="Oval 25"/>
          <p:cNvSpPr/>
          <p:nvPr/>
        </p:nvSpPr>
        <p:spPr>
          <a:xfrm>
            <a:off x="594360" y="2523744"/>
            <a:ext cx="310896" cy="310896"/>
          </a:xfrm>
          <a:prstGeom prst="ellipse">
            <a:avLst/>
          </a:prstGeom>
          <a:solidFill>
            <a:srgbClr val="C0392B"/>
          </a:solidFill>
          <a:ln w="12700">
            <a:solidFill>
              <a:srgbClr val="C0392B"/>
            </a:solidFill>
          </a:ln>
        </p:spPr>
        <p:txBody>
          <a:bodyPr rtlCol="0" anchor="ctr"/>
          <a:lstStyle/>
          <a:p>
            <a:pPr algn="ctr"/>
            <a:endParaRPr/>
          </a:p>
        </p:txBody>
      </p:sp>
      <p:sp>
        <p:nvSpPr>
          <p:cNvPr id="27" name="TextBox 26"/>
          <p:cNvSpPr txBox="1"/>
          <p:nvPr/>
        </p:nvSpPr>
        <p:spPr>
          <a:xfrm>
            <a:off x="594360" y="2523744"/>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3</a:t>
            </a:r>
          </a:p>
        </p:txBody>
      </p:sp>
      <p:sp>
        <p:nvSpPr>
          <p:cNvPr id="28" name="TextBox 27"/>
          <p:cNvSpPr txBox="1"/>
          <p:nvPr/>
        </p:nvSpPr>
        <p:spPr>
          <a:xfrm>
            <a:off x="1051560" y="2441448"/>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Código de falla a Deye</a:t>
            </a:r>
          </a:p>
        </p:txBody>
      </p:sp>
      <p:sp>
        <p:nvSpPr>
          <p:cNvPr id="29" name="TextBox 28"/>
          <p:cNvSpPr txBox="1"/>
          <p:nvPr/>
        </p:nvSpPr>
        <p:spPr>
          <a:xfrm>
            <a:off x="1051560" y="2679192"/>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Casas 382p, 74 y 48 con alarmas largas de inversor</a:t>
            </a:r>
          </a:p>
        </p:txBody>
      </p:sp>
      <p:sp>
        <p:nvSpPr>
          <p:cNvPr id="30" name="Rounded Rectangle 29"/>
          <p:cNvSpPr/>
          <p:nvPr/>
        </p:nvSpPr>
        <p:spPr>
          <a:xfrm>
            <a:off x="7269480" y="2542032"/>
            <a:ext cx="1325880" cy="274320"/>
          </a:xfrm>
          <a:prstGeom prst="roundRect">
            <a:avLst/>
          </a:prstGeom>
          <a:solidFill>
            <a:srgbClr val="C0392B"/>
          </a:solidFill>
          <a:ln w="12700">
            <a:solidFill>
              <a:srgbClr val="C0392B"/>
            </a:solidFill>
          </a:ln>
        </p:spPr>
        <p:txBody>
          <a:bodyPr rtlCol="0" anchor="ctr"/>
          <a:lstStyle/>
          <a:p>
            <a:pPr algn="ctr"/>
            <a:endParaRPr/>
          </a:p>
        </p:txBody>
      </p:sp>
      <p:sp>
        <p:nvSpPr>
          <p:cNvPr id="31" name="TextBox 30"/>
          <p:cNvSpPr txBox="1"/>
          <p:nvPr/>
        </p:nvSpPr>
        <p:spPr>
          <a:xfrm>
            <a:off x="7269480" y="2542032"/>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Disponibilidad</a:t>
            </a:r>
          </a:p>
        </p:txBody>
      </p:sp>
      <p:sp>
        <p:nvSpPr>
          <p:cNvPr id="32" name="Rectangle 31"/>
          <p:cNvSpPr/>
          <p:nvPr/>
        </p:nvSpPr>
        <p:spPr>
          <a:xfrm>
            <a:off x="411480" y="3017520"/>
            <a:ext cx="8321040" cy="530352"/>
          </a:xfrm>
          <a:prstGeom prst="rect">
            <a:avLst/>
          </a:prstGeom>
          <a:solidFill>
            <a:srgbClr val="FFFFFF"/>
          </a:solidFill>
          <a:ln w="10160">
            <a:solidFill>
              <a:srgbClr val="E3E7EA"/>
            </a:solidFill>
          </a:ln>
        </p:spPr>
        <p:txBody>
          <a:bodyPr rtlCol="0" anchor="ctr"/>
          <a:lstStyle/>
          <a:p>
            <a:pPr algn="ctr"/>
            <a:endParaRPr/>
          </a:p>
        </p:txBody>
      </p:sp>
      <p:sp>
        <p:nvSpPr>
          <p:cNvPr id="33" name="Rectangle 32"/>
          <p:cNvSpPr/>
          <p:nvPr/>
        </p:nvSpPr>
        <p:spPr>
          <a:xfrm>
            <a:off x="411480" y="3017520"/>
            <a:ext cx="54864" cy="530352"/>
          </a:xfrm>
          <a:prstGeom prst="rect">
            <a:avLst/>
          </a:prstGeom>
          <a:solidFill>
            <a:srgbClr val="1F6F78"/>
          </a:solidFill>
          <a:ln w="12700">
            <a:solidFill>
              <a:srgbClr val="1F6F78"/>
            </a:solidFill>
          </a:ln>
        </p:spPr>
        <p:txBody>
          <a:bodyPr rtlCol="0" anchor="ctr"/>
          <a:lstStyle/>
          <a:p>
            <a:pPr algn="ctr"/>
            <a:endParaRPr/>
          </a:p>
        </p:txBody>
      </p:sp>
      <p:sp>
        <p:nvSpPr>
          <p:cNvPr id="34" name="Oval 33"/>
          <p:cNvSpPr/>
          <p:nvPr/>
        </p:nvSpPr>
        <p:spPr>
          <a:xfrm>
            <a:off x="594360" y="3127248"/>
            <a:ext cx="310896" cy="310896"/>
          </a:xfrm>
          <a:prstGeom prst="ellipse">
            <a:avLst/>
          </a:prstGeom>
          <a:solidFill>
            <a:srgbClr val="1F6F78"/>
          </a:solidFill>
          <a:ln w="12700">
            <a:solidFill>
              <a:srgbClr val="1F6F78"/>
            </a:solidFill>
          </a:ln>
        </p:spPr>
        <p:txBody>
          <a:bodyPr rtlCol="0" anchor="ctr"/>
          <a:lstStyle/>
          <a:p>
            <a:pPr algn="ctr"/>
            <a:endParaRPr/>
          </a:p>
        </p:txBody>
      </p:sp>
      <p:sp>
        <p:nvSpPr>
          <p:cNvPr id="35" name="TextBox 34"/>
          <p:cNvSpPr txBox="1"/>
          <p:nvPr/>
        </p:nvSpPr>
        <p:spPr>
          <a:xfrm>
            <a:off x="594360" y="3127248"/>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4</a:t>
            </a:r>
          </a:p>
        </p:txBody>
      </p:sp>
      <p:sp>
        <p:nvSpPr>
          <p:cNvPr id="36" name="TextBox 35"/>
          <p:cNvSpPr txBox="1"/>
          <p:nvPr/>
        </p:nvSpPr>
        <p:spPr>
          <a:xfrm>
            <a:off x="1051560" y="3044951"/>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Revisar reconexión a la red</a:t>
            </a:r>
          </a:p>
        </p:txBody>
      </p:sp>
      <p:sp>
        <p:nvSpPr>
          <p:cNvPr id="37" name="TextBox 36"/>
          <p:cNvSpPr txBox="1"/>
          <p:nvPr/>
        </p:nvSpPr>
        <p:spPr>
          <a:xfrm>
            <a:off x="1051560" y="3282696"/>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Deye (≈ 31 s) y Livoltek (≈ 15 s) al volver la red</a:t>
            </a:r>
          </a:p>
        </p:txBody>
      </p:sp>
      <p:sp>
        <p:nvSpPr>
          <p:cNvPr id="38" name="Rounded Rectangle 37"/>
          <p:cNvSpPr/>
          <p:nvPr/>
        </p:nvSpPr>
        <p:spPr>
          <a:xfrm>
            <a:off x="7269480" y="3145536"/>
            <a:ext cx="1325880" cy="274320"/>
          </a:xfrm>
          <a:prstGeom prst="roundRect">
            <a:avLst/>
          </a:prstGeom>
          <a:solidFill>
            <a:srgbClr val="1F6F78"/>
          </a:solidFill>
          <a:ln w="12700">
            <a:solidFill>
              <a:srgbClr val="1F6F78"/>
            </a:solidFill>
          </a:ln>
        </p:spPr>
        <p:txBody>
          <a:bodyPr rtlCol="0" anchor="ctr"/>
          <a:lstStyle/>
          <a:p>
            <a:pPr algn="ctr"/>
            <a:endParaRPr/>
          </a:p>
        </p:txBody>
      </p:sp>
      <p:sp>
        <p:nvSpPr>
          <p:cNvPr id="39" name="TextBox 38"/>
          <p:cNvSpPr txBox="1"/>
          <p:nvPr/>
        </p:nvSpPr>
        <p:spPr>
          <a:xfrm>
            <a:off x="7269480" y="3145536"/>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0,32 h</a:t>
            </a:r>
          </a:p>
        </p:txBody>
      </p:sp>
      <p:sp>
        <p:nvSpPr>
          <p:cNvPr id="40" name="Rectangle 39"/>
          <p:cNvSpPr/>
          <p:nvPr/>
        </p:nvSpPr>
        <p:spPr>
          <a:xfrm>
            <a:off x="411480" y="3621024"/>
            <a:ext cx="8321040" cy="530352"/>
          </a:xfrm>
          <a:prstGeom prst="rect">
            <a:avLst/>
          </a:prstGeom>
          <a:solidFill>
            <a:srgbClr val="FFFFFF"/>
          </a:solidFill>
          <a:ln w="10160">
            <a:solidFill>
              <a:srgbClr val="E3E7EA"/>
            </a:solidFill>
          </a:ln>
        </p:spPr>
        <p:txBody>
          <a:bodyPr rtlCol="0" anchor="ctr"/>
          <a:lstStyle/>
          <a:p>
            <a:pPr algn="ctr"/>
            <a:endParaRPr/>
          </a:p>
        </p:txBody>
      </p:sp>
      <p:sp>
        <p:nvSpPr>
          <p:cNvPr id="41" name="Rectangle 40"/>
          <p:cNvSpPr/>
          <p:nvPr/>
        </p:nvSpPr>
        <p:spPr>
          <a:xfrm>
            <a:off x="411480" y="3621024"/>
            <a:ext cx="54864" cy="530352"/>
          </a:xfrm>
          <a:prstGeom prst="rect">
            <a:avLst/>
          </a:prstGeom>
          <a:solidFill>
            <a:srgbClr val="2B5BA3"/>
          </a:solidFill>
          <a:ln w="12700">
            <a:solidFill>
              <a:srgbClr val="2B5BA3"/>
            </a:solidFill>
          </a:ln>
        </p:spPr>
        <p:txBody>
          <a:bodyPr rtlCol="0" anchor="ctr"/>
          <a:lstStyle/>
          <a:p>
            <a:pPr algn="ctr"/>
            <a:endParaRPr/>
          </a:p>
        </p:txBody>
      </p:sp>
      <p:sp>
        <p:nvSpPr>
          <p:cNvPr id="42" name="Oval 41"/>
          <p:cNvSpPr/>
          <p:nvPr/>
        </p:nvSpPr>
        <p:spPr>
          <a:xfrm>
            <a:off x="594360" y="3730752"/>
            <a:ext cx="310896" cy="310896"/>
          </a:xfrm>
          <a:prstGeom prst="ellipse">
            <a:avLst/>
          </a:prstGeom>
          <a:solidFill>
            <a:srgbClr val="2B5BA3"/>
          </a:solidFill>
          <a:ln w="12700">
            <a:solidFill>
              <a:srgbClr val="2B5BA3"/>
            </a:solidFill>
          </a:ln>
        </p:spPr>
        <p:txBody>
          <a:bodyPr rtlCol="0" anchor="ctr"/>
          <a:lstStyle/>
          <a:p>
            <a:pPr algn="ctr"/>
            <a:endParaRPr/>
          </a:p>
        </p:txBody>
      </p:sp>
      <p:sp>
        <p:nvSpPr>
          <p:cNvPr id="43" name="TextBox 42"/>
          <p:cNvSpPr txBox="1"/>
          <p:nvPr/>
        </p:nvSpPr>
        <p:spPr>
          <a:xfrm>
            <a:off x="594360" y="3730752"/>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5</a:t>
            </a:r>
          </a:p>
        </p:txBody>
      </p:sp>
      <p:sp>
        <p:nvSpPr>
          <p:cNvPr id="44" name="TextBox 43"/>
          <p:cNvSpPr txBox="1"/>
          <p:nvPr/>
        </p:nvSpPr>
        <p:spPr>
          <a:xfrm>
            <a:off x="1051560" y="3648456"/>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Casas con consumo sobre el diseño</a:t>
            </a:r>
          </a:p>
        </p:txBody>
      </p:sp>
      <p:sp>
        <p:nvSpPr>
          <p:cNvPr id="45" name="TextBox 44"/>
          <p:cNvSpPr txBox="1"/>
          <p:nvPr/>
        </p:nvSpPr>
        <p:spPr>
          <a:xfrm>
            <a:off x="1051560" y="3886200"/>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15 casas &gt; 30% sobre la línea base: validar uso con el cliente y ajustar expectativa de cobertura</a:t>
            </a:r>
          </a:p>
        </p:txBody>
      </p:sp>
      <p:sp>
        <p:nvSpPr>
          <p:cNvPr id="46" name="Rounded Rectangle 45"/>
          <p:cNvSpPr/>
          <p:nvPr/>
        </p:nvSpPr>
        <p:spPr>
          <a:xfrm>
            <a:off x="7269480" y="3749039"/>
            <a:ext cx="1325880" cy="274320"/>
          </a:xfrm>
          <a:prstGeom prst="roundRect">
            <a:avLst/>
          </a:prstGeom>
          <a:solidFill>
            <a:srgbClr val="2B5BA3"/>
          </a:solidFill>
          <a:ln w="12700">
            <a:solidFill>
              <a:srgbClr val="2B5BA3"/>
            </a:solidFill>
          </a:ln>
        </p:spPr>
        <p:txBody>
          <a:bodyPr rtlCol="0" anchor="ctr"/>
          <a:lstStyle/>
          <a:p>
            <a:pPr algn="ctr"/>
            <a:endParaRPr/>
          </a:p>
        </p:txBody>
      </p:sp>
      <p:sp>
        <p:nvSpPr>
          <p:cNvPr id="47" name="TextBox 46"/>
          <p:cNvSpPr txBox="1"/>
          <p:nvPr/>
        </p:nvSpPr>
        <p:spPr>
          <a:xfrm>
            <a:off x="7269480" y="3749039"/>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Cobertura</a:t>
            </a:r>
          </a:p>
        </p:txBody>
      </p:sp>
      <p:sp>
        <p:nvSpPr>
          <p:cNvPr id="48" name="Rectangle 47"/>
          <p:cNvSpPr/>
          <p:nvPr/>
        </p:nvSpPr>
        <p:spPr>
          <a:xfrm>
            <a:off x="411480" y="4279392"/>
            <a:ext cx="8321040" cy="457200"/>
          </a:xfrm>
          <a:prstGeom prst="rect">
            <a:avLst/>
          </a:prstGeom>
          <a:solidFill>
            <a:srgbClr val="1B3A6B"/>
          </a:solidFill>
          <a:ln w="12700">
            <a:solidFill>
              <a:srgbClr val="1B3A6B"/>
            </a:solidFill>
          </a:ln>
        </p:spPr>
        <p:txBody>
          <a:bodyPr rtlCol="0" anchor="ctr"/>
          <a:lstStyle/>
          <a:p>
            <a:pPr algn="ctr"/>
            <a:endParaRPr/>
          </a:p>
        </p:txBody>
      </p:sp>
      <p:sp>
        <p:nvSpPr>
          <p:cNvPr id="49" name="TextBox 48"/>
          <p:cNvSpPr txBox="1"/>
          <p:nvPr/>
        </p:nvSpPr>
        <p:spPr>
          <a:xfrm>
            <a:off x="594360" y="4279392"/>
            <a:ext cx="8046720" cy="457200"/>
          </a:xfrm>
          <a:prstGeom prst="rect">
            <a:avLst/>
          </a:prstGeom>
          <a:noFill/>
        </p:spPr>
        <p:txBody>
          <a:bodyPr wrap="square" lIns="0" tIns="0" rIns="0" bIns="0" anchor="ctr">
            <a:spAutoFit/>
          </a:bodyPr>
          <a:lstStyle/>
          <a:p>
            <a:pPr algn="l">
              <a:spcAft>
                <a:spcPts val="0"/>
              </a:spcAft>
            </a:pPr>
            <a:r>
              <a:rPr sz="950" b="1" i="0">
                <a:solidFill>
                  <a:srgbClr val="FFFFFF"/>
                </a:solidFill>
                <a:latin typeface="Calibri"/>
              </a:rPr>
              <a:t>Meta cumplida (94,8% frente a 90%). El margen está en la reserva de batería (4,5 h) y en la transición y retorno de los equipos (1,0 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ANEXO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2100" b="1" i="0">
                <a:solidFill>
                  <a:srgbClr val="1B3A6B"/>
                </a:solidFill>
                <a:latin typeface="Calibri"/>
              </a:rPr>
              <a:t>Metodología y alcance del reporte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18</a:t>
            </a:r>
          </a:p>
        </p:txBody>
      </p:sp>
      <p:sp>
        <p:nvSpPr>
          <p:cNvPr id="8" name="Rectangle 7"/>
          <p:cNvSpPr/>
          <p:nvPr/>
        </p:nvSpPr>
        <p:spPr>
          <a:xfrm>
            <a:off x="411480" y="118872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188720"/>
            <a:ext cx="4114800" cy="45720"/>
          </a:xfrm>
          <a:prstGeom prst="rect">
            <a:avLst/>
          </a:prstGeom>
          <a:solidFill>
            <a:srgbClr val="F5A623"/>
          </a:solidFill>
          <a:ln w="12700">
            <a:solidFill>
              <a:srgbClr val="F5A623"/>
            </a:solidFill>
          </a:ln>
        </p:spPr>
        <p:txBody>
          <a:bodyPr rtlCol="0" anchor="ctr"/>
          <a:lstStyle/>
          <a:p>
            <a:pPr algn="ctr"/>
            <a:endParaRPr/>
          </a:p>
        </p:txBody>
      </p:sp>
      <p:sp>
        <p:nvSpPr>
          <p:cNvPr id="10" name="TextBox 9"/>
          <p:cNvSpPr txBox="1"/>
          <p:nvPr/>
        </p:nvSpPr>
        <p:spPr>
          <a:xfrm>
            <a:off x="548640" y="128016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INIC 4</a:t>
            </a:r>
          </a:p>
        </p:txBody>
      </p:sp>
      <p:sp>
        <p:nvSpPr>
          <p:cNvPr id="11" name="TextBox 10"/>
          <p:cNvSpPr txBox="1"/>
          <p:nvPr/>
        </p:nvSpPr>
        <p:spPr>
          <a:xfrm>
            <a:off x="548640" y="149961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Σ(T_red − T_solar) / Σ T_red. T_red: tiempo sin tensión en el medidor de red; T_solar: sin tensión en el medidor solar. Eventos &gt; 2 min, agrupados si están a menos de 15 min.</a:t>
            </a:r>
          </a:p>
        </p:txBody>
      </p:sp>
      <p:sp>
        <p:nvSpPr>
          <p:cNvPr id="12" name="Rectangle 11"/>
          <p:cNvSpPr/>
          <p:nvPr/>
        </p:nvSpPr>
        <p:spPr>
          <a:xfrm>
            <a:off x="4617720" y="118872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13" name="Rectangle 12"/>
          <p:cNvSpPr/>
          <p:nvPr/>
        </p:nvSpPr>
        <p:spPr>
          <a:xfrm>
            <a:off x="4617720" y="1188720"/>
            <a:ext cx="4114800" cy="45720"/>
          </a:xfrm>
          <a:prstGeom prst="rect">
            <a:avLst/>
          </a:prstGeom>
          <a:solidFill>
            <a:srgbClr val="1F6F78"/>
          </a:solidFill>
          <a:ln w="12700">
            <a:solidFill>
              <a:srgbClr val="1F6F78"/>
            </a:solidFill>
          </a:ln>
        </p:spPr>
        <p:txBody>
          <a:bodyPr rtlCol="0" anchor="ctr"/>
          <a:lstStyle/>
          <a:p>
            <a:pPr algn="ctr"/>
            <a:endParaRPr/>
          </a:p>
        </p:txBody>
      </p:sp>
      <p:sp>
        <p:nvSpPr>
          <p:cNvPr id="14" name="TextBox 13"/>
          <p:cNvSpPr txBox="1"/>
          <p:nvPr/>
        </p:nvSpPr>
        <p:spPr>
          <a:xfrm>
            <a:off x="4754880" y="128016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Clasificación por SOC</a:t>
            </a:r>
          </a:p>
        </p:txBody>
      </p:sp>
      <p:sp>
        <p:nvSpPr>
          <p:cNvPr id="15" name="TextBox 14"/>
          <p:cNvSpPr txBox="1"/>
          <p:nvPr/>
        </p:nvSpPr>
        <p:spPr>
          <a:xfrm>
            <a:off x="4754880" y="149961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SOC ≤ 21% al apagarse la casa = batería sin carga. Con SOC suficiente se clasifica por el momento: primeros 180 s (transición), últimos 90 s (retorno) o intermedio (falla durante el corte).</a:t>
            </a:r>
          </a:p>
        </p:txBody>
      </p:sp>
      <p:sp>
        <p:nvSpPr>
          <p:cNvPr id="16" name="Rectangle 15"/>
          <p:cNvSpPr/>
          <p:nvPr/>
        </p:nvSpPr>
        <p:spPr>
          <a:xfrm>
            <a:off x="411480" y="228600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411480" y="2286000"/>
            <a:ext cx="4114800" cy="45720"/>
          </a:xfrm>
          <a:prstGeom prst="rect">
            <a:avLst/>
          </a:prstGeom>
          <a:solidFill>
            <a:srgbClr val="F5A623"/>
          </a:solidFill>
          <a:ln w="12700">
            <a:solidFill>
              <a:srgbClr val="F5A623"/>
            </a:solidFill>
          </a:ln>
        </p:spPr>
        <p:txBody>
          <a:bodyPr rtlCol="0" anchor="ctr"/>
          <a:lstStyle/>
          <a:p>
            <a:pPr algn="ctr"/>
            <a:endParaRPr/>
          </a:p>
        </p:txBody>
      </p:sp>
      <p:sp>
        <p:nvSpPr>
          <p:cNvPr id="18" name="TextBox 17"/>
          <p:cNvSpPr txBox="1"/>
          <p:nvPr/>
        </p:nvSpPr>
        <p:spPr>
          <a:xfrm>
            <a:off x="548640" y="237744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Generación y cobertura</a:t>
            </a:r>
          </a:p>
        </p:txBody>
      </p:sp>
      <p:sp>
        <p:nvSpPr>
          <p:cNvPr id="19" name="TextBox 18"/>
          <p:cNvSpPr txBox="1"/>
          <p:nvPr/>
        </p:nvSpPr>
        <p:spPr>
          <a:xfrm>
            <a:off x="548640" y="259689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Generación = demanda − importación + exportación (acumulados de 15 min). Cobertura = generación cubierta por solar / demanda. Yield = kWh/kWp × 365 / días.</a:t>
            </a:r>
          </a:p>
        </p:txBody>
      </p:sp>
      <p:sp>
        <p:nvSpPr>
          <p:cNvPr id="20" name="Rectangle 19"/>
          <p:cNvSpPr/>
          <p:nvPr/>
        </p:nvSpPr>
        <p:spPr>
          <a:xfrm>
            <a:off x="4617720" y="228600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21" name="Rectangle 20"/>
          <p:cNvSpPr/>
          <p:nvPr/>
        </p:nvSpPr>
        <p:spPr>
          <a:xfrm>
            <a:off x="4617720" y="2286000"/>
            <a:ext cx="4114800" cy="45720"/>
          </a:xfrm>
          <a:prstGeom prst="rect">
            <a:avLst/>
          </a:prstGeom>
          <a:solidFill>
            <a:srgbClr val="1F6F78"/>
          </a:solidFill>
          <a:ln w="12700">
            <a:solidFill>
              <a:srgbClr val="1F6F78"/>
            </a:solidFill>
          </a:ln>
        </p:spPr>
        <p:txBody>
          <a:bodyPr rtlCol="0" anchor="ctr"/>
          <a:lstStyle/>
          <a:p>
            <a:pPr algn="ctr"/>
            <a:endParaRPr/>
          </a:p>
        </p:txBody>
      </p:sp>
      <p:sp>
        <p:nvSpPr>
          <p:cNvPr id="22" name="TextBox 21"/>
          <p:cNvSpPr txBox="1"/>
          <p:nvPr/>
        </p:nvSpPr>
        <p:spPr>
          <a:xfrm>
            <a:off x="4754880" y="237744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Alcance</a:t>
            </a:r>
          </a:p>
        </p:txBody>
      </p:sp>
      <p:sp>
        <p:nvSpPr>
          <p:cNvPr id="23" name="TextBox 22"/>
          <p:cNvSpPr txBox="1"/>
          <p:nvPr/>
        </p:nvSpPr>
        <p:spPr>
          <a:xfrm>
            <a:off x="4754880" y="259689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38 de 47 sistemas: se excluyen 3 solo con baterías, 4 con datos incompletos, 1 en pruebas y Casa 18PR (protecciones disparadas, sistema aislado del 18 al 26/09).</a:t>
            </a:r>
          </a:p>
        </p:txBody>
      </p:sp>
      <p:sp>
        <p:nvSpPr>
          <p:cNvPr id="24" name="Rectangle 23"/>
          <p:cNvSpPr/>
          <p:nvPr/>
        </p:nvSpPr>
        <p:spPr>
          <a:xfrm>
            <a:off x="411480" y="338328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25" name="Rectangle 24"/>
          <p:cNvSpPr/>
          <p:nvPr/>
        </p:nvSpPr>
        <p:spPr>
          <a:xfrm>
            <a:off x="411480" y="3383280"/>
            <a:ext cx="4114800" cy="45720"/>
          </a:xfrm>
          <a:prstGeom prst="rect">
            <a:avLst/>
          </a:prstGeom>
          <a:solidFill>
            <a:srgbClr val="F5A623"/>
          </a:solidFill>
          <a:ln w="12700">
            <a:solidFill>
              <a:srgbClr val="F5A623"/>
            </a:solidFill>
          </a:ln>
        </p:spPr>
        <p:txBody>
          <a:bodyPr rtlCol="0" anchor="ctr"/>
          <a:lstStyle/>
          <a:p>
            <a:pPr algn="ctr"/>
            <a:endParaRPr/>
          </a:p>
        </p:txBody>
      </p:sp>
      <p:sp>
        <p:nvSpPr>
          <p:cNvPr id="26" name="TextBox 25"/>
          <p:cNvSpPr txBox="1"/>
          <p:nvPr/>
        </p:nvSpPr>
        <p:spPr>
          <a:xfrm>
            <a:off x="548640" y="347472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Cifras del mes</a:t>
            </a:r>
          </a:p>
        </p:txBody>
      </p:sp>
      <p:sp>
        <p:nvSpPr>
          <p:cNvPr id="27" name="TextBox 26"/>
          <p:cNvSpPr txBox="1"/>
          <p:nvPr/>
        </p:nvSpPr>
        <p:spPr>
          <a:xfrm>
            <a:off x="548640" y="369417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Generación 17.610 kWh · Demanda 26.456 kWh · Importación 9.007 kWh · Exportación activa 164,8 kWh · 198,1 kWp.</a:t>
            </a:r>
          </a:p>
        </p:txBody>
      </p:sp>
      <p:sp>
        <p:nvSpPr>
          <p:cNvPr id="28" name="Rectangle 27"/>
          <p:cNvSpPr/>
          <p:nvPr/>
        </p:nvSpPr>
        <p:spPr>
          <a:xfrm>
            <a:off x="4617720" y="338328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29" name="Rectangle 28"/>
          <p:cNvSpPr/>
          <p:nvPr/>
        </p:nvSpPr>
        <p:spPr>
          <a:xfrm>
            <a:off x="4617720" y="3383280"/>
            <a:ext cx="4114800" cy="45720"/>
          </a:xfrm>
          <a:prstGeom prst="rect">
            <a:avLst/>
          </a:prstGeom>
          <a:solidFill>
            <a:srgbClr val="1F6F78"/>
          </a:solidFill>
          <a:ln w="12700">
            <a:solidFill>
              <a:srgbClr val="1F6F78"/>
            </a:solidFill>
          </a:ln>
        </p:spPr>
        <p:txBody>
          <a:bodyPr rtlCol="0" anchor="ctr"/>
          <a:lstStyle/>
          <a:p>
            <a:pPr algn="ctr"/>
            <a:endParaRPr/>
          </a:p>
        </p:txBody>
      </p:sp>
      <p:sp>
        <p:nvSpPr>
          <p:cNvPr id="30" name="TextBox 29"/>
          <p:cNvSpPr txBox="1"/>
          <p:nvPr/>
        </p:nvSpPr>
        <p:spPr>
          <a:xfrm>
            <a:off x="4754880" y="347472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Fuente y créditos</a:t>
            </a:r>
          </a:p>
        </p:txBody>
      </p:sp>
      <p:sp>
        <p:nvSpPr>
          <p:cNvPr id="31" name="TextBox 30"/>
          <p:cNvSpPr txBox="1"/>
          <p:nvPr/>
        </p:nvSpPr>
        <p:spPr>
          <a:xfrm>
            <a:off x="4754880" y="369417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Telemetría de Metrum y alarmas del inversor. Imágenes de terceros, uso interno: portada (Higon Solar, higonsolar.com) y esquema de flujo (Soled Solar, soled-solar.com); imagen de batería (batteryskills.com).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ANEXO</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Metodología de curtailment y yield por sistema</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19</a:t>
            </a:r>
          </a:p>
        </p:txBody>
      </p:sp>
      <p:sp>
        <p:nvSpPr>
          <p:cNvPr id="8" name="Rectangle 7"/>
          <p:cNvSpPr/>
          <p:nvPr/>
        </p:nvSpPr>
        <p:spPr>
          <a:xfrm>
            <a:off x="411480" y="1188720"/>
            <a:ext cx="4114800" cy="1005840"/>
          </a:xfrm>
          <a:prstGeom prst="rect">
            <a:avLst/>
          </a:prstGeom>
          <a:solidFill>
            <a:srgbClr val="FFFFFF"/>
          </a:solidFill>
          <a:ln w="10160">
            <a:solidFill>
              <a:srgbClr val="E3E7EA"/>
            </a:solidFill>
          </a:ln>
        </p:spPr>
        <p:txBody>
          <a:bodyPr rtlCol="0" anchor="ctr"/>
          <a:lstStyle/>
          <a:p>
            <a:pPr algn="ctr"/>
          </a:p>
        </p:txBody>
      </p:sp>
      <p:sp>
        <p:nvSpPr>
          <p:cNvPr id="9" name="Rectangle 8"/>
          <p:cNvSpPr/>
          <p:nvPr/>
        </p:nvSpPr>
        <p:spPr>
          <a:xfrm>
            <a:off x="411480" y="1188720"/>
            <a:ext cx="4114800" cy="45720"/>
          </a:xfrm>
          <a:prstGeom prst="rect">
            <a:avLst/>
          </a:prstGeom>
          <a:solidFill>
            <a:srgbClr val="F5A623"/>
          </a:solidFill>
          <a:ln>
            <a:noFill/>
          </a:ln>
        </p:spPr>
        <p:txBody>
          <a:bodyPr rtlCol="0" anchor="ctr"/>
          <a:lstStyle/>
          <a:p>
            <a:pPr algn="ctr"/>
          </a:p>
        </p:txBody>
      </p:sp>
      <p:sp>
        <p:nvSpPr>
          <p:cNvPr id="10" name="TextBox 9"/>
          <p:cNvSpPr txBox="1"/>
          <p:nvPr/>
        </p:nvSpPr>
        <p:spPr>
          <a:xfrm>
            <a:off x="548640" y="128016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Curtailment (definición)</a:t>
            </a:r>
          </a:p>
        </p:txBody>
      </p:sp>
      <p:sp>
        <p:nvSpPr>
          <p:cNvPr id="11" name="TextBox 10"/>
          <p:cNvSpPr txBox="1"/>
          <p:nvPr/>
        </p:nvSpPr>
        <p:spPr>
          <a:xfrm>
            <a:off x="548640" y="149961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Generación solar que el sistema podía producir y no produjo porque la batería estaba llena (SOC ≥ 95%), sin exportar (≤ 250 W) y con sol (elevación &gt; 8°). Potencial = generación + curtailment.</a:t>
            </a:r>
          </a:p>
        </p:txBody>
      </p:sp>
      <p:sp>
        <p:nvSpPr>
          <p:cNvPr id="12" name="Rectangle 11"/>
          <p:cNvSpPr/>
          <p:nvPr/>
        </p:nvSpPr>
        <p:spPr>
          <a:xfrm>
            <a:off x="4617720" y="1188720"/>
            <a:ext cx="4114800" cy="1005840"/>
          </a:xfrm>
          <a:prstGeom prst="rect">
            <a:avLst/>
          </a:prstGeom>
          <a:solidFill>
            <a:srgbClr val="FFFFFF"/>
          </a:solidFill>
          <a:ln w="10160">
            <a:solidFill>
              <a:srgbClr val="E3E7EA"/>
            </a:solidFill>
          </a:ln>
        </p:spPr>
        <p:txBody>
          <a:bodyPr rtlCol="0" anchor="ctr"/>
          <a:lstStyle/>
          <a:p>
            <a:pPr algn="ctr"/>
          </a:p>
        </p:txBody>
      </p:sp>
      <p:sp>
        <p:nvSpPr>
          <p:cNvPr id="13" name="Rectangle 12"/>
          <p:cNvSpPr/>
          <p:nvPr/>
        </p:nvSpPr>
        <p:spPr>
          <a:xfrm>
            <a:off x="4617720" y="1188720"/>
            <a:ext cx="4114800" cy="45720"/>
          </a:xfrm>
          <a:prstGeom prst="rect">
            <a:avLst/>
          </a:prstGeom>
          <a:solidFill>
            <a:srgbClr val="1F6F78"/>
          </a:solidFill>
          <a:ln>
            <a:noFill/>
          </a:ln>
        </p:spPr>
        <p:txBody>
          <a:bodyPr rtlCol="0" anchor="ctr"/>
          <a:lstStyle/>
          <a:p>
            <a:pPr algn="ctr"/>
          </a:p>
        </p:txBody>
      </p:sp>
      <p:sp>
        <p:nvSpPr>
          <p:cNvPr id="14" name="TextBox 13"/>
          <p:cNvSpPr txBox="1"/>
          <p:nvPr/>
        </p:nvSpPr>
        <p:spPr>
          <a:xfrm>
            <a:off x="4754880" y="128016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Cómo se estima el potencial</a:t>
            </a:r>
          </a:p>
        </p:txBody>
      </p:sp>
      <p:sp>
        <p:nvSpPr>
          <p:cNvPr id="15" name="TextBox 14"/>
          <p:cNvSpPr txBox="1"/>
          <p:nvPr/>
        </p:nvSpPr>
        <p:spPr>
          <a:xfrm>
            <a:off x="4754880" y="149961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Potencial de cada casa = su capacidad × índice de cielo de la flota, que es la mediana de las casas con batería &lt; 90% en ese mismo intervalo de 15 min. Curtailment = Σ (potencial − PV real) en las horas con batería llena.</a:t>
            </a:r>
          </a:p>
        </p:txBody>
      </p:sp>
      <p:sp>
        <p:nvSpPr>
          <p:cNvPr id="16" name="Rectangle 15"/>
          <p:cNvSpPr/>
          <p:nvPr/>
        </p:nvSpPr>
        <p:spPr>
          <a:xfrm>
            <a:off x="411480" y="2286000"/>
            <a:ext cx="4114800" cy="1005840"/>
          </a:xfrm>
          <a:prstGeom prst="rect">
            <a:avLst/>
          </a:prstGeom>
          <a:solidFill>
            <a:srgbClr val="FFFFFF"/>
          </a:solidFill>
          <a:ln w="10160">
            <a:solidFill>
              <a:srgbClr val="E3E7EA"/>
            </a:solidFill>
          </a:ln>
        </p:spPr>
        <p:txBody>
          <a:bodyPr rtlCol="0" anchor="ctr"/>
          <a:lstStyle/>
          <a:p>
            <a:pPr algn="ctr"/>
          </a:p>
        </p:txBody>
      </p:sp>
      <p:sp>
        <p:nvSpPr>
          <p:cNvPr id="17" name="Rectangle 16"/>
          <p:cNvSpPr/>
          <p:nvPr/>
        </p:nvSpPr>
        <p:spPr>
          <a:xfrm>
            <a:off x="411480" y="2286000"/>
            <a:ext cx="4114800" cy="45720"/>
          </a:xfrm>
          <a:prstGeom prst="rect">
            <a:avLst/>
          </a:prstGeom>
          <a:solidFill>
            <a:srgbClr val="F5A623"/>
          </a:solidFill>
          <a:ln>
            <a:noFill/>
          </a:ln>
        </p:spPr>
        <p:txBody>
          <a:bodyPr rtlCol="0" anchor="ctr"/>
          <a:lstStyle/>
          <a:p>
            <a:pPr algn="ctr"/>
          </a:p>
        </p:txBody>
      </p:sp>
      <p:sp>
        <p:nvSpPr>
          <p:cNvPr id="18" name="TextBox 17"/>
          <p:cNvSpPr txBox="1"/>
          <p:nvPr/>
        </p:nvSpPr>
        <p:spPr>
          <a:xfrm>
            <a:off x="548640" y="237744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PV a 15 minutos</a:t>
            </a:r>
          </a:p>
        </p:txBody>
      </p:sp>
      <p:sp>
        <p:nvSpPr>
          <p:cNvPr id="19" name="TextBox 18"/>
          <p:cNvSpPr txBox="1"/>
          <p:nvPr/>
        </p:nvSpPr>
        <p:spPr>
          <a:xfrm>
            <a:off x="548640" y="259689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Livoltek: potencia DC del inversor (powerAEgdc_LV). Deye: balance carga − red − descarga de batería. Se lleva a la base del reporte (generación neta del medidor) con un factor por casa.</a:t>
            </a:r>
          </a:p>
        </p:txBody>
      </p:sp>
      <p:sp>
        <p:nvSpPr>
          <p:cNvPr id="20" name="Rectangle 19"/>
          <p:cNvSpPr/>
          <p:nvPr/>
        </p:nvSpPr>
        <p:spPr>
          <a:xfrm>
            <a:off x="4617720" y="2286000"/>
            <a:ext cx="4114800" cy="1005840"/>
          </a:xfrm>
          <a:prstGeom prst="rect">
            <a:avLst/>
          </a:prstGeom>
          <a:solidFill>
            <a:srgbClr val="FFFFFF"/>
          </a:solidFill>
          <a:ln w="10160">
            <a:solidFill>
              <a:srgbClr val="E3E7EA"/>
            </a:solidFill>
          </a:ln>
        </p:spPr>
        <p:txBody>
          <a:bodyPr rtlCol="0" anchor="ctr"/>
          <a:lstStyle/>
          <a:p>
            <a:pPr algn="ctr"/>
          </a:p>
        </p:txBody>
      </p:sp>
      <p:sp>
        <p:nvSpPr>
          <p:cNvPr id="21" name="Rectangle 20"/>
          <p:cNvSpPr/>
          <p:nvPr/>
        </p:nvSpPr>
        <p:spPr>
          <a:xfrm>
            <a:off x="4617720" y="2286000"/>
            <a:ext cx="4114800" cy="45720"/>
          </a:xfrm>
          <a:prstGeom prst="rect">
            <a:avLst/>
          </a:prstGeom>
          <a:solidFill>
            <a:srgbClr val="1F6F78"/>
          </a:solidFill>
          <a:ln>
            <a:noFill/>
          </a:ln>
        </p:spPr>
        <p:txBody>
          <a:bodyPr rtlCol="0" anchor="ctr"/>
          <a:lstStyle/>
          <a:p>
            <a:pPr algn="ctr"/>
          </a:p>
        </p:txBody>
      </p:sp>
      <p:sp>
        <p:nvSpPr>
          <p:cNvPr id="22" name="TextBox 21"/>
          <p:cNvSpPr txBox="1"/>
          <p:nvPr/>
        </p:nvSpPr>
        <p:spPr>
          <a:xfrm>
            <a:off x="4754880" y="237744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Validación y error</a:t>
            </a:r>
          </a:p>
        </p:txBody>
      </p:sp>
      <p:sp>
        <p:nvSpPr>
          <p:cNvPr id="23" name="TextBox 22"/>
          <p:cNvSpPr txBox="1"/>
          <p:nvPr/>
        </p:nvSpPr>
        <p:spPr>
          <a:xfrm>
            <a:off x="4754880" y="259689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Sesgo en horas sin recorte: +0,1% de la energía. Sin sesgo (real/predicho = 1,00) pero con ±14% por intervalo, que se promedia en el mes. Total entre 3.217 y 3.507 kWh según los parámetros.</a:t>
            </a:r>
          </a:p>
        </p:txBody>
      </p:sp>
      <p:sp>
        <p:nvSpPr>
          <p:cNvPr id="24" name="Rectangle 23"/>
          <p:cNvSpPr/>
          <p:nvPr/>
        </p:nvSpPr>
        <p:spPr>
          <a:xfrm>
            <a:off x="411480" y="3383280"/>
            <a:ext cx="4114800" cy="1005840"/>
          </a:xfrm>
          <a:prstGeom prst="rect">
            <a:avLst/>
          </a:prstGeom>
          <a:solidFill>
            <a:srgbClr val="FFFFFF"/>
          </a:solidFill>
          <a:ln w="10160">
            <a:solidFill>
              <a:srgbClr val="E3E7EA"/>
            </a:solidFill>
          </a:ln>
        </p:spPr>
        <p:txBody>
          <a:bodyPr rtlCol="0" anchor="ctr"/>
          <a:lstStyle/>
          <a:p>
            <a:pPr algn="ctr"/>
          </a:p>
        </p:txBody>
      </p:sp>
      <p:sp>
        <p:nvSpPr>
          <p:cNvPr id="25" name="Rectangle 24"/>
          <p:cNvSpPr/>
          <p:nvPr/>
        </p:nvSpPr>
        <p:spPr>
          <a:xfrm>
            <a:off x="411480" y="3383280"/>
            <a:ext cx="4114800" cy="45720"/>
          </a:xfrm>
          <a:prstGeom prst="rect">
            <a:avLst/>
          </a:prstGeom>
          <a:solidFill>
            <a:srgbClr val="F5A623"/>
          </a:solidFill>
          <a:ln>
            <a:noFill/>
          </a:ln>
        </p:spPr>
        <p:txBody>
          <a:bodyPr rtlCol="0" anchor="ctr"/>
          <a:lstStyle/>
          <a:p>
            <a:pPr algn="ctr"/>
          </a:p>
        </p:txBody>
      </p:sp>
      <p:sp>
        <p:nvSpPr>
          <p:cNvPr id="26" name="TextBox 25"/>
          <p:cNvSpPr txBox="1"/>
          <p:nvPr/>
        </p:nvSpPr>
        <p:spPr>
          <a:xfrm>
            <a:off x="548640" y="347472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Yield</a:t>
            </a:r>
          </a:p>
        </p:txBody>
      </p:sp>
      <p:sp>
        <p:nvSpPr>
          <p:cNvPr id="27" name="TextBox 26"/>
          <p:cNvSpPr txBox="1"/>
          <p:nvPr/>
        </p:nvSpPr>
        <p:spPr>
          <a:xfrm>
            <a:off x="548640" y="369417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Yield = generación del mes (demanda − importación + exportación) × 365 / 30 / kWp, en kWh/kWp/año. kWp del archivo de casas (paneles × 0,595 kWp; suma 198,1 kWp, igual que el deck y DeyeCloud). Diseño por conjunto: 1.188 y 1.323.</a:t>
            </a:r>
          </a:p>
        </p:txBody>
      </p:sp>
      <p:sp>
        <p:nvSpPr>
          <p:cNvPr id="28" name="Rectangle 27"/>
          <p:cNvSpPr/>
          <p:nvPr/>
        </p:nvSpPr>
        <p:spPr>
          <a:xfrm>
            <a:off x="4617720" y="3383280"/>
            <a:ext cx="4114800" cy="1005840"/>
          </a:xfrm>
          <a:prstGeom prst="rect">
            <a:avLst/>
          </a:prstGeom>
          <a:solidFill>
            <a:srgbClr val="FFFFFF"/>
          </a:solidFill>
          <a:ln w="10160">
            <a:solidFill>
              <a:srgbClr val="E3E7EA"/>
            </a:solidFill>
          </a:ln>
        </p:spPr>
        <p:txBody>
          <a:bodyPr rtlCol="0" anchor="ctr"/>
          <a:lstStyle/>
          <a:p>
            <a:pPr algn="ctr"/>
          </a:p>
        </p:txBody>
      </p:sp>
      <p:sp>
        <p:nvSpPr>
          <p:cNvPr id="29" name="Rectangle 28"/>
          <p:cNvSpPr/>
          <p:nvPr/>
        </p:nvSpPr>
        <p:spPr>
          <a:xfrm>
            <a:off x="4617720" y="3383280"/>
            <a:ext cx="4114800" cy="45720"/>
          </a:xfrm>
          <a:prstGeom prst="rect">
            <a:avLst/>
          </a:prstGeom>
          <a:solidFill>
            <a:srgbClr val="1F6F78"/>
          </a:solidFill>
          <a:ln>
            <a:noFill/>
          </a:ln>
        </p:spPr>
        <p:txBody>
          <a:bodyPr rtlCol="0" anchor="ctr"/>
          <a:lstStyle/>
          <a:p>
            <a:pPr algn="ctr"/>
          </a:p>
        </p:txBody>
      </p:sp>
      <p:sp>
        <p:nvSpPr>
          <p:cNvPr id="30" name="TextBox 29"/>
          <p:cNvSpPr txBox="1"/>
          <p:nvPr/>
        </p:nvSpPr>
        <p:spPr>
          <a:xfrm>
            <a:off x="4754880" y="347472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Alcance y alertas de datos</a:t>
            </a:r>
          </a:p>
        </p:txBody>
      </p:sp>
      <p:sp>
        <p:nvSpPr>
          <p:cNvPr id="31" name="TextBox 30"/>
          <p:cNvSpPr txBox="1"/>
          <p:nvPr/>
        </p:nvSpPr>
        <p:spPr>
          <a:xfrm>
            <a:off x="4754880" y="369417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Las 38 viviendas del reporte, sin agregar ni quitar. En Casas 93p, 99, 111 y 55p el contador de producción del inversor Deye subregistra (56 - 109 kWh frente a 404 - 616 kWh reconstruidos): por eso se usan los medidores.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524</TotalTime>
  <Words>3275</Words>
  <Application>Microsoft Office PowerPoint</Application>
  <PresentationFormat>Presentación en pantalla (16:9)</PresentationFormat>
  <Paragraphs>645</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Santiago Calle Henao</dc:creator>
  <cp:keywords/>
  <dc:description>generated using python-pptx</dc:description>
  <cp:lastModifiedBy>Santiago Calle Henao</cp:lastModifiedBy>
  <cp:revision>2</cp:revision>
  <dcterms:created xsi:type="dcterms:W3CDTF">2013-01-27T09:14:16Z</dcterms:created>
  <dcterms:modified xsi:type="dcterms:W3CDTF">2026-10-07T14:13:22Z</dcterms:modified>
  <cp:category/>
</cp:coreProperties>
</file>